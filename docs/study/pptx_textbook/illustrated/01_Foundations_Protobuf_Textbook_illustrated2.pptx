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e2976cc3444cf" /><Relationship Type="http://schemas.openxmlformats.org/officeDocument/2006/relationships/extended-properties" Target="/docProps/app.xml" Id="R3df4ec0c470b4171" /><Relationship Type="http://schemas.openxmlformats.org/officeDocument/2006/relationships/officeDocument" Target="/ppt/presentation.xml" Id="R3068978adccb41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d3c8b525a449f"/>
  </p:sldMasterIdLst>
  <p:notesMasterIdLst>
    <p:notesMasterId xmlns:r="http://schemas.openxmlformats.org/officeDocument/2006/relationships" r:id="Re2fece24baaa4ccb"/>
  </p:notesMasterIdLst>
  <p:sldIdLst>
    <p:sldId xmlns:r="http://schemas.openxmlformats.org/officeDocument/2006/relationships" id="256" r:id="Rdb85207196284b82"/>
    <p:sldId xmlns:r="http://schemas.openxmlformats.org/officeDocument/2006/relationships" id="257" r:id="R2b39d5bc23b64fdc"/>
    <p:sldId xmlns:r="http://schemas.openxmlformats.org/officeDocument/2006/relationships" id="258" r:id="Rc7510b6069164639"/>
    <p:sldId xmlns:r="http://schemas.openxmlformats.org/officeDocument/2006/relationships" id="259" r:id="Re58785c3a6ad48b8"/>
    <p:sldId xmlns:r="http://schemas.openxmlformats.org/officeDocument/2006/relationships" id="260" r:id="Rd0ee3fc015204607"/>
    <p:sldId xmlns:r="http://schemas.openxmlformats.org/officeDocument/2006/relationships" id="261" r:id="R31c0e60a91374fa3"/>
    <p:sldId xmlns:r="http://schemas.openxmlformats.org/officeDocument/2006/relationships" id="262" r:id="Rb9d3109b714440ac"/>
    <p:sldId xmlns:r="http://schemas.openxmlformats.org/officeDocument/2006/relationships" id="263" r:id="R270860efd31746d4"/>
    <p:sldId xmlns:r="http://schemas.openxmlformats.org/officeDocument/2006/relationships" id="264" r:id="Rc9ec5bc33b7a4f83"/>
    <p:sldId xmlns:r="http://schemas.openxmlformats.org/officeDocument/2006/relationships" id="265" r:id="R3b6370d7f8a4443e"/>
    <p:sldId xmlns:r="http://schemas.openxmlformats.org/officeDocument/2006/relationships" id="266" r:id="R1a688781a2f645d1"/>
    <p:sldId xmlns:r="http://schemas.openxmlformats.org/officeDocument/2006/relationships" id="267" r:id="R2c79c39c4c0f4f52"/>
    <p:sldId xmlns:r="http://schemas.openxmlformats.org/officeDocument/2006/relationships" id="268" r:id="R49f9d4d3c7554bab"/>
    <p:sldId xmlns:r="http://schemas.openxmlformats.org/officeDocument/2006/relationships" id="269" r:id="Re2cfc7109d854807"/>
    <p:sldId xmlns:r="http://schemas.openxmlformats.org/officeDocument/2006/relationships" id="270" r:id="R619654df07bd42c7"/>
    <p:sldId xmlns:r="http://schemas.openxmlformats.org/officeDocument/2006/relationships" id="271" r:id="R6284ce2f85f34074"/>
    <p:sldId xmlns:r="http://schemas.openxmlformats.org/officeDocument/2006/relationships" id="272" r:id="R73071a6d6cf64629"/>
    <p:sldId xmlns:r="http://schemas.openxmlformats.org/officeDocument/2006/relationships" id="273" r:id="Rf4376609276a457b"/>
    <p:sldId xmlns:r="http://schemas.openxmlformats.org/officeDocument/2006/relationships" id="274" r:id="Rb231c2a4410c4dc8"/>
    <p:sldId xmlns:r="http://schemas.openxmlformats.org/officeDocument/2006/relationships" id="275" r:id="R997bd1aba1d243ad"/>
    <p:sldId xmlns:r="http://schemas.openxmlformats.org/officeDocument/2006/relationships" id="276" r:id="Rec1f36b3092f4559"/>
    <p:sldId xmlns:r="http://schemas.openxmlformats.org/officeDocument/2006/relationships" id="277" r:id="R1647fefc7d3344fa"/>
    <p:sldId xmlns:r="http://schemas.openxmlformats.org/officeDocument/2006/relationships" id="278" r:id="R8e5d8bac2b7c40be"/>
    <p:sldId xmlns:r="http://schemas.openxmlformats.org/officeDocument/2006/relationships" id="279" r:id="Ree402850fec547bd"/>
    <p:sldId xmlns:r="http://schemas.openxmlformats.org/officeDocument/2006/relationships" id="280" r:id="Raf37041981f24af7"/>
    <p:sldId xmlns:r="http://schemas.openxmlformats.org/officeDocument/2006/relationships" id="281" r:id="R62e3d21e062d49da"/>
    <p:sldId xmlns:r="http://schemas.openxmlformats.org/officeDocument/2006/relationships" id="282" r:id="R687788eb854c40bb"/>
    <p:sldId xmlns:r="http://schemas.openxmlformats.org/officeDocument/2006/relationships" id="283" r:id="R79710ebeadd74460"/>
    <p:sldId xmlns:r="http://schemas.openxmlformats.org/officeDocument/2006/relationships" id="284" r:id="R341531b8701d438a"/>
    <p:sldId xmlns:r="http://schemas.openxmlformats.org/officeDocument/2006/relationships" id="285" r:id="R8f0a9e63aa2345a7"/>
    <p:sldId xmlns:r="http://schemas.openxmlformats.org/officeDocument/2006/relationships" id="286" r:id="R8da370cf1d7e409b"/>
    <p:sldId xmlns:r="http://schemas.openxmlformats.org/officeDocument/2006/relationships" id="287" r:id="R3c0e4e2699704501"/>
    <p:sldId xmlns:r="http://schemas.openxmlformats.org/officeDocument/2006/relationships" id="288" r:id="R2db0644297ae4721"/>
    <p:sldId xmlns:r="http://schemas.openxmlformats.org/officeDocument/2006/relationships" id="289" r:id="Rd5cecd1d3e7d460c"/>
    <p:sldId xmlns:r="http://schemas.openxmlformats.org/officeDocument/2006/relationships" id="290" r:id="Re823a2e8c9e845e7"/>
    <p:sldId xmlns:r="http://schemas.openxmlformats.org/officeDocument/2006/relationships" id="291" r:id="Rbd56dad0868c4f9e"/>
    <p:sldId xmlns:r="http://schemas.openxmlformats.org/officeDocument/2006/relationships" id="292" r:id="R4222fbc25e924acd"/>
    <p:sldId xmlns:r="http://schemas.openxmlformats.org/officeDocument/2006/relationships" id="293" r:id="R683b9244266c4372"/>
    <p:sldId xmlns:r="http://schemas.openxmlformats.org/officeDocument/2006/relationships" id="294" r:id="R3e9051395636495e"/>
    <p:sldId xmlns:r="http://schemas.openxmlformats.org/officeDocument/2006/relationships" id="295" r:id="R54fb0046a1b942f5"/>
    <p:sldId xmlns:r="http://schemas.openxmlformats.org/officeDocument/2006/relationships" id="296" r:id="R290c1fcb32964c2f"/>
    <p:sldId xmlns:r="http://schemas.openxmlformats.org/officeDocument/2006/relationships" id="297" r:id="R780bffcaf7194174"/>
    <p:sldId xmlns:r="http://schemas.openxmlformats.org/officeDocument/2006/relationships" id="298" r:id="R5fe0b5a2177a4895"/>
    <p:sldId xmlns:r="http://schemas.openxmlformats.org/officeDocument/2006/relationships" id="299" r:id="Rc98be71edf8c4f19"/>
    <p:sldId xmlns:r="http://schemas.openxmlformats.org/officeDocument/2006/relationships" id="300" r:id="R7a614d0cd31b41bb"/>
    <p:sldId xmlns:r="http://schemas.openxmlformats.org/officeDocument/2006/relationships" id="301" r:id="R9a51202336d44e96"/>
    <p:sldId xmlns:r="http://schemas.openxmlformats.org/officeDocument/2006/relationships" id="302" r:id="Rab6c01d2b7de4b8f"/>
    <p:sldId xmlns:r="http://schemas.openxmlformats.org/officeDocument/2006/relationships" id="303" r:id="R99e6847a52eb4ae8"/>
    <p:sldId xmlns:r="http://schemas.openxmlformats.org/officeDocument/2006/relationships" id="304" r:id="R3a8b1582ccd9469b"/>
    <p:sldId xmlns:r="http://schemas.openxmlformats.org/officeDocument/2006/relationships" id="305" r:id="R367af727392a4b00"/>
    <p:sldId xmlns:r="http://schemas.openxmlformats.org/officeDocument/2006/relationships" id="306" r:id="R7b0ed8ee74034095"/>
    <p:sldId xmlns:r="http://schemas.openxmlformats.org/officeDocument/2006/relationships" id="307" r:id="Ra746527a0ecf4ade"/>
    <p:sldId xmlns:r="http://schemas.openxmlformats.org/officeDocument/2006/relationships" id="308" r:id="Rf508749c8aaf4243"/>
    <p:sldId xmlns:r="http://schemas.openxmlformats.org/officeDocument/2006/relationships" id="309" r:id="R70f021522f9c4b6d"/>
    <p:sldId xmlns:r="http://schemas.openxmlformats.org/officeDocument/2006/relationships" id="310" r:id="R794acab1adcf42bd"/>
    <p:sldId xmlns:r="http://schemas.openxmlformats.org/officeDocument/2006/relationships" id="311" r:id="R405d1043de974863"/>
    <p:sldId xmlns:r="http://schemas.openxmlformats.org/officeDocument/2006/relationships" id="312" r:id="R4b3d856e2be64eef"/>
    <p:sldId xmlns:r="http://schemas.openxmlformats.org/officeDocument/2006/relationships" id="313" r:id="R293cf4de4b7c4b89"/>
    <p:sldId xmlns:r="http://schemas.openxmlformats.org/officeDocument/2006/relationships" id="314" r:id="Re7511858063d4297"/>
    <p:sldId xmlns:r="http://schemas.openxmlformats.org/officeDocument/2006/relationships" id="315" r:id="R52827df8343e424e"/>
    <p:sldId xmlns:r="http://schemas.openxmlformats.org/officeDocument/2006/relationships" id="316" r:id="R27272d689f3c4606"/>
    <p:sldId xmlns:r="http://schemas.openxmlformats.org/officeDocument/2006/relationships" id="317" r:id="Rd85fc5200d854392"/>
    <p:sldId xmlns:r="http://schemas.openxmlformats.org/officeDocument/2006/relationships" id="318" r:id="R0620f18eb5c144e0"/>
    <p:sldId xmlns:r="http://schemas.openxmlformats.org/officeDocument/2006/relationships" id="319" r:id="Rbebd2923247f442d"/>
    <p:sldId xmlns:r="http://schemas.openxmlformats.org/officeDocument/2006/relationships" id="320" r:id="R63385ba47f8e4cca"/>
    <p:sldId xmlns:r="http://schemas.openxmlformats.org/officeDocument/2006/relationships" id="321" r:id="R5e5647e2b04141b7"/>
    <p:sldId xmlns:r="http://schemas.openxmlformats.org/officeDocument/2006/relationships" id="322" r:id="R9e85c144c2514473"/>
    <p:sldId xmlns:r="http://schemas.openxmlformats.org/officeDocument/2006/relationships" id="323" r:id="R91ce6976a4214cfe"/>
    <p:sldId xmlns:r="http://schemas.openxmlformats.org/officeDocument/2006/relationships" id="324" r:id="R894d1e45b9aa472b"/>
    <p:sldId xmlns:r="http://schemas.openxmlformats.org/officeDocument/2006/relationships" id="325" r:id="Ref0e7fb1dbf74fb8"/>
    <p:sldId xmlns:r="http://schemas.openxmlformats.org/officeDocument/2006/relationships" id="326" r:id="R1769e34470814f34"/>
    <p:sldId xmlns:r="http://schemas.openxmlformats.org/officeDocument/2006/relationships" id="327" r:id="R346065e9e8bc481b"/>
    <p:sldId xmlns:r="http://schemas.openxmlformats.org/officeDocument/2006/relationships" id="328" r:id="R73f0241fe997461b"/>
    <p:sldId xmlns:r="http://schemas.openxmlformats.org/officeDocument/2006/relationships" id="329" r:id="R30b5c443caa248cc"/>
    <p:sldId xmlns:r="http://schemas.openxmlformats.org/officeDocument/2006/relationships" id="330" r:id="R0cdec45541154804"/>
    <p:sldId xmlns:r="http://schemas.openxmlformats.org/officeDocument/2006/relationships" id="331" r:id="R7cd54dba67814369"/>
    <p:sldId xmlns:r="http://schemas.openxmlformats.org/officeDocument/2006/relationships" id="332" r:id="R20176768a70e42a5"/>
    <p:sldId xmlns:r="http://schemas.openxmlformats.org/officeDocument/2006/relationships" id="333" r:id="R4b8526351630431b"/>
    <p:sldId xmlns:r="http://schemas.openxmlformats.org/officeDocument/2006/relationships" id="334" r:id="R41ce29b173a34a74"/>
    <p:sldId xmlns:r="http://schemas.openxmlformats.org/officeDocument/2006/relationships" id="335" r:id="R09961af1855d4173"/>
    <p:sldId xmlns:r="http://schemas.openxmlformats.org/officeDocument/2006/relationships" id="336" r:id="Reca6f39cc8ba4eb6"/>
    <p:sldId xmlns:r="http://schemas.openxmlformats.org/officeDocument/2006/relationships" id="337" r:id="R2ddf0129b48946b9"/>
    <p:sldId xmlns:r="http://schemas.openxmlformats.org/officeDocument/2006/relationships" id="338" r:id="R6cb3759c5b884b1d"/>
    <p:sldId xmlns:r="http://schemas.openxmlformats.org/officeDocument/2006/relationships" id="339" r:id="R74fa87a4cdba41dd"/>
    <p:sldId xmlns:r="http://schemas.openxmlformats.org/officeDocument/2006/relationships" id="340" r:id="R2e7fb5b4a18e4687"/>
    <p:sldId xmlns:r="http://schemas.openxmlformats.org/officeDocument/2006/relationships" id="341" r:id="R9a8aa63aa25d4d3a"/>
    <p:sldId xmlns:r="http://schemas.openxmlformats.org/officeDocument/2006/relationships" id="342" r:id="R95837a01a31a481d"/>
    <p:sldId xmlns:r="http://schemas.openxmlformats.org/officeDocument/2006/relationships" id="343" r:id="Rbcbcdc765fad488a"/>
    <p:sldId xmlns:r="http://schemas.openxmlformats.org/officeDocument/2006/relationships" id="344" r:id="Rd87a511d0eb94ff3"/>
    <p:sldId xmlns:r="http://schemas.openxmlformats.org/officeDocument/2006/relationships" id="345" r:id="R0dc45b729e314f1f"/>
    <p:sldId xmlns:r="http://schemas.openxmlformats.org/officeDocument/2006/relationships" id="346" r:id="R7d36005df5074cd7"/>
    <p:sldId xmlns:r="http://schemas.openxmlformats.org/officeDocument/2006/relationships" id="347" r:id="R1ddd9545ee7b4f4e"/>
    <p:sldId xmlns:r="http://schemas.openxmlformats.org/officeDocument/2006/relationships" id="348" r:id="R7a6ab9d7c38f4899"/>
    <p:sldId xmlns:r="http://schemas.openxmlformats.org/officeDocument/2006/relationships" id="349" r:id="Rac9210b81bf94e5f"/>
    <p:sldId xmlns:r="http://schemas.openxmlformats.org/officeDocument/2006/relationships" id="350" r:id="R1070a86abdcb4522"/>
    <p:sldId xmlns:r="http://schemas.openxmlformats.org/officeDocument/2006/relationships" id="351" r:id="Rec2354c989194982"/>
    <p:sldId xmlns:r="http://schemas.openxmlformats.org/officeDocument/2006/relationships" id="352" r:id="R95e3e5603fe14a1b"/>
    <p:sldId xmlns:r="http://schemas.openxmlformats.org/officeDocument/2006/relationships" id="353" r:id="R21140d870625465e"/>
    <p:sldId xmlns:r="http://schemas.openxmlformats.org/officeDocument/2006/relationships" id="354" r:id="R9090b99689d94c64"/>
    <p:sldId xmlns:r="http://schemas.openxmlformats.org/officeDocument/2006/relationships" id="355" r:id="Rb9ea79bec2264bae"/>
    <p:sldId xmlns:r="http://schemas.openxmlformats.org/officeDocument/2006/relationships" id="356" r:id="R8bc5715b25394a35"/>
    <p:sldId xmlns:r="http://schemas.openxmlformats.org/officeDocument/2006/relationships" id="357" r:id="R9aa6761fcd6f45a9"/>
    <p:sldId xmlns:r="http://schemas.openxmlformats.org/officeDocument/2006/relationships" id="358" r:id="R7d743b9b312f403c"/>
    <p:sldId xmlns:r="http://schemas.openxmlformats.org/officeDocument/2006/relationships" id="359" r:id="R2279b20ac0db4002"/>
    <p:sldId xmlns:r="http://schemas.openxmlformats.org/officeDocument/2006/relationships" id="360" r:id="R8a4899f6c88e4e91"/>
    <p:sldId xmlns:r="http://schemas.openxmlformats.org/officeDocument/2006/relationships" id="361" r:id="R6cc6e6fc252d4394"/>
    <p:sldId xmlns:r="http://schemas.openxmlformats.org/officeDocument/2006/relationships" id="362" r:id="R8a65db87664a4018"/>
    <p:sldId xmlns:r="http://schemas.openxmlformats.org/officeDocument/2006/relationships" id="363" r:id="R76c32c9b603c49eb"/>
    <p:sldId xmlns:r="http://schemas.openxmlformats.org/officeDocument/2006/relationships" id="364" r:id="R29949d956190484d"/>
    <p:sldId xmlns:r="http://schemas.openxmlformats.org/officeDocument/2006/relationships" id="365" r:id="Rafd7a09dce0244a6"/>
    <p:sldId xmlns:r="http://schemas.openxmlformats.org/officeDocument/2006/relationships" id="366" r:id="R5871557abbc64839"/>
    <p:sldId xmlns:r="http://schemas.openxmlformats.org/officeDocument/2006/relationships" id="367" r:id="R91ec8712686f4ef6"/>
    <p:sldId xmlns:r="http://schemas.openxmlformats.org/officeDocument/2006/relationships" id="368" r:id="R6937a39df1ad4b48"/>
    <p:sldId xmlns:r="http://schemas.openxmlformats.org/officeDocument/2006/relationships" id="369" r:id="R31c532b4027141b0"/>
    <p:sldId xmlns:r="http://schemas.openxmlformats.org/officeDocument/2006/relationships" id="370" r:id="R954671f62b1b47d0"/>
    <p:sldId xmlns:r="http://schemas.openxmlformats.org/officeDocument/2006/relationships" id="371" r:id="Ra097135a67774f4e"/>
    <p:sldId xmlns:r="http://schemas.openxmlformats.org/officeDocument/2006/relationships" id="372" r:id="R5c206eccc81b4999"/>
    <p:sldId xmlns:r="http://schemas.openxmlformats.org/officeDocument/2006/relationships" id="373" r:id="R8e4a3097098e482d"/>
    <p:sldId xmlns:r="http://schemas.openxmlformats.org/officeDocument/2006/relationships" id="374" r:id="Re1bc449226554896"/>
    <p:sldId xmlns:r="http://schemas.openxmlformats.org/officeDocument/2006/relationships" id="375" r:id="Ra5ebff9b0ecf44fb"/>
    <p:sldId xmlns:r="http://schemas.openxmlformats.org/officeDocument/2006/relationships" id="376" r:id="R69e09f721f4244c7"/>
    <p:sldId xmlns:r="http://schemas.openxmlformats.org/officeDocument/2006/relationships" id="377" r:id="R4bddb7288fb34eeb"/>
    <p:sldId xmlns:r="http://schemas.openxmlformats.org/officeDocument/2006/relationships" id="378" r:id="R5d1c13fc2c7b428f"/>
    <p:sldId xmlns:r="http://schemas.openxmlformats.org/officeDocument/2006/relationships" id="379" r:id="Rae4fae793a3440b0"/>
    <p:sldId xmlns:r="http://schemas.openxmlformats.org/officeDocument/2006/relationships" id="380" r:id="R2a96299462da4d62"/>
    <p:sldId xmlns:r="http://schemas.openxmlformats.org/officeDocument/2006/relationships" id="381" r:id="R3b1d714ac5204f5a"/>
    <p:sldId xmlns:r="http://schemas.openxmlformats.org/officeDocument/2006/relationships" id="382" r:id="Re55f10a382b2469a"/>
    <p:sldId xmlns:r="http://schemas.openxmlformats.org/officeDocument/2006/relationships" id="383" r:id="R938b155ecfe84f1d"/>
    <p:sldId xmlns:r="http://schemas.openxmlformats.org/officeDocument/2006/relationships" id="384" r:id="Rbe59f1d9a45844a6"/>
    <p:sldId xmlns:r="http://schemas.openxmlformats.org/officeDocument/2006/relationships" id="385" r:id="R37483cb7db394181"/>
    <p:sldId xmlns:r="http://schemas.openxmlformats.org/officeDocument/2006/relationships" id="386" r:id="R0f70ec39e9334389"/>
    <p:sldId xmlns:r="http://schemas.openxmlformats.org/officeDocument/2006/relationships" id="387" r:id="Ra1dbf9a950ac4cc9"/>
    <p:sldId xmlns:r="http://schemas.openxmlformats.org/officeDocument/2006/relationships" id="388" r:id="Ra46e1844bb0a4b64"/>
    <p:sldId xmlns:r="http://schemas.openxmlformats.org/officeDocument/2006/relationships" id="389" r:id="R2079021bb20c4ce9"/>
    <p:sldId xmlns:r="http://schemas.openxmlformats.org/officeDocument/2006/relationships" id="390" r:id="R3508f9db8b67438f"/>
    <p:sldId xmlns:r="http://schemas.openxmlformats.org/officeDocument/2006/relationships" id="391" r:id="Rc0e1afe98efb4f27"/>
    <p:sldId xmlns:r="http://schemas.openxmlformats.org/officeDocument/2006/relationships" id="392" r:id="R00c563f01afd436d"/>
    <p:sldId xmlns:r="http://schemas.openxmlformats.org/officeDocument/2006/relationships" id="393" r:id="R6e6f722d4b6a4a90"/>
    <p:sldId xmlns:r="http://schemas.openxmlformats.org/officeDocument/2006/relationships" id="394" r:id="Rd29e068a3c2043f1"/>
    <p:sldId xmlns:r="http://schemas.openxmlformats.org/officeDocument/2006/relationships" id="395" r:id="Rf9847e025ae24f95"/>
    <p:sldId xmlns:r="http://schemas.openxmlformats.org/officeDocument/2006/relationships" id="396" r:id="Re6c5f8536a4a4193"/>
    <p:sldId xmlns:r="http://schemas.openxmlformats.org/officeDocument/2006/relationships" id="397" r:id="R01d983897a9e4aa9"/>
    <p:sldId xmlns:r="http://schemas.openxmlformats.org/officeDocument/2006/relationships" id="398" r:id="R68258f86d06942ef"/>
    <p:sldId xmlns:r="http://schemas.openxmlformats.org/officeDocument/2006/relationships" id="399" r:id="R343a276e2e124695"/>
    <p:sldId xmlns:r="http://schemas.openxmlformats.org/officeDocument/2006/relationships" id="400" r:id="R61cfb59136c34f91"/>
    <p:sldId xmlns:r="http://schemas.openxmlformats.org/officeDocument/2006/relationships" id="401" r:id="R953471fc822e4971"/>
    <p:sldId xmlns:r="http://schemas.openxmlformats.org/officeDocument/2006/relationships" id="402" r:id="Re190351f1d0d4347"/>
    <p:sldId xmlns:r="http://schemas.openxmlformats.org/officeDocument/2006/relationships" id="403" r:id="Rcba1e72ffc9f4158"/>
    <p:sldId xmlns:r="http://schemas.openxmlformats.org/officeDocument/2006/relationships" id="404" r:id="Rfd7178a109af40e0"/>
    <p:sldId xmlns:r="http://schemas.openxmlformats.org/officeDocument/2006/relationships" id="405" r:id="Rdef629b262c5401a"/>
    <p:sldId xmlns:r="http://schemas.openxmlformats.org/officeDocument/2006/relationships" id="406" r:id="Rd3a5dc0541674ca2"/>
    <p:sldId xmlns:r="http://schemas.openxmlformats.org/officeDocument/2006/relationships" id="407" r:id="Rd049662858724235"/>
    <p:sldId xmlns:r="http://schemas.openxmlformats.org/officeDocument/2006/relationships" id="408" r:id="Re9ed48a4453049f2"/>
    <p:sldId xmlns:r="http://schemas.openxmlformats.org/officeDocument/2006/relationships" id="409" r:id="R752e8efad7b942af"/>
    <p:sldId xmlns:r="http://schemas.openxmlformats.org/officeDocument/2006/relationships" id="410" r:id="R319a5a131c674566"/>
    <p:sldId xmlns:r="http://schemas.openxmlformats.org/officeDocument/2006/relationships" id="411" r:id="R46e760f10e9a431f"/>
    <p:sldId xmlns:r="http://schemas.openxmlformats.org/officeDocument/2006/relationships" id="412" r:id="Rca9ca8bebfd2452b"/>
    <p:sldId xmlns:r="http://schemas.openxmlformats.org/officeDocument/2006/relationships" id="413" r:id="Rbda6e84f91f4499d"/>
    <p:sldId xmlns:r="http://schemas.openxmlformats.org/officeDocument/2006/relationships" id="414" r:id="Re61846fb5e164c2d"/>
    <p:sldId xmlns:r="http://schemas.openxmlformats.org/officeDocument/2006/relationships" id="415" r:id="Rb02095303bb94041"/>
    <p:sldId xmlns:r="http://schemas.openxmlformats.org/officeDocument/2006/relationships" id="416" r:id="Re6b632ee47504cdb"/>
    <p:sldId xmlns:r="http://schemas.openxmlformats.org/officeDocument/2006/relationships" id="417" r:id="Racde30dbb7bd4b5a"/>
    <p:sldId xmlns:r="http://schemas.openxmlformats.org/officeDocument/2006/relationships" id="418" r:id="R82dd774bc631458f"/>
    <p:sldId xmlns:r="http://schemas.openxmlformats.org/officeDocument/2006/relationships" id="419" r:id="R5336cca3ec24449c"/>
    <p:sldId xmlns:r="http://schemas.openxmlformats.org/officeDocument/2006/relationships" id="420" r:id="R5d6596bdbfdd441a"/>
    <p:sldId xmlns:r="http://schemas.openxmlformats.org/officeDocument/2006/relationships" id="421" r:id="Rc7c2a9e6a35f4db8"/>
    <p:sldId xmlns:r="http://schemas.openxmlformats.org/officeDocument/2006/relationships" id="422" r:id="Rf052bf22bb5046de"/>
    <p:sldId xmlns:r="http://schemas.openxmlformats.org/officeDocument/2006/relationships" id="423" r:id="Rd8cb741afad747ec"/>
    <p:sldId xmlns:r="http://schemas.openxmlformats.org/officeDocument/2006/relationships" id="424" r:id="Rdf7d37906a544b05"/>
    <p:sldId xmlns:r="http://schemas.openxmlformats.org/officeDocument/2006/relationships" id="425" r:id="R7c119f18ad4945a5"/>
    <p:sldId xmlns:r="http://schemas.openxmlformats.org/officeDocument/2006/relationships" id="426" r:id="Rb76b00efcfb84dfd"/>
    <p:sldId xmlns:r="http://schemas.openxmlformats.org/officeDocument/2006/relationships" id="427" r:id="Rf1e06969dcb442ab"/>
    <p:sldId xmlns:r="http://schemas.openxmlformats.org/officeDocument/2006/relationships" id="428" r:id="R0db52f8097bd423f"/>
    <p:sldId xmlns:r="http://schemas.openxmlformats.org/officeDocument/2006/relationships" id="429" r:id="R4189ad2f811b4d6b"/>
    <p:sldId xmlns:r="http://schemas.openxmlformats.org/officeDocument/2006/relationships" id="430" r:id="R1a54fb5efd064979"/>
    <p:sldId xmlns:r="http://schemas.openxmlformats.org/officeDocument/2006/relationships" id="431" r:id="Rf8700bb94e28435a"/>
    <p:sldId xmlns:r="http://schemas.openxmlformats.org/officeDocument/2006/relationships" id="432" r:id="R9bd8993f231546fb"/>
    <p:sldId xmlns:r="http://schemas.openxmlformats.org/officeDocument/2006/relationships" id="433" r:id="Rdfc740a016be4833"/>
    <p:sldId xmlns:r="http://schemas.openxmlformats.org/officeDocument/2006/relationships" id="434" r:id="R5962fca35ad34f5d"/>
    <p:sldId xmlns:r="http://schemas.openxmlformats.org/officeDocument/2006/relationships" id="435" r:id="R36b4efa929b3431d"/>
    <p:sldId xmlns:r="http://schemas.openxmlformats.org/officeDocument/2006/relationships" id="436" r:id="Rcc08f0c1baff4cb6"/>
    <p:sldId xmlns:r="http://schemas.openxmlformats.org/officeDocument/2006/relationships" id="437" r:id="Rcab6355583eb4a06"/>
    <p:sldId xmlns:r="http://schemas.openxmlformats.org/officeDocument/2006/relationships" id="438" r:id="R27a52873e2d34cfc"/>
    <p:sldId xmlns:r="http://schemas.openxmlformats.org/officeDocument/2006/relationships" id="439" r:id="R72e6ded5f1df4542"/>
    <p:sldId xmlns:r="http://schemas.openxmlformats.org/officeDocument/2006/relationships" id="440" r:id="R195d241b24294927"/>
    <p:sldId xmlns:r="http://schemas.openxmlformats.org/officeDocument/2006/relationships" id="441" r:id="R139a0d0733614918"/>
    <p:sldId xmlns:r="http://schemas.openxmlformats.org/officeDocument/2006/relationships" id="442" r:id="R956248d18a434b43"/>
    <p:sldId xmlns:r="http://schemas.openxmlformats.org/officeDocument/2006/relationships" id="443" r:id="R1a3241155fa7481e"/>
    <p:sldId xmlns:r="http://schemas.openxmlformats.org/officeDocument/2006/relationships" id="444" r:id="Rd3016613fded4d90"/>
    <p:sldId xmlns:r="http://schemas.openxmlformats.org/officeDocument/2006/relationships" id="445" r:id="R2fd0b81dbc254984"/>
    <p:sldId xmlns:r="http://schemas.openxmlformats.org/officeDocument/2006/relationships" id="446" r:id="Rb1ad15fceab24964"/>
    <p:sldId xmlns:r="http://schemas.openxmlformats.org/officeDocument/2006/relationships" id="447" r:id="Rfeb18f0bf05d4302"/>
    <p:sldId xmlns:r="http://schemas.openxmlformats.org/officeDocument/2006/relationships" id="448" r:id="Rc82ed34e9a2d44da"/>
    <p:sldId xmlns:r="http://schemas.openxmlformats.org/officeDocument/2006/relationships" id="449" r:id="R79c4b5365d094f56"/>
    <p:sldId xmlns:r="http://schemas.openxmlformats.org/officeDocument/2006/relationships" id="450" r:id="Rcf9b403b42854458"/>
    <p:sldId xmlns:r="http://schemas.openxmlformats.org/officeDocument/2006/relationships" id="451" r:id="R1bf567119f4e4f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3f3a16f5b4858" /><Relationship Type="http://schemas.openxmlformats.org/officeDocument/2006/relationships/slideMaster" Target="/ppt/slideMasters/slideMaster1.xml" Id="R65fd3c8b525a449f" /><Relationship Type="http://schemas.openxmlformats.org/officeDocument/2006/relationships/notesMaster" Target="/ppt/notesMasters/notesMaster1.xml" Id="Re2fece24baaa4ccb" /><Relationship Type="http://schemas.openxmlformats.org/officeDocument/2006/relationships/presProps" Target="/ppt/presProps.xml" Id="R29bda0cc10ab444b" /><Relationship Type="http://schemas.openxmlformats.org/officeDocument/2006/relationships/tableStyles" Target="/ppt/tableStyles.xml" Id="Rccf5af3546db43f3" /><Relationship Type="http://schemas.openxmlformats.org/officeDocument/2006/relationships/slide" Target="/ppt/slides/slide1.xml" Id="Rdb85207196284b82" /><Relationship Type="http://schemas.openxmlformats.org/officeDocument/2006/relationships/slide" Target="/ppt/slides/slide2.xml" Id="R2b39d5bc23b64fdc" /><Relationship Type="http://schemas.openxmlformats.org/officeDocument/2006/relationships/slide" Target="/ppt/slides/slide3.xml" Id="Rc7510b6069164639" /><Relationship Type="http://schemas.openxmlformats.org/officeDocument/2006/relationships/slide" Target="/ppt/slides/slide4.xml" Id="Re58785c3a6ad48b8" /><Relationship Type="http://schemas.openxmlformats.org/officeDocument/2006/relationships/slide" Target="/ppt/slides/slide5.xml" Id="Rd0ee3fc015204607" /><Relationship Type="http://schemas.openxmlformats.org/officeDocument/2006/relationships/slide" Target="/ppt/slides/slide6.xml" Id="R31c0e60a91374fa3" /><Relationship Type="http://schemas.openxmlformats.org/officeDocument/2006/relationships/slide" Target="/ppt/slides/slide7.xml" Id="Rb9d3109b714440ac" /><Relationship Type="http://schemas.openxmlformats.org/officeDocument/2006/relationships/slide" Target="/ppt/slides/slide8.xml" Id="R270860efd31746d4" /><Relationship Type="http://schemas.openxmlformats.org/officeDocument/2006/relationships/slide" Target="/ppt/slides/slide9.xml" Id="Rc9ec5bc33b7a4f83" /><Relationship Type="http://schemas.openxmlformats.org/officeDocument/2006/relationships/slide" Target="/ppt/slides/slide10.xml" Id="R3b6370d7f8a4443e" /><Relationship Type="http://schemas.openxmlformats.org/officeDocument/2006/relationships/slide" Target="/ppt/slides/slide11.xml" Id="R1a688781a2f645d1" /><Relationship Type="http://schemas.openxmlformats.org/officeDocument/2006/relationships/slide" Target="/ppt/slides/slide12.xml" Id="R2c79c39c4c0f4f52" /><Relationship Type="http://schemas.openxmlformats.org/officeDocument/2006/relationships/slide" Target="/ppt/slides/slide13.xml" Id="R49f9d4d3c7554bab" /><Relationship Type="http://schemas.openxmlformats.org/officeDocument/2006/relationships/slide" Target="/ppt/slides/slide14.xml" Id="Re2cfc7109d854807" /><Relationship Type="http://schemas.openxmlformats.org/officeDocument/2006/relationships/slide" Target="/ppt/slides/slide15.xml" Id="R619654df07bd42c7" /><Relationship Type="http://schemas.openxmlformats.org/officeDocument/2006/relationships/slide" Target="/ppt/slides/slide16.xml" Id="R6284ce2f85f34074" /><Relationship Type="http://schemas.openxmlformats.org/officeDocument/2006/relationships/slide" Target="/ppt/slides/slide17.xml" Id="R73071a6d6cf64629" /><Relationship Type="http://schemas.openxmlformats.org/officeDocument/2006/relationships/slide" Target="/ppt/slides/slide18.xml" Id="Rf4376609276a457b" /><Relationship Type="http://schemas.openxmlformats.org/officeDocument/2006/relationships/slide" Target="/ppt/slides/slide19.xml" Id="Rb231c2a4410c4dc8" /><Relationship Type="http://schemas.openxmlformats.org/officeDocument/2006/relationships/slide" Target="/ppt/slides/slide20.xml" Id="R997bd1aba1d243ad" /><Relationship Type="http://schemas.openxmlformats.org/officeDocument/2006/relationships/slide" Target="/ppt/slides/slide21.xml" Id="Rec1f36b3092f4559" /><Relationship Type="http://schemas.openxmlformats.org/officeDocument/2006/relationships/slide" Target="/ppt/slides/slide22.xml" Id="R1647fefc7d3344fa" /><Relationship Type="http://schemas.openxmlformats.org/officeDocument/2006/relationships/slide" Target="/ppt/slides/slide23.xml" Id="R8e5d8bac2b7c40be" /><Relationship Type="http://schemas.openxmlformats.org/officeDocument/2006/relationships/slide" Target="/ppt/slides/slide24.xml" Id="Ree402850fec547bd" /><Relationship Type="http://schemas.openxmlformats.org/officeDocument/2006/relationships/slide" Target="/ppt/slides/slide25.xml" Id="Raf37041981f24af7" /><Relationship Type="http://schemas.openxmlformats.org/officeDocument/2006/relationships/slide" Target="/ppt/slides/slide26.xml" Id="R62e3d21e062d49da" /><Relationship Type="http://schemas.openxmlformats.org/officeDocument/2006/relationships/slide" Target="/ppt/slides/slide27.xml" Id="R687788eb854c40bb" /><Relationship Type="http://schemas.openxmlformats.org/officeDocument/2006/relationships/slide" Target="/ppt/slides/slide28.xml" Id="R79710ebeadd74460" /><Relationship Type="http://schemas.openxmlformats.org/officeDocument/2006/relationships/slide" Target="/ppt/slides/slide29.xml" Id="R341531b8701d438a" /><Relationship Type="http://schemas.openxmlformats.org/officeDocument/2006/relationships/slide" Target="/ppt/slides/slide30.xml" Id="R8f0a9e63aa2345a7" /><Relationship Type="http://schemas.openxmlformats.org/officeDocument/2006/relationships/slide" Target="/ppt/slides/slide31.xml" Id="R8da370cf1d7e409b" /><Relationship Type="http://schemas.openxmlformats.org/officeDocument/2006/relationships/slide" Target="/ppt/slides/slide32.xml" Id="R3c0e4e2699704501" /><Relationship Type="http://schemas.openxmlformats.org/officeDocument/2006/relationships/slide" Target="/ppt/slides/slide33.xml" Id="R2db0644297ae4721" /><Relationship Type="http://schemas.openxmlformats.org/officeDocument/2006/relationships/slide" Target="/ppt/slides/slide34.xml" Id="Rd5cecd1d3e7d460c" /><Relationship Type="http://schemas.openxmlformats.org/officeDocument/2006/relationships/slide" Target="/ppt/slides/slide35.xml" Id="Re823a2e8c9e845e7" /><Relationship Type="http://schemas.openxmlformats.org/officeDocument/2006/relationships/slide" Target="/ppt/slides/slide36.xml" Id="Rbd56dad0868c4f9e" /><Relationship Type="http://schemas.openxmlformats.org/officeDocument/2006/relationships/slide" Target="/ppt/slides/slide37.xml" Id="R4222fbc25e924acd" /><Relationship Type="http://schemas.openxmlformats.org/officeDocument/2006/relationships/slide" Target="/ppt/slides/slide38.xml" Id="R683b9244266c4372" /><Relationship Type="http://schemas.openxmlformats.org/officeDocument/2006/relationships/slide" Target="/ppt/slides/slide39.xml" Id="R3e9051395636495e" /><Relationship Type="http://schemas.openxmlformats.org/officeDocument/2006/relationships/slide" Target="/ppt/slides/slide40.xml" Id="R54fb0046a1b942f5" /><Relationship Type="http://schemas.openxmlformats.org/officeDocument/2006/relationships/slide" Target="/ppt/slides/slide41.xml" Id="R290c1fcb32964c2f" /><Relationship Type="http://schemas.openxmlformats.org/officeDocument/2006/relationships/slide" Target="/ppt/slides/slide42.xml" Id="R780bffcaf7194174" /><Relationship Type="http://schemas.openxmlformats.org/officeDocument/2006/relationships/slide" Target="/ppt/slides/slide43.xml" Id="R5fe0b5a2177a4895" /><Relationship Type="http://schemas.openxmlformats.org/officeDocument/2006/relationships/slide" Target="/ppt/slides/slide44.xml" Id="Rc98be71edf8c4f19" /><Relationship Type="http://schemas.openxmlformats.org/officeDocument/2006/relationships/slide" Target="/ppt/slides/slide45.xml" Id="R7a614d0cd31b41bb" /><Relationship Type="http://schemas.openxmlformats.org/officeDocument/2006/relationships/slide" Target="/ppt/slides/slide46.xml" Id="R9a51202336d44e96" /><Relationship Type="http://schemas.openxmlformats.org/officeDocument/2006/relationships/slide" Target="/ppt/slides/slide47.xml" Id="Rab6c01d2b7de4b8f" /><Relationship Type="http://schemas.openxmlformats.org/officeDocument/2006/relationships/slide" Target="/ppt/slides/slide48.xml" Id="R99e6847a52eb4ae8" /><Relationship Type="http://schemas.openxmlformats.org/officeDocument/2006/relationships/slide" Target="/ppt/slides/slide49.xml" Id="R3a8b1582ccd9469b" /><Relationship Type="http://schemas.openxmlformats.org/officeDocument/2006/relationships/slide" Target="/ppt/slides/slide50.xml" Id="R367af727392a4b00" /><Relationship Type="http://schemas.openxmlformats.org/officeDocument/2006/relationships/slide" Target="/ppt/slides/slide51.xml" Id="R7b0ed8ee74034095" /><Relationship Type="http://schemas.openxmlformats.org/officeDocument/2006/relationships/slide" Target="/ppt/slides/slide52.xml" Id="Ra746527a0ecf4ade" /><Relationship Type="http://schemas.openxmlformats.org/officeDocument/2006/relationships/slide" Target="/ppt/slides/slide53.xml" Id="Rf508749c8aaf4243" /><Relationship Type="http://schemas.openxmlformats.org/officeDocument/2006/relationships/slide" Target="/ppt/slides/slide54.xml" Id="R70f021522f9c4b6d" /><Relationship Type="http://schemas.openxmlformats.org/officeDocument/2006/relationships/slide" Target="/ppt/slides/slide55.xml" Id="R794acab1adcf42bd" /><Relationship Type="http://schemas.openxmlformats.org/officeDocument/2006/relationships/slide" Target="/ppt/slides/slide56.xml" Id="R405d1043de974863" /><Relationship Type="http://schemas.openxmlformats.org/officeDocument/2006/relationships/slide" Target="/ppt/slides/slide57.xml" Id="R4b3d856e2be64eef" /><Relationship Type="http://schemas.openxmlformats.org/officeDocument/2006/relationships/slide" Target="/ppt/slides/slide58.xml" Id="R293cf4de4b7c4b89" /><Relationship Type="http://schemas.openxmlformats.org/officeDocument/2006/relationships/slide" Target="/ppt/slides/slide59.xml" Id="Re7511858063d4297" /><Relationship Type="http://schemas.openxmlformats.org/officeDocument/2006/relationships/slide" Target="/ppt/slides/slide60.xml" Id="R52827df8343e424e" /><Relationship Type="http://schemas.openxmlformats.org/officeDocument/2006/relationships/slide" Target="/ppt/slides/slide61.xml" Id="R27272d689f3c4606" /><Relationship Type="http://schemas.openxmlformats.org/officeDocument/2006/relationships/slide" Target="/ppt/slides/slide62.xml" Id="Rd85fc5200d854392" /><Relationship Type="http://schemas.openxmlformats.org/officeDocument/2006/relationships/slide" Target="/ppt/slides/slide63.xml" Id="R0620f18eb5c144e0" /><Relationship Type="http://schemas.openxmlformats.org/officeDocument/2006/relationships/slide" Target="/ppt/slides/slide64.xml" Id="Rbebd2923247f442d" /><Relationship Type="http://schemas.openxmlformats.org/officeDocument/2006/relationships/slide" Target="/ppt/slides/slide65.xml" Id="R63385ba47f8e4cca" /><Relationship Type="http://schemas.openxmlformats.org/officeDocument/2006/relationships/slide" Target="/ppt/slides/slide66.xml" Id="R5e5647e2b04141b7" /><Relationship Type="http://schemas.openxmlformats.org/officeDocument/2006/relationships/slide" Target="/ppt/slides/slide67.xml" Id="R9e85c144c2514473" /><Relationship Type="http://schemas.openxmlformats.org/officeDocument/2006/relationships/slide" Target="/ppt/slides/slide68.xml" Id="R91ce6976a4214cfe" /><Relationship Type="http://schemas.openxmlformats.org/officeDocument/2006/relationships/slide" Target="/ppt/slides/slide69.xml" Id="R894d1e45b9aa472b" /><Relationship Type="http://schemas.openxmlformats.org/officeDocument/2006/relationships/slide" Target="/ppt/slides/slide70.xml" Id="Ref0e7fb1dbf74fb8" /><Relationship Type="http://schemas.openxmlformats.org/officeDocument/2006/relationships/slide" Target="/ppt/slides/slide71.xml" Id="R1769e34470814f34" /><Relationship Type="http://schemas.openxmlformats.org/officeDocument/2006/relationships/slide" Target="/ppt/slides/slide72.xml" Id="R346065e9e8bc481b" /><Relationship Type="http://schemas.openxmlformats.org/officeDocument/2006/relationships/slide" Target="/ppt/slides/slide73.xml" Id="R73f0241fe997461b" /><Relationship Type="http://schemas.openxmlformats.org/officeDocument/2006/relationships/slide" Target="/ppt/slides/slide74.xml" Id="R30b5c443caa248cc" /><Relationship Type="http://schemas.openxmlformats.org/officeDocument/2006/relationships/slide" Target="/ppt/slides/slide75.xml" Id="R0cdec45541154804" /><Relationship Type="http://schemas.openxmlformats.org/officeDocument/2006/relationships/slide" Target="/ppt/slides/slide76.xml" Id="R7cd54dba67814369" /><Relationship Type="http://schemas.openxmlformats.org/officeDocument/2006/relationships/slide" Target="/ppt/slides/slide77.xml" Id="R20176768a70e42a5" /><Relationship Type="http://schemas.openxmlformats.org/officeDocument/2006/relationships/slide" Target="/ppt/slides/slide78.xml" Id="R4b8526351630431b" /><Relationship Type="http://schemas.openxmlformats.org/officeDocument/2006/relationships/slide" Target="/ppt/slides/slide79.xml" Id="R41ce29b173a34a74" /><Relationship Type="http://schemas.openxmlformats.org/officeDocument/2006/relationships/slide" Target="/ppt/slides/slide80.xml" Id="R09961af1855d4173" /><Relationship Type="http://schemas.openxmlformats.org/officeDocument/2006/relationships/slide" Target="/ppt/slides/slide81.xml" Id="Reca6f39cc8ba4eb6" /><Relationship Type="http://schemas.openxmlformats.org/officeDocument/2006/relationships/slide" Target="/ppt/slides/slide82.xml" Id="R2ddf0129b48946b9" /><Relationship Type="http://schemas.openxmlformats.org/officeDocument/2006/relationships/slide" Target="/ppt/slides/slide83.xml" Id="R6cb3759c5b884b1d" /><Relationship Type="http://schemas.openxmlformats.org/officeDocument/2006/relationships/slide" Target="/ppt/slides/slide84.xml" Id="R74fa87a4cdba41dd" /><Relationship Type="http://schemas.openxmlformats.org/officeDocument/2006/relationships/slide" Target="/ppt/slides/slide85.xml" Id="R2e7fb5b4a18e4687" /><Relationship Type="http://schemas.openxmlformats.org/officeDocument/2006/relationships/slide" Target="/ppt/slides/slide86.xml" Id="R9a8aa63aa25d4d3a" /><Relationship Type="http://schemas.openxmlformats.org/officeDocument/2006/relationships/slide" Target="/ppt/slides/slide87.xml" Id="R95837a01a31a481d" /><Relationship Type="http://schemas.openxmlformats.org/officeDocument/2006/relationships/slide" Target="/ppt/slides/slide88.xml" Id="Rbcbcdc765fad488a" /><Relationship Type="http://schemas.openxmlformats.org/officeDocument/2006/relationships/slide" Target="/ppt/slides/slide89.xml" Id="Rd87a511d0eb94ff3" /><Relationship Type="http://schemas.openxmlformats.org/officeDocument/2006/relationships/slide" Target="/ppt/slides/slide90.xml" Id="R0dc45b729e314f1f" /><Relationship Type="http://schemas.openxmlformats.org/officeDocument/2006/relationships/slide" Target="/ppt/slides/slide91.xml" Id="R7d36005df5074cd7" /><Relationship Type="http://schemas.openxmlformats.org/officeDocument/2006/relationships/slide" Target="/ppt/slides/slide92.xml" Id="R1ddd9545ee7b4f4e" /><Relationship Type="http://schemas.openxmlformats.org/officeDocument/2006/relationships/slide" Target="/ppt/slides/slide93.xml" Id="R7a6ab9d7c38f4899" /><Relationship Type="http://schemas.openxmlformats.org/officeDocument/2006/relationships/slide" Target="/ppt/slides/slide94.xml" Id="Rac9210b81bf94e5f" /><Relationship Type="http://schemas.openxmlformats.org/officeDocument/2006/relationships/slide" Target="/ppt/slides/slide95.xml" Id="R1070a86abdcb4522" /><Relationship Type="http://schemas.openxmlformats.org/officeDocument/2006/relationships/slide" Target="/ppt/slides/slide96.xml" Id="Rec2354c989194982" /><Relationship Type="http://schemas.openxmlformats.org/officeDocument/2006/relationships/slide" Target="/ppt/slides/slide97.xml" Id="R95e3e5603fe14a1b" /><Relationship Type="http://schemas.openxmlformats.org/officeDocument/2006/relationships/slide" Target="/ppt/slides/slide98.xml" Id="R21140d870625465e" /><Relationship Type="http://schemas.openxmlformats.org/officeDocument/2006/relationships/slide" Target="/ppt/slides/slide99.xml" Id="R9090b99689d94c64" /><Relationship Type="http://schemas.openxmlformats.org/officeDocument/2006/relationships/slide" Target="/ppt/slides/slide100.xml" Id="Rb9ea79bec2264bae" /><Relationship Type="http://schemas.openxmlformats.org/officeDocument/2006/relationships/slide" Target="/ppt/slides/slide101.xml" Id="R8bc5715b25394a35" /><Relationship Type="http://schemas.openxmlformats.org/officeDocument/2006/relationships/slide" Target="/ppt/slides/slide102.xml" Id="R9aa6761fcd6f45a9" /><Relationship Type="http://schemas.openxmlformats.org/officeDocument/2006/relationships/slide" Target="/ppt/slides/slide103.xml" Id="R7d743b9b312f403c" /><Relationship Type="http://schemas.openxmlformats.org/officeDocument/2006/relationships/slide" Target="/ppt/slides/slide104.xml" Id="R2279b20ac0db4002" /><Relationship Type="http://schemas.openxmlformats.org/officeDocument/2006/relationships/slide" Target="/ppt/slides/slide105.xml" Id="R8a4899f6c88e4e91" /><Relationship Type="http://schemas.openxmlformats.org/officeDocument/2006/relationships/slide" Target="/ppt/slides/slide106.xml" Id="R6cc6e6fc252d4394" /><Relationship Type="http://schemas.openxmlformats.org/officeDocument/2006/relationships/slide" Target="/ppt/slides/slide107.xml" Id="R8a65db87664a4018" /><Relationship Type="http://schemas.openxmlformats.org/officeDocument/2006/relationships/slide" Target="/ppt/slides/slide108.xml" Id="R76c32c9b603c49eb" /><Relationship Type="http://schemas.openxmlformats.org/officeDocument/2006/relationships/slide" Target="/ppt/slides/slide109.xml" Id="R29949d956190484d" /><Relationship Type="http://schemas.openxmlformats.org/officeDocument/2006/relationships/slide" Target="/ppt/slides/slide110.xml" Id="Rafd7a09dce0244a6" /><Relationship Type="http://schemas.openxmlformats.org/officeDocument/2006/relationships/slide" Target="/ppt/slides/slide111.xml" Id="R5871557abbc64839" /><Relationship Type="http://schemas.openxmlformats.org/officeDocument/2006/relationships/slide" Target="/ppt/slides/slide112.xml" Id="R91ec8712686f4ef6" /><Relationship Type="http://schemas.openxmlformats.org/officeDocument/2006/relationships/slide" Target="/ppt/slides/slide113.xml" Id="R6937a39df1ad4b48" /><Relationship Type="http://schemas.openxmlformats.org/officeDocument/2006/relationships/slide" Target="/ppt/slides/slide114.xml" Id="R31c532b4027141b0" /><Relationship Type="http://schemas.openxmlformats.org/officeDocument/2006/relationships/slide" Target="/ppt/slides/slide115.xml" Id="R954671f62b1b47d0" /><Relationship Type="http://schemas.openxmlformats.org/officeDocument/2006/relationships/slide" Target="/ppt/slides/slide116.xml" Id="Ra097135a67774f4e" /><Relationship Type="http://schemas.openxmlformats.org/officeDocument/2006/relationships/slide" Target="/ppt/slides/slide117.xml" Id="R5c206eccc81b4999" /><Relationship Type="http://schemas.openxmlformats.org/officeDocument/2006/relationships/slide" Target="/ppt/slides/slide118.xml" Id="R8e4a3097098e482d" /><Relationship Type="http://schemas.openxmlformats.org/officeDocument/2006/relationships/slide" Target="/ppt/slides/slide119.xml" Id="Re1bc449226554896" /><Relationship Type="http://schemas.openxmlformats.org/officeDocument/2006/relationships/slide" Target="/ppt/slides/slide120.xml" Id="Ra5ebff9b0ecf44fb" /><Relationship Type="http://schemas.openxmlformats.org/officeDocument/2006/relationships/slide" Target="/ppt/slides/slide121.xml" Id="R69e09f721f4244c7" /><Relationship Type="http://schemas.openxmlformats.org/officeDocument/2006/relationships/slide" Target="/ppt/slides/slide122.xml" Id="R4bddb7288fb34eeb" /><Relationship Type="http://schemas.openxmlformats.org/officeDocument/2006/relationships/slide" Target="/ppt/slides/slide123.xml" Id="R5d1c13fc2c7b428f" /><Relationship Type="http://schemas.openxmlformats.org/officeDocument/2006/relationships/slide" Target="/ppt/slides/slide124.xml" Id="Rae4fae793a3440b0" /><Relationship Type="http://schemas.openxmlformats.org/officeDocument/2006/relationships/slide" Target="/ppt/slides/slide125.xml" Id="R2a96299462da4d62" /><Relationship Type="http://schemas.openxmlformats.org/officeDocument/2006/relationships/slide" Target="/ppt/slides/slide126.xml" Id="R3b1d714ac5204f5a" /><Relationship Type="http://schemas.openxmlformats.org/officeDocument/2006/relationships/slide" Target="/ppt/slides/slide127.xml" Id="Re55f10a382b2469a" /><Relationship Type="http://schemas.openxmlformats.org/officeDocument/2006/relationships/slide" Target="/ppt/slides/slide128.xml" Id="R938b155ecfe84f1d" /><Relationship Type="http://schemas.openxmlformats.org/officeDocument/2006/relationships/slide" Target="/ppt/slides/slide129.xml" Id="Rbe59f1d9a45844a6" /><Relationship Type="http://schemas.openxmlformats.org/officeDocument/2006/relationships/slide" Target="/ppt/slides/slide130.xml" Id="R37483cb7db394181" /><Relationship Type="http://schemas.openxmlformats.org/officeDocument/2006/relationships/slide" Target="/ppt/slides/slide131.xml" Id="R0f70ec39e9334389" /><Relationship Type="http://schemas.openxmlformats.org/officeDocument/2006/relationships/slide" Target="/ppt/slides/slide132.xml" Id="Ra1dbf9a950ac4cc9" /><Relationship Type="http://schemas.openxmlformats.org/officeDocument/2006/relationships/slide" Target="/ppt/slides/slide133.xml" Id="Ra46e1844bb0a4b64" /><Relationship Type="http://schemas.openxmlformats.org/officeDocument/2006/relationships/slide" Target="/ppt/slides/slide134.xml" Id="R2079021bb20c4ce9" /><Relationship Type="http://schemas.openxmlformats.org/officeDocument/2006/relationships/slide" Target="/ppt/slides/slide135.xml" Id="R3508f9db8b67438f" /><Relationship Type="http://schemas.openxmlformats.org/officeDocument/2006/relationships/slide" Target="/ppt/slides/slide136.xml" Id="Rc0e1afe98efb4f27" /><Relationship Type="http://schemas.openxmlformats.org/officeDocument/2006/relationships/slide" Target="/ppt/slides/slide137.xml" Id="R00c563f01afd436d" /><Relationship Type="http://schemas.openxmlformats.org/officeDocument/2006/relationships/slide" Target="/ppt/slides/slide138.xml" Id="R6e6f722d4b6a4a90" /><Relationship Type="http://schemas.openxmlformats.org/officeDocument/2006/relationships/slide" Target="/ppt/slides/slide139.xml" Id="Rd29e068a3c2043f1" /><Relationship Type="http://schemas.openxmlformats.org/officeDocument/2006/relationships/slide" Target="/ppt/slides/slide140.xml" Id="Rf9847e025ae24f95" /><Relationship Type="http://schemas.openxmlformats.org/officeDocument/2006/relationships/slide" Target="/ppt/slides/slide141.xml" Id="Re6c5f8536a4a4193" /><Relationship Type="http://schemas.openxmlformats.org/officeDocument/2006/relationships/slide" Target="/ppt/slides/slide142.xml" Id="R01d983897a9e4aa9" /><Relationship Type="http://schemas.openxmlformats.org/officeDocument/2006/relationships/slide" Target="/ppt/slides/slide143.xml" Id="R68258f86d06942ef" /><Relationship Type="http://schemas.openxmlformats.org/officeDocument/2006/relationships/slide" Target="/ppt/slides/slide144.xml" Id="R343a276e2e124695" /><Relationship Type="http://schemas.openxmlformats.org/officeDocument/2006/relationships/slide" Target="/ppt/slides/slide145.xml" Id="R61cfb59136c34f91" /><Relationship Type="http://schemas.openxmlformats.org/officeDocument/2006/relationships/slide" Target="/ppt/slides/slide146.xml" Id="R953471fc822e4971" /><Relationship Type="http://schemas.openxmlformats.org/officeDocument/2006/relationships/slide" Target="/ppt/slides/slide147.xml" Id="Re190351f1d0d4347" /><Relationship Type="http://schemas.openxmlformats.org/officeDocument/2006/relationships/slide" Target="/ppt/slides/slide148.xml" Id="Rcba1e72ffc9f4158" /><Relationship Type="http://schemas.openxmlformats.org/officeDocument/2006/relationships/slide" Target="/ppt/slides/slide149.xml" Id="Rfd7178a109af40e0" /><Relationship Type="http://schemas.openxmlformats.org/officeDocument/2006/relationships/slide" Target="/ppt/slides/slide150.xml" Id="Rdef629b262c5401a" /><Relationship Type="http://schemas.openxmlformats.org/officeDocument/2006/relationships/slide" Target="/ppt/slides/slide151.xml" Id="Rd3a5dc0541674ca2" /><Relationship Type="http://schemas.openxmlformats.org/officeDocument/2006/relationships/slide" Target="/ppt/slides/slide152.xml" Id="Rd049662858724235" /><Relationship Type="http://schemas.openxmlformats.org/officeDocument/2006/relationships/slide" Target="/ppt/slides/slide153.xml" Id="Re9ed48a4453049f2" /><Relationship Type="http://schemas.openxmlformats.org/officeDocument/2006/relationships/slide" Target="/ppt/slides/slide154.xml" Id="R752e8efad7b942af" /><Relationship Type="http://schemas.openxmlformats.org/officeDocument/2006/relationships/slide" Target="/ppt/slides/slide155.xml" Id="R319a5a131c674566" /><Relationship Type="http://schemas.openxmlformats.org/officeDocument/2006/relationships/slide" Target="/ppt/slides/slide156.xml" Id="R46e760f10e9a431f" /><Relationship Type="http://schemas.openxmlformats.org/officeDocument/2006/relationships/slide" Target="/ppt/slides/slide157.xml" Id="Rca9ca8bebfd2452b" /><Relationship Type="http://schemas.openxmlformats.org/officeDocument/2006/relationships/slide" Target="/ppt/slides/slide158.xml" Id="Rbda6e84f91f4499d" /><Relationship Type="http://schemas.openxmlformats.org/officeDocument/2006/relationships/slide" Target="/ppt/slides/slide159.xml" Id="Re61846fb5e164c2d" /><Relationship Type="http://schemas.openxmlformats.org/officeDocument/2006/relationships/slide" Target="/ppt/slides/slide160.xml" Id="Rb02095303bb94041" /><Relationship Type="http://schemas.openxmlformats.org/officeDocument/2006/relationships/slide" Target="/ppt/slides/slide161.xml" Id="Re6b632ee47504cdb" /><Relationship Type="http://schemas.openxmlformats.org/officeDocument/2006/relationships/slide" Target="/ppt/slides/slide162.xml" Id="Racde30dbb7bd4b5a" /><Relationship Type="http://schemas.openxmlformats.org/officeDocument/2006/relationships/slide" Target="/ppt/slides/slide163.xml" Id="R82dd774bc631458f" /><Relationship Type="http://schemas.openxmlformats.org/officeDocument/2006/relationships/slide" Target="/ppt/slides/slide164.xml" Id="R5336cca3ec24449c" /><Relationship Type="http://schemas.openxmlformats.org/officeDocument/2006/relationships/slide" Target="/ppt/slides/slide165.xml" Id="R5d6596bdbfdd441a" /><Relationship Type="http://schemas.openxmlformats.org/officeDocument/2006/relationships/slide" Target="/ppt/slides/slide166.xml" Id="Rc7c2a9e6a35f4db8" /><Relationship Type="http://schemas.openxmlformats.org/officeDocument/2006/relationships/slide" Target="/ppt/slides/slide167.xml" Id="Rf052bf22bb5046de" /><Relationship Type="http://schemas.openxmlformats.org/officeDocument/2006/relationships/slide" Target="/ppt/slides/slide168.xml" Id="Rd8cb741afad747ec" /><Relationship Type="http://schemas.openxmlformats.org/officeDocument/2006/relationships/slide" Target="/ppt/slides/slide169.xml" Id="Rdf7d37906a544b05" /><Relationship Type="http://schemas.openxmlformats.org/officeDocument/2006/relationships/slide" Target="/ppt/slides/slide170.xml" Id="R7c119f18ad4945a5" /><Relationship Type="http://schemas.openxmlformats.org/officeDocument/2006/relationships/slide" Target="/ppt/slides/slide171.xml" Id="Rb76b00efcfb84dfd" /><Relationship Type="http://schemas.openxmlformats.org/officeDocument/2006/relationships/slide" Target="/ppt/slides/slide172.xml" Id="Rf1e06969dcb442ab" /><Relationship Type="http://schemas.openxmlformats.org/officeDocument/2006/relationships/slide" Target="/ppt/slides/slide173.xml" Id="R0db52f8097bd423f" /><Relationship Type="http://schemas.openxmlformats.org/officeDocument/2006/relationships/slide" Target="/ppt/slides/slide174.xml" Id="R4189ad2f811b4d6b" /><Relationship Type="http://schemas.openxmlformats.org/officeDocument/2006/relationships/slide" Target="/ppt/slides/slide175.xml" Id="R1a54fb5efd064979" /><Relationship Type="http://schemas.openxmlformats.org/officeDocument/2006/relationships/slide" Target="/ppt/slides/slide176.xml" Id="Rf8700bb94e28435a" /><Relationship Type="http://schemas.openxmlformats.org/officeDocument/2006/relationships/slide" Target="/ppt/slides/slide177.xml" Id="R9bd8993f231546fb" /><Relationship Type="http://schemas.openxmlformats.org/officeDocument/2006/relationships/slide" Target="/ppt/slides/slide178.xml" Id="Rdfc740a016be4833" /><Relationship Type="http://schemas.openxmlformats.org/officeDocument/2006/relationships/slide" Target="/ppt/slides/slide179.xml" Id="R5962fca35ad34f5d" /><Relationship Type="http://schemas.openxmlformats.org/officeDocument/2006/relationships/slide" Target="/ppt/slides/slide180.xml" Id="R36b4efa929b3431d" /><Relationship Type="http://schemas.openxmlformats.org/officeDocument/2006/relationships/slide" Target="/ppt/slides/slide181.xml" Id="Rcc08f0c1baff4cb6" /><Relationship Type="http://schemas.openxmlformats.org/officeDocument/2006/relationships/slide" Target="/ppt/slides/slide182.xml" Id="Rcab6355583eb4a06" /><Relationship Type="http://schemas.openxmlformats.org/officeDocument/2006/relationships/slide" Target="/ppt/slides/slide183.xml" Id="R27a52873e2d34cfc" /><Relationship Type="http://schemas.openxmlformats.org/officeDocument/2006/relationships/slide" Target="/ppt/slides/slide184.xml" Id="R72e6ded5f1df4542" /><Relationship Type="http://schemas.openxmlformats.org/officeDocument/2006/relationships/slide" Target="/ppt/slides/slide185.xml" Id="R195d241b24294927" /><Relationship Type="http://schemas.openxmlformats.org/officeDocument/2006/relationships/slide" Target="/ppt/slides/slide186.xml" Id="R139a0d0733614918" /><Relationship Type="http://schemas.openxmlformats.org/officeDocument/2006/relationships/slide" Target="/ppt/slides/slide187.xml" Id="R956248d18a434b43" /><Relationship Type="http://schemas.openxmlformats.org/officeDocument/2006/relationships/slide" Target="/ppt/slides/slide188.xml" Id="R1a3241155fa7481e" /><Relationship Type="http://schemas.openxmlformats.org/officeDocument/2006/relationships/slide" Target="/ppt/slides/slide189.xml" Id="Rd3016613fded4d90" /><Relationship Type="http://schemas.openxmlformats.org/officeDocument/2006/relationships/slide" Target="/ppt/slides/slide190.xml" Id="R2fd0b81dbc254984" /><Relationship Type="http://schemas.openxmlformats.org/officeDocument/2006/relationships/slide" Target="/ppt/slides/slide191.xml" Id="Rb1ad15fceab24964" /><Relationship Type="http://schemas.openxmlformats.org/officeDocument/2006/relationships/slide" Target="/ppt/slides/slide192.xml" Id="Rfeb18f0bf05d4302" /><Relationship Type="http://schemas.openxmlformats.org/officeDocument/2006/relationships/slide" Target="/ppt/slides/slide193.xml" Id="Rc82ed34e9a2d44da" /><Relationship Type="http://schemas.openxmlformats.org/officeDocument/2006/relationships/slide" Target="/ppt/slides/slide194.xml" Id="R79c4b5365d094f56" /><Relationship Type="http://schemas.openxmlformats.org/officeDocument/2006/relationships/slide" Target="/ppt/slides/slide195.xml" Id="Rcf9b403b42854458" /><Relationship Type="http://schemas.openxmlformats.org/officeDocument/2006/relationships/slide" Target="/ppt/slides/slide196.xml" Id="R1bf567119f4e4f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4fa2bc8f0043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3770ff99b44b37" /><Relationship Type="http://schemas.openxmlformats.org/officeDocument/2006/relationships/notesMaster" Target="/ppt/notesMasters/notesMaster1.xml" Id="R7c55a08a654f46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227c37475c475b" /><Relationship Type="http://schemas.openxmlformats.org/officeDocument/2006/relationships/notesMaster" Target="/ppt/notesMasters/notesMaster1.xml" Id="R4adb9df2822a4c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100af930384463" /><Relationship Type="http://schemas.openxmlformats.org/officeDocument/2006/relationships/notesMaster" Target="/ppt/notesMasters/notesMaster1.xml" Id="Ra5243fd0ef514d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217bb9767e443c" /><Relationship Type="http://schemas.openxmlformats.org/officeDocument/2006/relationships/notesMaster" Target="/ppt/notesMasters/notesMaster1.xml" Id="Rd901951682d643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0b5dc6baf24d50" /><Relationship Type="http://schemas.openxmlformats.org/officeDocument/2006/relationships/notesMaster" Target="/ppt/notesMasters/notesMaster1.xml" Id="R84770b33f8d5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360ecbf0084ebc" /><Relationship Type="http://schemas.openxmlformats.org/officeDocument/2006/relationships/notesMaster" Target="/ppt/notesMasters/notesMaster1.xml" Id="R87bcbf31052e4c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43d59f6514426" /><Relationship Type="http://schemas.openxmlformats.org/officeDocument/2006/relationships/notesMaster" Target="/ppt/notesMasters/notesMaster1.xml" Id="Rf304ab5471354c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95431e68354c16" /><Relationship Type="http://schemas.openxmlformats.org/officeDocument/2006/relationships/notesMaster" Target="/ppt/notesMasters/notesMaster1.xml" Id="R4546a8fef5ca41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a52268d27044ec" /><Relationship Type="http://schemas.openxmlformats.org/officeDocument/2006/relationships/notesMaster" Target="/ppt/notesMasters/notesMaster1.xml" Id="R978266e504e044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ace9e844e4ae9" /><Relationship Type="http://schemas.openxmlformats.org/officeDocument/2006/relationships/notesMaster" Target="/ppt/notesMasters/notesMaster1.xml" Id="R1fff5d983c5944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cd43ea078c4838" /><Relationship Type="http://schemas.openxmlformats.org/officeDocument/2006/relationships/notesMaster" Target="/ppt/notesMasters/notesMaster1.xml" Id="Rb5c645b73f5c45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7de67bd4af4a9e" /><Relationship Type="http://schemas.openxmlformats.org/officeDocument/2006/relationships/notesMaster" Target="/ppt/notesMasters/notesMaster1.xml" Id="Ra629ecc0366a4a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b349c20c7f4308" /><Relationship Type="http://schemas.openxmlformats.org/officeDocument/2006/relationships/notesMaster" Target="/ppt/notesMasters/notesMaster1.xml" Id="Rf401ff1051514a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7f2072fc064564" /><Relationship Type="http://schemas.openxmlformats.org/officeDocument/2006/relationships/notesMaster" Target="/ppt/notesMasters/notesMaster1.xml" Id="R28e51c50b34644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b1e016f0064b92" /><Relationship Type="http://schemas.openxmlformats.org/officeDocument/2006/relationships/notesMaster" Target="/ppt/notesMasters/notesMaster1.xml" Id="R568d612005f24b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ba952ed42a4849" /><Relationship Type="http://schemas.openxmlformats.org/officeDocument/2006/relationships/notesMaster" Target="/ppt/notesMasters/notesMaster1.xml" Id="R60799899685749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9bbceedede454a" /><Relationship Type="http://schemas.openxmlformats.org/officeDocument/2006/relationships/notesMaster" Target="/ppt/notesMasters/notesMaster1.xml" Id="R9b580578194942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e8e9ae8fe1e4f83" /><Relationship Type="http://schemas.openxmlformats.org/officeDocument/2006/relationships/notesMaster" Target="/ppt/notesMasters/notesMaster1.xml" Id="R762a13addc594c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154d0655e174efa" /><Relationship Type="http://schemas.openxmlformats.org/officeDocument/2006/relationships/notesMaster" Target="/ppt/notesMasters/notesMaster1.xml" Id="Rcd45492f1818420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162d1bce434444" /><Relationship Type="http://schemas.openxmlformats.org/officeDocument/2006/relationships/notesMaster" Target="/ppt/notesMasters/notesMaster1.xml" Id="Rb2e6ba695654454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03125d3c5e64df3" /><Relationship Type="http://schemas.openxmlformats.org/officeDocument/2006/relationships/notesMaster" Target="/ppt/notesMasters/notesMaster1.xml" Id="Rd91083f3c6ac41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642e4004ed64a1e" /><Relationship Type="http://schemas.openxmlformats.org/officeDocument/2006/relationships/notesMaster" Target="/ppt/notesMasters/notesMaster1.xml" Id="R1aa7db65c4394ec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c156380801469e" /><Relationship Type="http://schemas.openxmlformats.org/officeDocument/2006/relationships/notesMaster" Target="/ppt/notesMasters/notesMaster1.xml" Id="Rf3ecbf27b0e648b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53b2d7c63d4eea" /><Relationship Type="http://schemas.openxmlformats.org/officeDocument/2006/relationships/notesMaster" Target="/ppt/notesMasters/notesMaster1.xml" Id="R18901cf758864f5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3bba96fad74a83" /><Relationship Type="http://schemas.openxmlformats.org/officeDocument/2006/relationships/notesMaster" Target="/ppt/notesMasters/notesMaster1.xml" Id="R13d002e55d7b49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85c082e4334aed" /><Relationship Type="http://schemas.openxmlformats.org/officeDocument/2006/relationships/notesMaster" Target="/ppt/notesMasters/notesMaster1.xml" Id="Rc0aaa6183e704c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0251f6e240742fc" /><Relationship Type="http://schemas.openxmlformats.org/officeDocument/2006/relationships/notesMaster" Target="/ppt/notesMasters/notesMaster1.xml" Id="Rd109f808a7404d5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937e8ca59274c97" /><Relationship Type="http://schemas.openxmlformats.org/officeDocument/2006/relationships/notesMaster" Target="/ppt/notesMasters/notesMaster1.xml" Id="Ra02792cd19c84d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fce16e79b0d4d5b" /><Relationship Type="http://schemas.openxmlformats.org/officeDocument/2006/relationships/notesMaster" Target="/ppt/notesMasters/notesMaster1.xml" Id="R02206b12def7472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c704007cebd4125" /><Relationship Type="http://schemas.openxmlformats.org/officeDocument/2006/relationships/notesMaster" Target="/ppt/notesMasters/notesMaster1.xml" Id="R001a246bb7a743d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5a38d5db0c244e3" /><Relationship Type="http://schemas.openxmlformats.org/officeDocument/2006/relationships/notesMaster" Target="/ppt/notesMasters/notesMaster1.xml" Id="R8e8ebca01cde4a2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679e75725164779" /><Relationship Type="http://schemas.openxmlformats.org/officeDocument/2006/relationships/notesMaster" Target="/ppt/notesMasters/notesMaster1.xml" Id="R1da808ac25684e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e658b9c0ab4564" /><Relationship Type="http://schemas.openxmlformats.org/officeDocument/2006/relationships/notesMaster" Target="/ppt/notesMasters/notesMaster1.xml" Id="Rceb49c7d21db41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6354399cdc34986" /><Relationship Type="http://schemas.openxmlformats.org/officeDocument/2006/relationships/notesMaster" Target="/ppt/notesMasters/notesMaster1.xml" Id="R9c20e76f55f44fc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2ee36682945481a" /><Relationship Type="http://schemas.openxmlformats.org/officeDocument/2006/relationships/notesMaster" Target="/ppt/notesMasters/notesMaster1.xml" Id="Ree7bc9e5c3284d1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25a4709adf547df" /><Relationship Type="http://schemas.openxmlformats.org/officeDocument/2006/relationships/notesMaster" Target="/ppt/notesMasters/notesMaster1.xml" Id="Rabdcd8208816412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051139fd4f24891" /><Relationship Type="http://schemas.openxmlformats.org/officeDocument/2006/relationships/notesMaster" Target="/ppt/notesMasters/notesMaster1.xml" Id="Rb2045d61d6fd49a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3631f8cda954bf1" /><Relationship Type="http://schemas.openxmlformats.org/officeDocument/2006/relationships/notesMaster" Target="/ppt/notesMasters/notesMaster1.xml" Id="R9547911ac1624e8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0b331e7f63846d6" /><Relationship Type="http://schemas.openxmlformats.org/officeDocument/2006/relationships/notesMaster" Target="/ppt/notesMasters/notesMaster1.xml" Id="R3183c98d1d3e402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2e10e13582b4d6a" /><Relationship Type="http://schemas.openxmlformats.org/officeDocument/2006/relationships/notesMaster" Target="/ppt/notesMasters/notesMaster1.xml" Id="R259de5c88996463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5dbb1fd4fc24efd" /><Relationship Type="http://schemas.openxmlformats.org/officeDocument/2006/relationships/notesMaster" Target="/ppt/notesMasters/notesMaster1.xml" Id="R2bb76c02a9b6495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c388d5157fc451b" /><Relationship Type="http://schemas.openxmlformats.org/officeDocument/2006/relationships/notesMaster" Target="/ppt/notesMasters/notesMaster1.xml" Id="Ra6981e06f9714c1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540d9fd2ad54e5d" /><Relationship Type="http://schemas.openxmlformats.org/officeDocument/2006/relationships/notesMaster" Target="/ppt/notesMasters/notesMaster1.xml" Id="Rc3600ee4b168492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7708bba492b449f" /><Relationship Type="http://schemas.openxmlformats.org/officeDocument/2006/relationships/notesMaster" Target="/ppt/notesMasters/notesMaster1.xml" Id="Re926822500ca49d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3574dcb653b4cce" /><Relationship Type="http://schemas.openxmlformats.org/officeDocument/2006/relationships/notesMaster" Target="/ppt/notesMasters/notesMaster1.xml" Id="R18bccaa81f084a8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bbe8aea892b4a8b" /><Relationship Type="http://schemas.openxmlformats.org/officeDocument/2006/relationships/notesMaster" Target="/ppt/notesMasters/notesMaster1.xml" Id="R03843e3a5b4441e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3bd081d09ac4e7e" /><Relationship Type="http://schemas.openxmlformats.org/officeDocument/2006/relationships/notesMaster" Target="/ppt/notesMasters/notesMaster1.xml" Id="Rebc8b32552b24c8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01c7b9daa3e47d7" /><Relationship Type="http://schemas.openxmlformats.org/officeDocument/2006/relationships/notesMaster" Target="/ppt/notesMasters/notesMaster1.xml" Id="R3b43226449df432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d5571fc6d044c10" /><Relationship Type="http://schemas.openxmlformats.org/officeDocument/2006/relationships/notesMaster" Target="/ppt/notesMasters/notesMaster1.xml" Id="R91f765ec95e744b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3411fe54bda4225" /><Relationship Type="http://schemas.openxmlformats.org/officeDocument/2006/relationships/notesMaster" Target="/ppt/notesMasters/notesMaster1.xml" Id="R212c080341e1424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c56cd2a91934ec1" /><Relationship Type="http://schemas.openxmlformats.org/officeDocument/2006/relationships/notesMaster" Target="/ppt/notesMasters/notesMaster1.xml" Id="Rd72d596308964b3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028652f25cd4e2d" /><Relationship Type="http://schemas.openxmlformats.org/officeDocument/2006/relationships/notesMaster" Target="/ppt/notesMasters/notesMaster1.xml" Id="R732d19f9dac1407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547ca302e7594120" /><Relationship Type="http://schemas.openxmlformats.org/officeDocument/2006/relationships/notesMaster" Target="/ppt/notesMasters/notesMaster1.xml" Id="R6cb0060cc637471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dc72d535be74b13" /><Relationship Type="http://schemas.openxmlformats.org/officeDocument/2006/relationships/notesMaster" Target="/ppt/notesMasters/notesMaster1.xml" Id="Racd590163380427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1673a276de349d1" /><Relationship Type="http://schemas.openxmlformats.org/officeDocument/2006/relationships/notesMaster" Target="/ppt/notesMasters/notesMaster1.xml" Id="Rac63825c1d1a4f3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469c8ad7e1d4c94" /><Relationship Type="http://schemas.openxmlformats.org/officeDocument/2006/relationships/notesMaster" Target="/ppt/notesMasters/notesMaster1.xml" Id="Rf1ccc6cacb80427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37c9649c44424e5b" /><Relationship Type="http://schemas.openxmlformats.org/officeDocument/2006/relationships/notesMaster" Target="/ppt/notesMasters/notesMaster1.xml" Id="Rcf11c24b6e13471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57895e17563e41dd" /><Relationship Type="http://schemas.openxmlformats.org/officeDocument/2006/relationships/notesMaster" Target="/ppt/notesMasters/notesMaster1.xml" Id="Rfbe36cdf168b43a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39e1414ebad24753" /><Relationship Type="http://schemas.openxmlformats.org/officeDocument/2006/relationships/notesMaster" Target="/ppt/notesMasters/notesMaster1.xml" Id="Rd916d895a7be46e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046fed31e004d8f" /><Relationship Type="http://schemas.openxmlformats.org/officeDocument/2006/relationships/notesMaster" Target="/ppt/notesMasters/notesMaster1.xml" Id="Rfcfb04effd0d487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69edcc072270400a" /><Relationship Type="http://schemas.openxmlformats.org/officeDocument/2006/relationships/notesMaster" Target="/ppt/notesMasters/notesMaster1.xml" Id="Re121a99cb660422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c6d9f3ab43546bf" /><Relationship Type="http://schemas.openxmlformats.org/officeDocument/2006/relationships/notesMaster" Target="/ppt/notesMasters/notesMaster1.xml" Id="Re1d84e55823c48b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c2cf668451a412f" /><Relationship Type="http://schemas.openxmlformats.org/officeDocument/2006/relationships/notesMaster" Target="/ppt/notesMasters/notesMaster1.xml" Id="R2ee013c7a0854c7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c1396b20c2842e0" /><Relationship Type="http://schemas.openxmlformats.org/officeDocument/2006/relationships/notesMaster" Target="/ppt/notesMasters/notesMaster1.xml" Id="Rc2b2192dfb75402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70252b03129455c" /><Relationship Type="http://schemas.openxmlformats.org/officeDocument/2006/relationships/notesMaster" Target="/ppt/notesMasters/notesMaster1.xml" Id="R466fac1922f242e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ffa18f9b2934293" /><Relationship Type="http://schemas.openxmlformats.org/officeDocument/2006/relationships/notesMaster" Target="/ppt/notesMasters/notesMaster1.xml" Id="R25f3728481dd48d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111cb61709c45bd" /><Relationship Type="http://schemas.openxmlformats.org/officeDocument/2006/relationships/notesMaster" Target="/ppt/notesMasters/notesMaster1.xml" Id="Ra7b9fc86349e48b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b4efa8158584ebc" /><Relationship Type="http://schemas.openxmlformats.org/officeDocument/2006/relationships/notesMaster" Target="/ppt/notesMasters/notesMaster1.xml" Id="R7f88d7b7a72f45b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d5dc87680954d8c" /><Relationship Type="http://schemas.openxmlformats.org/officeDocument/2006/relationships/notesMaster" Target="/ppt/notesMasters/notesMaster1.xml" Id="R643c74ce00914e5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074c6bfad1e42f3" /><Relationship Type="http://schemas.openxmlformats.org/officeDocument/2006/relationships/notesMaster" Target="/ppt/notesMasters/notesMaster1.xml" Id="Re47a2a799de1456b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7a99393ab8a4e34" /><Relationship Type="http://schemas.openxmlformats.org/officeDocument/2006/relationships/notesMaster" Target="/ppt/notesMasters/notesMaster1.xml" Id="Rbda37292996c4867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2f91378e48e4752" /><Relationship Type="http://schemas.openxmlformats.org/officeDocument/2006/relationships/notesMaster" Target="/ppt/notesMasters/notesMaster1.xml" Id="Ra0f19cc241134ec1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5aaf9d3028941a5" /><Relationship Type="http://schemas.openxmlformats.org/officeDocument/2006/relationships/notesMaster" Target="/ppt/notesMasters/notesMaster1.xml" Id="R32f450fd0c12477b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a1727424e33e477f" /><Relationship Type="http://schemas.openxmlformats.org/officeDocument/2006/relationships/notesMaster" Target="/ppt/notesMasters/notesMaster1.xml" Id="Rabbb7e3a837447eb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1950153c19f64366" /><Relationship Type="http://schemas.openxmlformats.org/officeDocument/2006/relationships/notesMaster" Target="/ppt/notesMasters/notesMaster1.xml" Id="R695767569d434c53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58a7fe44077642d5" /><Relationship Type="http://schemas.openxmlformats.org/officeDocument/2006/relationships/notesMaster" Target="/ppt/notesMasters/notesMaster1.xml" Id="R7c9da016f525433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51bc1421d2b4a78" /><Relationship Type="http://schemas.openxmlformats.org/officeDocument/2006/relationships/notesMaster" Target="/ppt/notesMasters/notesMaster1.xml" Id="Rc3218bd65d674f5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7898cb75e5424d2d" /><Relationship Type="http://schemas.openxmlformats.org/officeDocument/2006/relationships/notesMaster" Target="/ppt/notesMasters/notesMaster1.xml" Id="R2bbab0051dfe4f9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493644508b94e8d" /><Relationship Type="http://schemas.openxmlformats.org/officeDocument/2006/relationships/notesMaster" Target="/ppt/notesMasters/notesMaster1.xml" Id="Rc8a629623e8f426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65d383abb4f40be" /><Relationship Type="http://schemas.openxmlformats.org/officeDocument/2006/relationships/notesMaster" Target="/ppt/notesMasters/notesMaster1.xml" Id="R154541a498dd4d73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b642418c50154b30" /><Relationship Type="http://schemas.openxmlformats.org/officeDocument/2006/relationships/notesMaster" Target="/ppt/notesMasters/notesMaster1.xml" Id="Rc6425edf344c483a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fbafee8e0f844eab" /><Relationship Type="http://schemas.openxmlformats.org/officeDocument/2006/relationships/notesMaster" Target="/ppt/notesMasters/notesMaster1.xml" Id="R1520a14b8538442b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7850f4f1e3624412" /><Relationship Type="http://schemas.openxmlformats.org/officeDocument/2006/relationships/notesMaster" Target="/ppt/notesMasters/notesMaster1.xml" Id="Rb3fe106f24c243e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4510d38f8dad4344" /><Relationship Type="http://schemas.openxmlformats.org/officeDocument/2006/relationships/notesMaster" Target="/ppt/notesMasters/notesMaster1.xml" Id="Re7b82bcf534942d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a80f76c8d6cd4283" /><Relationship Type="http://schemas.openxmlformats.org/officeDocument/2006/relationships/notesMaster" Target="/ppt/notesMasters/notesMaster1.xml" Id="Rb6b1738507524cf8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d81bd3612aa94407" /><Relationship Type="http://schemas.openxmlformats.org/officeDocument/2006/relationships/notesMaster" Target="/ppt/notesMasters/notesMaster1.xml" Id="R4028fe9459714c13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ce455df858d04d62" /><Relationship Type="http://schemas.openxmlformats.org/officeDocument/2006/relationships/notesMaster" Target="/ppt/notesMasters/notesMaster1.xml" Id="R1d9e24a6edb64a1b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e75876b902304ca4" /><Relationship Type="http://schemas.openxmlformats.org/officeDocument/2006/relationships/notesMaster" Target="/ppt/notesMasters/notesMaster1.xml" Id="R837e8e096ebf4f10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30bde8249e834eb0" /><Relationship Type="http://schemas.openxmlformats.org/officeDocument/2006/relationships/notesMaster" Target="/ppt/notesMasters/notesMaster1.xml" Id="Ree3b5bd2c09d459a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329687cc2389481c" /><Relationship Type="http://schemas.openxmlformats.org/officeDocument/2006/relationships/notesMaster" Target="/ppt/notesMasters/notesMaster1.xml" Id="R1c15c56a19ec4edf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e04a5e8e2acb4077" /><Relationship Type="http://schemas.openxmlformats.org/officeDocument/2006/relationships/notesMaster" Target="/ppt/notesMasters/notesMaster1.xml" Id="Re6680f10880249a9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cb00fa819214ee1" /><Relationship Type="http://schemas.openxmlformats.org/officeDocument/2006/relationships/notesMaster" Target="/ppt/notesMasters/notesMaster1.xml" Id="Rdaf8694e55084571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64c18c74d2854d1d" /><Relationship Type="http://schemas.openxmlformats.org/officeDocument/2006/relationships/notesMaster" Target="/ppt/notesMasters/notesMaster1.xml" Id="R22727d2d0c964d4c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055240a002942e6" /><Relationship Type="http://schemas.openxmlformats.org/officeDocument/2006/relationships/notesMaster" Target="/ppt/notesMasters/notesMaster1.xml" Id="Rfede13892b2a40ae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4898077d44074abe" /><Relationship Type="http://schemas.openxmlformats.org/officeDocument/2006/relationships/notesMaster" Target="/ppt/notesMasters/notesMaster1.xml" Id="R5e0cbe2ea79d47ee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dcd4d07a5d1f4430" /><Relationship Type="http://schemas.openxmlformats.org/officeDocument/2006/relationships/notesMaster" Target="/ppt/notesMasters/notesMaster1.xml" Id="R9c4269e260474fc7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f0e393194b9b441d" /><Relationship Type="http://schemas.openxmlformats.org/officeDocument/2006/relationships/notesMaster" Target="/ppt/notesMasters/notesMaster1.xml" Id="Ra806a00a30c740f4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3154a741100947b6" /><Relationship Type="http://schemas.openxmlformats.org/officeDocument/2006/relationships/notesMaster" Target="/ppt/notesMasters/notesMaster1.xml" Id="R06f7ee9a796c44db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46449785d47c491f" /><Relationship Type="http://schemas.openxmlformats.org/officeDocument/2006/relationships/notesMaster" Target="/ppt/notesMasters/notesMaster1.xml" Id="Rcee117de105249a6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5a11826105e943e5" /><Relationship Type="http://schemas.openxmlformats.org/officeDocument/2006/relationships/notesMaster" Target="/ppt/notesMasters/notesMaster1.xml" Id="R18fc79bd010247af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301ff9ba0cb49cb" /><Relationship Type="http://schemas.openxmlformats.org/officeDocument/2006/relationships/notesMaster" Target="/ppt/notesMasters/notesMaster1.xml" Id="Rf603569d919246ed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c4e2ffa5223d4c6b" /><Relationship Type="http://schemas.openxmlformats.org/officeDocument/2006/relationships/notesMaster" Target="/ppt/notesMasters/notesMaster1.xml" Id="Ra5583604f9d0488f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21e4b948bd774cd8" /><Relationship Type="http://schemas.openxmlformats.org/officeDocument/2006/relationships/notesMaster" Target="/ppt/notesMasters/notesMaster1.xml" Id="Rcd744efd0e974b9d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d05e6b28652e41e6" /><Relationship Type="http://schemas.openxmlformats.org/officeDocument/2006/relationships/notesMaster" Target="/ppt/notesMasters/notesMaster1.xml" Id="Rec1aa931e81b45ca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7be85f1652324bc1" /><Relationship Type="http://schemas.openxmlformats.org/officeDocument/2006/relationships/notesMaster" Target="/ppt/notesMasters/notesMaster1.xml" Id="R05e357b49bb645b4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f0e46a9d21904a6f" /><Relationship Type="http://schemas.openxmlformats.org/officeDocument/2006/relationships/notesMaster" Target="/ppt/notesMasters/notesMaster1.xml" Id="Rc7b543de6b554f5c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3c6f913e765d494c" /><Relationship Type="http://schemas.openxmlformats.org/officeDocument/2006/relationships/notesMaster" Target="/ppt/notesMasters/notesMaster1.xml" Id="R7f99c31903224e5f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03232c73a3bf4736" /><Relationship Type="http://schemas.openxmlformats.org/officeDocument/2006/relationships/notesMaster" Target="/ppt/notesMasters/notesMaster1.xml" Id="R8b891529f2064d4a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4e62e8ced9c64772" /><Relationship Type="http://schemas.openxmlformats.org/officeDocument/2006/relationships/notesMaster" Target="/ppt/notesMasters/notesMaster1.xml" Id="Rcea354c631714f9f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67454c26de02434c" /><Relationship Type="http://schemas.openxmlformats.org/officeDocument/2006/relationships/notesMaster" Target="/ppt/notesMasters/notesMaster1.xml" Id="R94e15953165941e6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6c940384b8d74061" /><Relationship Type="http://schemas.openxmlformats.org/officeDocument/2006/relationships/notesMaster" Target="/ppt/notesMasters/notesMaster1.xml" Id="R5a86e8b41e6d44ac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3a04566835f24140" /><Relationship Type="http://schemas.openxmlformats.org/officeDocument/2006/relationships/notesMaster" Target="/ppt/notesMasters/notesMaster1.xml" Id="R76490aa19686421c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6f8a5f4ac94a40bf" /><Relationship Type="http://schemas.openxmlformats.org/officeDocument/2006/relationships/notesMaster" Target="/ppt/notesMasters/notesMaster1.xml" Id="Rc968f855d5c94041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c1d966cd3b7747c5" /><Relationship Type="http://schemas.openxmlformats.org/officeDocument/2006/relationships/notesMaster" Target="/ppt/notesMasters/notesMaster1.xml" Id="R2ac17f4a9414407b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7ce1349a1f054549" /><Relationship Type="http://schemas.openxmlformats.org/officeDocument/2006/relationships/notesMaster" Target="/ppt/notesMasters/notesMaster1.xml" Id="R5245b34a6a5147e1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2389df253f4a4667" /><Relationship Type="http://schemas.openxmlformats.org/officeDocument/2006/relationships/notesMaster" Target="/ppt/notesMasters/notesMaster1.xml" Id="Rffa8cb2e4890444c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5ecf3323610a4672" /><Relationship Type="http://schemas.openxmlformats.org/officeDocument/2006/relationships/notesMaster" Target="/ppt/notesMasters/notesMaster1.xml" Id="Re5499d5b03e84e2d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970134789f9d4e75" /><Relationship Type="http://schemas.openxmlformats.org/officeDocument/2006/relationships/notesMaster" Target="/ppt/notesMasters/notesMaster1.xml" Id="R9f7026eccf524147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0c7fbc17fef24ce3" /><Relationship Type="http://schemas.openxmlformats.org/officeDocument/2006/relationships/notesMaster" Target="/ppt/notesMasters/notesMaster1.xml" Id="Rffe76e65ff20419b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a483b20fc3384b38" /><Relationship Type="http://schemas.openxmlformats.org/officeDocument/2006/relationships/notesMaster" Target="/ppt/notesMasters/notesMaster1.xml" Id="R3ab4b797035d409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52383a0e835d48f4" /><Relationship Type="http://schemas.openxmlformats.org/officeDocument/2006/relationships/notesMaster" Target="/ppt/notesMasters/notesMaster1.xml" Id="Rfa20056c20024807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fe11661a7a4b4555" /><Relationship Type="http://schemas.openxmlformats.org/officeDocument/2006/relationships/notesMaster" Target="/ppt/notesMasters/notesMaster1.xml" Id="R888e91c061004fbf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ffd170c11b8c4612" /><Relationship Type="http://schemas.openxmlformats.org/officeDocument/2006/relationships/notesMaster" Target="/ppt/notesMasters/notesMaster1.xml" Id="R467d4592e0f04584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182f741409274572" /><Relationship Type="http://schemas.openxmlformats.org/officeDocument/2006/relationships/notesMaster" Target="/ppt/notesMasters/notesMaster1.xml" Id="Rcef8cebbc08d4ab4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e19d03c439a54f01" /><Relationship Type="http://schemas.openxmlformats.org/officeDocument/2006/relationships/notesMaster" Target="/ppt/notesMasters/notesMaster1.xml" Id="R2e20d3f8b1704daa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e916543373f54a05" /><Relationship Type="http://schemas.openxmlformats.org/officeDocument/2006/relationships/notesMaster" Target="/ppt/notesMasters/notesMaster1.xml" Id="R13d0631bb87846d0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bfd5f9f211a34fad" /><Relationship Type="http://schemas.openxmlformats.org/officeDocument/2006/relationships/notesMaster" Target="/ppt/notesMasters/notesMaster1.xml" Id="Rbecb2a61e2cd4241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f63b25770dba4363" /><Relationship Type="http://schemas.openxmlformats.org/officeDocument/2006/relationships/notesMaster" Target="/ppt/notesMasters/notesMaster1.xml" Id="Ra09e4a1d958646b8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1fa3ded06f5b480a" /><Relationship Type="http://schemas.openxmlformats.org/officeDocument/2006/relationships/notesMaster" Target="/ppt/notesMasters/notesMaster1.xml" Id="R7d92c94e7e0b478c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f2184e6f9c7a4bb0" /><Relationship Type="http://schemas.openxmlformats.org/officeDocument/2006/relationships/notesMaster" Target="/ppt/notesMasters/notesMaster1.xml" Id="R9eb103c09e1749ed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19c18655df5d43b3" /><Relationship Type="http://schemas.openxmlformats.org/officeDocument/2006/relationships/notesMaster" Target="/ppt/notesMasters/notesMaster1.xml" Id="Reb53be86d38b49fe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f30d298ca4f24397" /><Relationship Type="http://schemas.openxmlformats.org/officeDocument/2006/relationships/notesMaster" Target="/ppt/notesMasters/notesMaster1.xml" Id="Rd5b4d5fb6d374e41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4bb43e5dd4554fba" /><Relationship Type="http://schemas.openxmlformats.org/officeDocument/2006/relationships/notesMaster" Target="/ppt/notesMasters/notesMaster1.xml" Id="R0da409369bf84e25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e486ddf6c9614457" /><Relationship Type="http://schemas.openxmlformats.org/officeDocument/2006/relationships/notesMaster" Target="/ppt/notesMasters/notesMaster1.xml" Id="Rf89e5de1dc73466b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7b1e4f412b504ca0" /><Relationship Type="http://schemas.openxmlformats.org/officeDocument/2006/relationships/notesMaster" Target="/ppt/notesMasters/notesMaster1.xml" Id="Reb3448c861d34530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549750ef03874bfd" /><Relationship Type="http://schemas.openxmlformats.org/officeDocument/2006/relationships/notesMaster" Target="/ppt/notesMasters/notesMaster1.xml" Id="R203c7734c33343f2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7d14e7912bbe47ef" /><Relationship Type="http://schemas.openxmlformats.org/officeDocument/2006/relationships/notesMaster" Target="/ppt/notesMasters/notesMaster1.xml" Id="R3d6c93ee7caa46ef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2ed8737e9fb348c3" /><Relationship Type="http://schemas.openxmlformats.org/officeDocument/2006/relationships/notesMaster" Target="/ppt/notesMasters/notesMaster1.xml" Id="R936f887c17324d3d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718e1f25868f4aa9" /><Relationship Type="http://schemas.openxmlformats.org/officeDocument/2006/relationships/notesMaster" Target="/ppt/notesMasters/notesMaster1.xml" Id="R00324bf77d474a37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9018bc3c033e48b3" /><Relationship Type="http://schemas.openxmlformats.org/officeDocument/2006/relationships/notesMaster" Target="/ppt/notesMasters/notesMaster1.xml" Id="Rc7b6bbd0106741b3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86dbadaa4f194ffa" /><Relationship Type="http://schemas.openxmlformats.org/officeDocument/2006/relationships/notesMaster" Target="/ppt/notesMasters/notesMaster1.xml" Id="R4c6d091cc6f646c2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b2bf34f84da84079" /><Relationship Type="http://schemas.openxmlformats.org/officeDocument/2006/relationships/notesMaster" Target="/ppt/notesMasters/notesMaster1.xml" Id="R40a31806723f4075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6589f33a9c734f84" /><Relationship Type="http://schemas.openxmlformats.org/officeDocument/2006/relationships/notesMaster" Target="/ppt/notesMasters/notesMaster1.xml" Id="R75f2ff2319084841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aa3d02d284b84206" /><Relationship Type="http://schemas.openxmlformats.org/officeDocument/2006/relationships/notesMaster" Target="/ppt/notesMasters/notesMaster1.xml" Id="R28f2ff7ea3ab4245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e15cc585970c4813" /><Relationship Type="http://schemas.openxmlformats.org/officeDocument/2006/relationships/notesMaster" Target="/ppt/notesMasters/notesMaster1.xml" Id="Rd34878df6e8e47f8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89e7ef9b73ed4dc3" /><Relationship Type="http://schemas.openxmlformats.org/officeDocument/2006/relationships/notesMaster" Target="/ppt/notesMasters/notesMaster1.xml" Id="Re943b01d9db248d1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11e439abc0d840d3" /><Relationship Type="http://schemas.openxmlformats.org/officeDocument/2006/relationships/notesMaster" Target="/ppt/notesMasters/notesMaster1.xml" Id="Rbb055ae6b99a4aa5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212caf4d35534491" /><Relationship Type="http://schemas.openxmlformats.org/officeDocument/2006/relationships/notesMaster" Target="/ppt/notesMasters/notesMaster1.xml" Id="R7a487ebfb3b34117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059798b196304e0c" /><Relationship Type="http://schemas.openxmlformats.org/officeDocument/2006/relationships/notesMaster" Target="/ppt/notesMasters/notesMaster1.xml" Id="Rd963cb8424f64190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4836b255ebc14fe0" /><Relationship Type="http://schemas.openxmlformats.org/officeDocument/2006/relationships/notesMaster" Target="/ppt/notesMasters/notesMaster1.xml" Id="R41842ddbcf6b4151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62b084475cd94670" /><Relationship Type="http://schemas.openxmlformats.org/officeDocument/2006/relationships/notesMaster" Target="/ppt/notesMasters/notesMaster1.xml" Id="R9d271ff4ba924e47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2e42bb0253044c60" /><Relationship Type="http://schemas.openxmlformats.org/officeDocument/2006/relationships/notesMaster" Target="/ppt/notesMasters/notesMaster1.xml" Id="Re390797932974dcd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83e6e6892f7e4e6f" /><Relationship Type="http://schemas.openxmlformats.org/officeDocument/2006/relationships/notesMaster" Target="/ppt/notesMasters/notesMaster1.xml" Id="R7c688ca335604042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80b05cc6ceaa444e" /><Relationship Type="http://schemas.openxmlformats.org/officeDocument/2006/relationships/notesMaster" Target="/ppt/notesMasters/notesMaster1.xml" Id="R9a19cc02df914e15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7a0383632115438b" /><Relationship Type="http://schemas.openxmlformats.org/officeDocument/2006/relationships/notesMaster" Target="/ppt/notesMasters/notesMaster1.xml" Id="Ra72e5ca96fb243f6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7badca3c4bbf4e58" /><Relationship Type="http://schemas.openxmlformats.org/officeDocument/2006/relationships/notesMaster" Target="/ppt/notesMasters/notesMaster1.xml" Id="R1b39c7fff55e420a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82902ef08bec4cee" /><Relationship Type="http://schemas.openxmlformats.org/officeDocument/2006/relationships/notesMaster" Target="/ppt/notesMasters/notesMaster1.xml" Id="Re61195c29e114da7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1b956c1c3def4089" /><Relationship Type="http://schemas.openxmlformats.org/officeDocument/2006/relationships/notesMaster" Target="/ppt/notesMasters/notesMaster1.xml" Id="Re92cc502c36e42cc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40fde9340e714d5d" /><Relationship Type="http://schemas.openxmlformats.org/officeDocument/2006/relationships/notesMaster" Target="/ppt/notesMasters/notesMaster1.xml" Id="R5d14f797c4304759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0f03f279ae0b4a31" /><Relationship Type="http://schemas.openxmlformats.org/officeDocument/2006/relationships/notesMaster" Target="/ppt/notesMasters/notesMaster1.xml" Id="R6edaf3677d034836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2523f4b252404b3c" /><Relationship Type="http://schemas.openxmlformats.org/officeDocument/2006/relationships/notesMaster" Target="/ppt/notesMasters/notesMaster1.xml" Id="R5eb3f91657284ce9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3d35be9a9f74461e" /><Relationship Type="http://schemas.openxmlformats.org/officeDocument/2006/relationships/notesMaster" Target="/ppt/notesMasters/notesMaster1.xml" Id="Rb6898ea31c294329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fa2e4dd1710a45ec" /><Relationship Type="http://schemas.openxmlformats.org/officeDocument/2006/relationships/notesMaster" Target="/ppt/notesMasters/notesMaster1.xml" Id="R40a7bdb0a8044917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08c4336a39f14bcb" /><Relationship Type="http://schemas.openxmlformats.org/officeDocument/2006/relationships/notesMaster" Target="/ppt/notesMasters/notesMaster1.xml" Id="Rb103fb865eee41ff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2316978ee2a44d3a" /><Relationship Type="http://schemas.openxmlformats.org/officeDocument/2006/relationships/notesMaster" Target="/ppt/notesMasters/notesMaster1.xml" Id="R3dd89bf663354348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0c11486fa7ec4e90" /><Relationship Type="http://schemas.openxmlformats.org/officeDocument/2006/relationships/notesMaster" Target="/ppt/notesMasters/notesMaster1.xml" Id="Rfc8c4e91c707436b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431339916c034f03" /><Relationship Type="http://schemas.openxmlformats.org/officeDocument/2006/relationships/notesMaster" Target="/ppt/notesMasters/notesMaster1.xml" Id="R3332a88ae4644ad3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82c89c21ef8c4f2d" /><Relationship Type="http://schemas.openxmlformats.org/officeDocument/2006/relationships/notesMaster" Target="/ppt/notesMasters/notesMaster1.xml" Id="R171458694aa74aef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f51da213b89b4ea7" /><Relationship Type="http://schemas.openxmlformats.org/officeDocument/2006/relationships/notesMaster" Target="/ppt/notesMasters/notesMaster1.xml" Id="R30fe324da8c84e25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86eb81362beb43f1" /><Relationship Type="http://schemas.openxmlformats.org/officeDocument/2006/relationships/notesMaster" Target="/ppt/notesMasters/notesMaster1.xml" Id="R6993110ccd1048e9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6e39de44f1604cc2" /><Relationship Type="http://schemas.openxmlformats.org/officeDocument/2006/relationships/notesMaster" Target="/ppt/notesMasters/notesMaster1.xml" Id="R558e7c521c1e4604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8d356099e6d04534" /><Relationship Type="http://schemas.openxmlformats.org/officeDocument/2006/relationships/notesMaster" Target="/ppt/notesMasters/notesMaster1.xml" Id="R83884e9b3a2e4b32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c8eece2edd9d4890" /><Relationship Type="http://schemas.openxmlformats.org/officeDocument/2006/relationships/notesMaster" Target="/ppt/notesMasters/notesMaster1.xml" Id="Rd642195145754b00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25825df1609b43dc" /><Relationship Type="http://schemas.openxmlformats.org/officeDocument/2006/relationships/notesMaster" Target="/ppt/notesMasters/notesMaster1.xml" Id="Re03efbf27e68488e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65ebddc38a124ec3" /><Relationship Type="http://schemas.openxmlformats.org/officeDocument/2006/relationships/notesMaster" Target="/ppt/notesMasters/notesMaster1.xml" Id="R579ebaec56474ed1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6d537b068c064c28" /><Relationship Type="http://schemas.openxmlformats.org/officeDocument/2006/relationships/notesMaster" Target="/ppt/notesMasters/notesMaster1.xml" Id="R3a7598c7b1714517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09a6ecbbbe8942d8" /><Relationship Type="http://schemas.openxmlformats.org/officeDocument/2006/relationships/notesMaster" Target="/ppt/notesMasters/notesMaster1.xml" Id="R00bbae8a9e51496a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b7db4adf98fc49ef" /><Relationship Type="http://schemas.openxmlformats.org/officeDocument/2006/relationships/notesMaster" Target="/ppt/notesMasters/notesMaster1.xml" Id="R24a1e8397779406e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77c16de9dbe649ae" /><Relationship Type="http://schemas.openxmlformats.org/officeDocument/2006/relationships/notesMaster" Target="/ppt/notesMasters/notesMaster1.xml" Id="R13797060642d4bd7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93be8f8e7b7c427c" /><Relationship Type="http://schemas.openxmlformats.org/officeDocument/2006/relationships/notesMaster" Target="/ppt/notesMasters/notesMaster1.xml" Id="R58841b8f63694896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a32cddb53dc14b3e" /><Relationship Type="http://schemas.openxmlformats.org/officeDocument/2006/relationships/notesMaster" Target="/ppt/notesMasters/notesMaster1.xml" Id="Ra7840910f0b04d46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dd8f3c8e4cc24efd" /><Relationship Type="http://schemas.openxmlformats.org/officeDocument/2006/relationships/notesMaster" Target="/ppt/notesMasters/notesMaster1.xml" Id="Rfef9ce6831934ba2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c37bdb40e3db4bd6" /><Relationship Type="http://schemas.openxmlformats.org/officeDocument/2006/relationships/notesMaster" Target="/ppt/notesMasters/notesMaster1.xml" Id="R79762065bf75449b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3576561c37b34143" /><Relationship Type="http://schemas.openxmlformats.org/officeDocument/2006/relationships/notesMaster" Target="/ppt/notesMasters/notesMaster1.xml" Id="R881c03f63865466b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0e61f536de604aea" /><Relationship Type="http://schemas.openxmlformats.org/officeDocument/2006/relationships/notesMaster" Target="/ppt/notesMasters/notesMaster1.xml" Id="Rd2a34091e2514adb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1574e5ed22e54385" /><Relationship Type="http://schemas.openxmlformats.org/officeDocument/2006/relationships/notesMaster" Target="/ppt/notesMasters/notesMaster1.xml" Id="Rbf85fc9c35884ef5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f2f39dacf46a4db7" /><Relationship Type="http://schemas.openxmlformats.org/officeDocument/2006/relationships/notesMaster" Target="/ppt/notesMasters/notesMaster1.xml" Id="R8ceddbbca8ca46d4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24f2cfe5bc164b13" /><Relationship Type="http://schemas.openxmlformats.org/officeDocument/2006/relationships/notesMaster" Target="/ppt/notesMasters/notesMaster1.xml" Id="R17afa7a73b7746e8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fc045e64f19e4fac" /><Relationship Type="http://schemas.openxmlformats.org/officeDocument/2006/relationships/notesMaster" Target="/ppt/notesMasters/notesMaster1.xml" Id="R92c2a1489c314b10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accbc3dfe7c44dfd" /><Relationship Type="http://schemas.openxmlformats.org/officeDocument/2006/relationships/notesMaster" Target="/ppt/notesMasters/notesMaster1.xml" Id="Rb1586af68b7945d1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534a90cdd2fb45d6" /><Relationship Type="http://schemas.openxmlformats.org/officeDocument/2006/relationships/notesMaster" Target="/ppt/notesMasters/notesMaster1.xml" Id="R4fd09077973c4262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b01775b26b43414d" /><Relationship Type="http://schemas.openxmlformats.org/officeDocument/2006/relationships/notesMaster" Target="/ppt/notesMasters/notesMaster1.xml" Id="Rb2bea0851f614ee5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6299c36f0bf249ae" /><Relationship Type="http://schemas.openxmlformats.org/officeDocument/2006/relationships/notesMaster" Target="/ppt/notesMasters/notesMaster1.xml" Id="Rf34ba35f720b4a9b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c026229e74764e7d" /><Relationship Type="http://schemas.openxmlformats.org/officeDocument/2006/relationships/notesMaster" Target="/ppt/notesMasters/notesMaster1.xml" Id="Rdb482f880f534680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7e0b8a36b57d4ed7" /><Relationship Type="http://schemas.openxmlformats.org/officeDocument/2006/relationships/notesMaster" Target="/ppt/notesMasters/notesMaster1.xml" Id="R1b8fac2f6efe4db1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322fd6511ec04f9b" /><Relationship Type="http://schemas.openxmlformats.org/officeDocument/2006/relationships/notesMaster" Target="/ppt/notesMasters/notesMaster1.xml" Id="R2a246d7c5f0140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2026-09-08 작업 폴더 기준. Windows와 Unreal Engine 5.6 환경의 실제 코드, 교육용 예제, 개념도를 구분하여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예제를 실제 서버에 실행하지 않아도 종이 위의 값 추적과 코드 읽기만으로 필수 문제를 풀 수 있습니다. 필수 학습에는 AI나 인터넷 연결이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 사이의 경계를 알았으므로 한 프로그램 안에서 값과 수명을 전달하는 C++ 문법을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 사이의 경계를 알았으므로 한 프로그램 안에서 값과 수명을 전달하는 C++ 문법을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함수들의 역할을 알았으므로 실제로 어느 프로그램과 실행 흐름이 이 함수들을 호출하는지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docs/study/lessons/D01-one-day-project-guide.md:112-180  1. 전체 구조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bool USimCoreClientComponent::GetLatestState(</a:t>
            </a:r>
          </a:p>
          <a:p xmlns:a="http://schemas.openxmlformats.org/drawingml/2006/main">
            <a:r>
              <a:t>	SimCoreProtocol::FVehicleState&amp; OutState,</a:t>
            </a:r>
          </a:p>
          <a:p xmlns:a="http://schemas.openxmlformats.org/drawingml/2006/main">
            <a:r>
              <a:t>	float&amp; OutStateAgeSeconds) const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	if (!bHasState) return false;</a:t>
            </a:r>
          </a:p>
          <a:p xmlns:a="http://schemas.openxmlformats.org/drawingml/2006/main">
            <a:r>
              <a:t>	OutState = LatestState;</a:t>
            </a:r>
          </a:p>
          <a:p xmlns:a="http://schemas.openxmlformats.org/drawingml/2006/main">
            <a:r>
              <a:t>	OutStateAgeSeconds = static_cast&lt;float&gt;(FMath::Max(</a:t>
            </a:r>
          </a:p>
          <a:p xmlns:a="http://schemas.openxmlformats.org/drawingml/2006/main">
            <a:r>
              <a:t>		0.0,</a:t>
            </a:r>
          </a:p>
          <a:p xmlns:a="http://schemas.openxmlformats.org/drawingml/2006/main">
            <a:r>
              <a:t>		FPlatformTime::Seconds() - LatestStateReceiveTimeSeconds));</a:t>
            </a:r>
          </a:p>
          <a:p xmlns:a="http://schemas.openxmlformats.org/drawingml/2006/main">
            <a:r>
              <a:t>	return true;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unreal/DriveIntegration/Source/DriveIntegration/SimCoreClientComponent.cpp:139-149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  <a:p xmlns:a="http://schemas.openxmlformats.org/drawingml/2006/main">
            <a:r>
              <a:t>docs/study/lessons/D01-one-day-project-guide.md:114-141  1-1. 먼저 기억할 왕복 흐름</a:t>
            </a:r>
          </a:p>
          <a:p xmlns:a="http://schemas.openxmlformats.org/drawingml/2006/main">
            <a:r>
              <a:t>cpp/host/src/main.cpp:347-364  main</a:t>
            </a:r>
          </a:p>
          <a:p xmlns:a="http://schemas.openxmlformats.org/drawingml/2006/main">
            <a:r>
              <a:t>cpp/host/src/terrain/ground_query.hpp:50-70  GroundHit</a:t>
            </a:r>
          </a:p>
          <a:p xmlns:a="http://schemas.openxmlformats.org/drawingml/2006/main">
            <a:r>
              <a:t>docs/study/lessons/D01-one-day-project-guide.md:132-141  1-1. 먼저 기억할 왕복 흐름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 흐름을 알았으므로 함수가 받는 참조와 포인터가 어떤 값 전달 약속인지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Microsoft: About Processes and Threads: https://learn.microsoft.com/en-us/windows/win32/procthread/about-processes-and-threads</a:t>
            </a:r>
          </a:p>
          <a:p xmlns:a="http://schemas.openxmlformats.org/drawingml/2006/main">
            <a:r>
              <a:t>cpp/host/src/main.cpp:299-311  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SimulationHostCallbacks callbacks;</a:t>
            </a:r>
          </a:p>
          <a:p xmlns:a="http://schemas.openxmlformats.org/drawingml/2006/main">
            <a:r>
              <a:t>    callbacks.broadcast_world_state = [&amp;ws_server, &amp;ioc, &amp;physics_replay](const std::string&amp; message) {</a:t>
            </a:r>
          </a:p>
          <a:p xmlns:a="http://schemas.openxmlformats.org/drawingml/2006/main">
            <a:r>
              <a:t>        ws_server-&gt;broadcast_binary(message);</a:t>
            </a:r>
          </a:p>
          <a:p xmlns:a="http://schemas.openxmlformats.org/drawingml/2006/main">
            <a:r>
              <a:t>        if (physics_replay &amp;&amp; physics_replay-&gt;complete()) ioc.stop();</a:t>
            </a:r>
          </a:p>
          <a:p xmlns:a="http://schemas.openxmlformats.org/drawingml/2006/main">
            <a:r>
              <a:t>   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cpp/host/src/main.cpp:307-311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net::signal_set shutdown_signals(ioc, SIGINT, SIGTERM);</a:t>
            </a:r>
          </a:p>
          <a:p xmlns:a="http://schemas.openxmlformats.org/drawingml/2006/main">
            <a:r>
              <a:t>    shutdown_signals.async_wait([&amp;ioc](const boost::system::error_code&amp; error, int) {</a:t>
            </a:r>
          </a:p>
          <a:p xmlns:a="http://schemas.openxmlformats.org/drawingml/2006/main">
            <a:r>
              <a:t>        if (!error) ioc.stop();</a:t>
            </a:r>
          </a:p>
          <a:p xmlns:a="http://schemas.openxmlformats.org/drawingml/2006/main">
            <a:r>
              <a:t>    });</a:t>
            </a:r>
          </a:p>
          <a:p xmlns:a="http://schemas.openxmlformats.org/drawingml/2006/main">
            <a:r>
              <a:t>    ioc.run();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cpp/host/src/main.cpp:409-413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등록은 동작을 저장하고, run 이후 준비된 콜백이 실행됩니다.</a:t>
            </a:r>
          </a:p>
          <a:p xmlns:a="http://schemas.openxmlformats.org/drawingml/2006/main">
            <a:r>
              <a:t>입력이 20ms에 준비돼도 80ms의 틱 종료까지 기다립니다.</a:t>
            </a:r>
          </a:p>
          <a:p xmlns:a="http://schemas.openxmlformats.org/drawingml/2006/main">
            <a:r>
              <a:t>교육용 시간선이며 길이는 실제 시간 비율·측정값이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Microsoft: About Processes and Threads: https://learn.microsoft.com/en-us/windows/win32/procthread/about-processes-and-threads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Microsoft: About Processes and Threads: https://learn.microsoft.com/en-us/windows/win32/procthread/about-processes-and-threads</a:t>
            </a:r>
          </a:p>
          <a:p xmlns:a="http://schemas.openxmlformats.org/drawingml/2006/main">
            <a:r>
              <a:t>cpp/host/src/main.cpp:299-311  main</a:t>
            </a:r>
          </a:p>
          <a:p xmlns:a="http://schemas.openxmlformats.org/drawingml/2006/main">
            <a:r>
              <a:t>cpp/host/src/main.cpp:409-413  main</a:t>
            </a:r>
          </a:p>
          <a:p xmlns:a="http://schemas.openxmlformats.org/drawingml/2006/main">
            <a:r>
              <a:t>cpp/host/src/simulation_host.hpp:146-155  queue_map_package_reload</a:t>
            </a:r>
          </a:p>
          <a:p xmlns:a="http://schemas.openxmlformats.org/drawingml/2006/main">
            <a:r>
              <a:t>Threads and Boost.Asio: https://www.boost.org/doc/libs/latest/doc/html/boost_asio/overview/core/threads.html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실행 구조와 코드 읽기의 출발점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메모리의 값을 다른 프로세스에 전달하려면 공통 바이트 표현이 필요하므로 통신 계층을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메모리의 값을 다른 프로세스에 전달하려면 공통 바이트 표현이 필요하므로 통신 계층을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값 전달 약속을 배운 다음에는 빌린 메모리의 수명과 동시에 접근하는 공유 입력을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void start();</a:t>
            </a:r>
          </a:p>
          <a:p xmlns:a="http://schemas.openxmlformats.org/drawingml/2006/main">
            <a:r>
              <a:t>    void stop();</a:t>
            </a:r>
          </a:p>
          <a:p xmlns:a="http://schemas.openxmlformats.org/drawingml/2006/main">
            <a:r>
              <a:t>    ClientMessageResult handle_client_message(</a:t>
            </a:r>
          </a:p>
          <a:p xmlns:a="http://schemas.openxmlformats.org/drawingml/2006/main">
            <a:r>
              <a:t>        std::string_view message,</a:t>
            </a:r>
          </a:p>
          <a:p xmlns:a="http://schemas.openxmlformats.org/drawingml/2006/main">
            <a:r>
              <a:t>        std::uint64_t connection_generation = 0,</a:t>
            </a:r>
          </a:p>
          <a:p xmlns:a="http://schemas.openxmlformats.org/drawingml/2006/main">
            <a:r>
              <a:t>        Clock::time_point received_at = Clock::now());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cpp/host/src/simulation_host.hpp:132-137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VehiclePhysics::set_input(const VehicleInput&amp; input) {</a:t>
            </a:r>
          </a:p>
          <a:p xmlns:a="http://schemas.openxmlformats.org/drawingml/2006/main">
            <a:r>
              <a:t>    std::lock_guard lock(input_mutex_);</a:t>
            </a:r>
          </a:p>
          <a:p xmlns:a="http://schemas.openxmlformats.org/drawingml/2006/main">
            <a:r>
              <a:t>    input_ = input;</a:t>
            </a:r>
          </a:p>
          <a:p xmlns:a="http://schemas.openxmlformats.org/drawingml/2006/main">
            <a:r>
              <a:t>    input_.throttle = std::isfinite(input_.throttle)</a:t>
            </a:r>
          </a:p>
          <a:p xmlns:a="http://schemas.openxmlformats.org/drawingml/2006/main">
            <a:r>
              <a:t>        ? std::clamp(input_.throttle, 0.f, 1.f) : 0.f;</a:t>
            </a:r>
          </a:p>
          <a:p xmlns:a="http://schemas.openxmlformats.org/drawingml/2006/main">
            <a:r>
              <a:t>    input_.brake = std::isfinite(input_.brake)</a:t>
            </a:r>
          </a:p>
          <a:p xmlns:a="http://schemas.openxmlformats.org/drawingml/2006/main">
            <a:r>
              <a:t>        ? std::clamp(input_.brake, 0.f, 1.f) : 0.f;</a:t>
            </a:r>
          </a:p>
          <a:p xmlns:a="http://schemas.openxmlformats.org/drawingml/2006/main">
            <a:r>
              <a:t>    input_.steering = std::isfinite(input_.steering)</a:t>
            </a:r>
          </a:p>
          <a:p xmlns:a="http://schemas.openxmlformats.org/drawingml/2006/main">
            <a:r>
              <a:t>        ? std::clamp(input_.steering, -1.f, 1.f) : 0.f;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cpp/host/src/physics/vehicle_physics.cpp:629-637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set_error(std::string* error, std::string_view message)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if (error) {</a:t>
            </a:r>
          </a:p>
          <a:p xmlns:a="http://schemas.openxmlformats.org/drawingml/2006/main">
            <a:r>
              <a:t>        *error = std::string(message);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cpp/host/src/protocol/vehicle_message_decoder.cpp:21-26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cpp/host/src/protocol/vehicle_message_decoder.cpp:21-26  set_error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cpp/host/src/protocol/vehicle_message_decoder.cpp:21-26  set_error</a:t>
            </a:r>
          </a:p>
          <a:p xmlns:a="http://schemas.openxmlformats.org/drawingml/2006/main">
            <a:r>
              <a:t>cpp/host/src/terrain/ground_query.hpp:65-70  GroundQuery::query_down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 참조는 원본을 읽고, 별도 복사본만 1.0으로 제한합니다.</a:t>
            </a:r>
          </a:p>
          <a:p xmlns:a="http://schemas.openxmlformats.org/drawingml/2006/main">
            <a:r>
              <a:t>error가 출력 문자열을 가리킬 때만 쓰고 nullptr이면 건너뜁니다.</a:t>
            </a:r>
          </a:p>
          <a:p xmlns:a="http://schemas.openxmlformats.org/drawingml/2006/main">
            <a:r>
              <a:t>높이 0m는 유효한 값입니다. nullopt에는 결과 자체가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  <a:p xmlns:a="http://schemas.openxmlformats.org/drawingml/2006/main">
            <a:r>
              <a:t>cpp/host/src/protocol/vehicle_message_decoder.cpp:21-26  set_error</a:t>
            </a:r>
          </a:p>
          <a:p xmlns:a="http://schemas.openxmlformats.org/drawingml/2006/main">
            <a:r>
              <a:t>cpp/host/src/terrain/ground_query.hpp:65-70  GroundQuery::query_down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double distance = request.origin_enu.up_m - height_enu_m_;</a:t>
            </a:r>
          </a:p>
          <a:p xmlns:a="http://schemas.openxmlformats.org/drawingml/2006/main">
            <a:r>
              <a:t>        if (distance &lt; 0.0 || distance &gt; request.max_distance_m) {</a:t>
            </a:r>
          </a:p>
          <a:p xmlns:a="http://schemas.openxmlformats.org/drawingml/2006/main">
            <a:r>
              <a:t>            return std::nullopt;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return GroundHit{</a:t>
            </a:r>
          </a:p>
          <a:p xmlns:a="http://schemas.openxmlformats.org/drawingml/2006/main">
            <a:r>
              <a:t>            {request.origin_enu.east_m, request.origin_enu.north_m, height_enu_m_},</a:t>
            </a:r>
          </a:p>
          <a:p xmlns:a="http://schemas.openxmlformats.org/drawingml/2006/main">
            <a:r>
              <a:t>            {0.0, 0.0, 1.0},</a:t>
            </a:r>
          </a:p>
          <a:p xmlns:a="http://schemas.openxmlformats.org/drawingml/2006/main">
            <a:r>
              <a:t>            distance};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cpp/host/src/terrain/ground_query.hpp:94-102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cpp/host/src/terrain/ground_query.hpp:65-70  GroundQuery::query_down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  <a:p xmlns:a="http://schemas.openxmlformats.org/drawingml/2006/main">
            <a:r>
              <a:t>cpp/host/src/protocol/vehicle_message_decoder.cpp:21-26  set_error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cpp/host/src/simulation_host.hpp:132-142  SimulationHost::handle_client_message</a:t>
            </a:r>
          </a:p>
          <a:p xmlns:a="http://schemas.openxmlformats.org/drawingml/2006/main">
            <a:r>
              <a:t>cpp/host/src/simulation_host_session.cpp:128-143  SimulationHost::handle_client_message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  <a:p xmlns:a="http://schemas.openxmlformats.org/drawingml/2006/main">
            <a:r>
              <a:t>cpp/host/src/protocol/vehicle_message_decoder.cpp:21-26  set_error</a:t>
            </a:r>
          </a:p>
          <a:p xmlns:a="http://schemas.openxmlformats.org/drawingml/2006/main">
            <a:r>
              <a:t>cpp/host/src/terrain/ground_query.hpp:65-70  GroundQuery::query_down</a:t>
            </a:r>
          </a:p>
          <a:p xmlns:a="http://schemas.openxmlformats.org/drawingml/2006/main">
            <a:r>
              <a:t>cpp/host/src/terrain/ground_query.hpp:83-102  FlatGroundQuery::query_down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메모리 내부의 안전한 전달을 알았으므로 다른 프로세스에 바이트를 보내는 통신 계층을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cpp/host/src/main.cpp:307-311  callbacks.broadcast_world_state</a:t>
            </a:r>
          </a:p>
          <a:p xmlns:a="http://schemas.openxmlformats.org/drawingml/2006/main">
            <a:r>
              <a:t>cpp/host/src/simulation_host.hpp:69-73  SimulationHostCallbacks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cpp/host/src/physics/vehicle_physics.cpp:680-695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VehicleInput in;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std::lock_guard lock(input_mutex_);</a:t>
            </a:r>
          </a:p>
          <a:p xmlns:a="http://schemas.openxmlformats.org/drawingml/2006/main">
            <a:r>
              <a:t>        in = input_;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const float fdt = static_cast&lt;float&gt;(dt);</a:t>
            </a:r>
          </a:p>
          <a:p xmlns:a="http://schemas.openxmlformats.org/drawingml/2006/main">
            <a:r>
              <a:t>    refresh_runtime_tire_supports(dynamic_proxies);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cpp/host/src/physics/vehicle_physics.cpp:685-692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  <a:p xmlns:a="http://schemas.openxmlformats.org/drawingml/2006/main">
            <a:r>
              <a:t>cpp/host/src/physics/vehicle_physics.cpp:629-637  VehiclePhysics::set_input</a:t>
            </a:r>
          </a:p>
          <a:p xmlns:a="http://schemas.openxmlformats.org/drawingml/2006/main">
            <a:r>
              <a:t>cpp/host/src/terrain/ground_query.hpp:94-102  FlatGroundQuery::query_down</a:t>
            </a:r>
          </a:p>
          <a:p xmlns:a="http://schemas.openxmlformats.org/drawingml/2006/main">
            <a:r>
              <a:t>cpp/host/src/main.cpp:307-311  callbacks.broadcast_world_state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cpp/host/src/physics/vehicle_physics.cpp:685-692  VehiclePhysics::update</a:t>
            </a:r>
          </a:p>
          <a:p xmlns:a="http://schemas.openxmlformats.org/drawingml/2006/main">
            <a:r>
              <a:t>C++ Core Guidelines: https://isocpp.github.io/CppCoreGuidelines/CppCoreGuidelines</a:t>
            </a:r>
          </a:p>
          <a:p xmlns:a="http://schemas.openxmlformats.org/drawingml/2006/main">
            <a:r>
              <a:t>unreal/DriveIntegration/Source/DriveIntegration/SimCoreProtocol.cpp:50-55  FReader</a:t>
            </a:r>
          </a:p>
          <a:p xmlns:a="http://schemas.openxmlformats.org/drawingml/2006/main">
            <a:r>
              <a:t>unreal/DriveIntegration/Source/DriveIntegration/SimCoreProtocol.cpp:140-142  FReader::Data</a:t>
            </a:r>
          </a:p>
          <a:p xmlns:a="http://schemas.openxmlformats.org/drawingml/2006/main">
            <a:r>
              <a:t>cpp/host/src/main.cpp:299-302  ws_server</a:t>
            </a:r>
          </a:p>
          <a:p xmlns:a="http://schemas.openxmlformats.org/drawingml/2006/main">
            <a:r>
              <a:t>cpp/host/src/websocket/ws_server.cpp:133-140  WsSession::do_read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값을 안전하게 전달하는 C++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계약을 바이트로 표현하는 방법을 이해하기 위해 태그와 varint부터 직접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계약을 바이트로 표현하는 방법을 이해하기 위해 태그와 varint부터 직접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공통 바이트 표현이 왜 필요한지 이해했으므로 그 약속을 선언하는 vehicle.proto를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IncomingMessage.Append(Fragment);</a:t>
            </a:r>
          </a:p>
          <a:p xmlns:a="http://schemas.openxmlformats.org/drawingml/2006/main">
            <a:r>
              <a:t>	if (!bIsLastFragment)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	TArray&lt;uint8&gt; CompleteMessage = MoveTemp(IncomingMessage);</a:t>
            </a:r>
          </a:p>
          <a:p xmlns:a="http://schemas.openxmlformats.org/drawingml/2006/main">
            <a:r>
              <a:t>	IncomingMessage.Reset();</a:t>
            </a:r>
          </a:p>
          <a:p xmlns:a="http://schemas.openxmlformats.org/drawingml/2006/main">
            <a:r>
              <a:t>	SimCoreProtocol::FHelloInfo Hello;</a:t>
            </a:r>
          </a:p>
          <a:p xmlns:a="http://schemas.openxmlformats.org/drawingml/2006/main">
            <a:r>
              <a:t>	bool bIsHello = false;</a:t>
            </a:r>
          </a:p>
          <a:p xmlns:a="http://schemas.openxmlformats.org/drawingml/2006/main">
            <a:r>
              <a:t>	FString Error;</a:t>
            </a:r>
          </a:p>
          <a:p xmlns:a="http://schemas.openxmlformats.org/drawingml/2006/main">
            <a:r>
              <a:t>	if (!SimCoreProtocol::TryParseHelloEnvelope(</a:t>
            </a:r>
          </a:p>
          <a:p xmlns:a="http://schemas.openxmlformats.org/drawingml/2006/main">
            <a:r>
              <a:t>		CompleteMessage,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unreal/DriveIntegration/Source/DriveIntegration/SimCoreClientComponent.cpp:940-949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unreal/DriveIntegration/Source/DriveIntegration/SimCoreClientComponent.cpp:940-949  USimCoreClientComponent::ApplyBinaryMessage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unreal/DriveIntegration/Source/DriveIntegration/SimCoreClientComponent.cpp:940-949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Boost.Beast WebSocket: https://www.boost.org/latest/libs/beast/doc/html/beast/using_websocket.html</a:t>
            </a:r>
          </a:p>
          <a:p xmlns:a="http://schemas.openxmlformats.org/drawingml/2006/main">
            <a:r>
              <a:t>cpp/host/src/websocket/ws_server.cpp:133-172  WsSession::do_read</a:t>
            </a:r>
          </a:p>
          <a:p xmlns:a="http://schemas.openxmlformats.org/drawingml/2006/main">
            <a:r>
              <a:t>cpp/host/src/protocol/vehicle_message_decoder.cpp:39-52  parse_client_message_envelope</a:t>
            </a:r>
          </a:p>
          <a:p xmlns:a="http://schemas.openxmlformats.org/drawingml/2006/main">
            <a:r>
              <a:t>unreal/DriveIntegration/Source/DriveIntegration/SimCoreClientComponent.cpp:906-937  USimCoreClientComponent::ApplyBinaryMessage</a:t>
            </a:r>
          </a:p>
          <a:p xmlns:a="http://schemas.openxmlformats.org/drawingml/2006/main">
            <a:r>
              <a:t>unreal/DriveIntegration/Source/DriveIntegration/SimCoreClientComponent.h:144-144  MaxIncomingMessageBytes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계약의 선언을 읽었으므로 다음에는 그 선언이 실제 태그와 바이트가 되는 과정을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cpp/host/src/protocol/vehicle_messages.cpp:66-75  fill_entity_state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message Vector3d {</a:t>
            </a:r>
          </a:p>
          <a:p xmlns:a="http://schemas.openxmlformats.org/drawingml/2006/main">
            <a:r>
              <a:t>    double x = 1;</a:t>
            </a:r>
          </a:p>
          <a:p xmlns:a="http://schemas.openxmlformats.org/drawingml/2006/main">
            <a:r>
              <a:t>    double y = 2;</a:t>
            </a:r>
          </a:p>
          <a:p xmlns:a="http://schemas.openxmlformats.org/drawingml/2006/main">
            <a:r>
              <a:t>    double z = 3;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protocol/vehicle.proto:46-50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protobuf_generate(</a:t>
            </a:r>
          </a:p>
          <a:p xmlns:a="http://schemas.openxmlformats.org/drawingml/2006/main">
            <a:r>
              <a:t>    TARGET simcore_protocol</a:t>
            </a:r>
          </a:p>
          <a:p xmlns:a="http://schemas.openxmlformats.org/drawingml/2006/main">
            <a:r>
              <a:t>    PROTOS "${SIMCORE_VEHICLE_PROTO}"</a:t>
            </a:r>
          </a:p>
          <a:p xmlns:a="http://schemas.openxmlformats.org/drawingml/2006/main">
            <a:r>
              <a:t>    LANGUAGE cpp</a:t>
            </a:r>
          </a:p>
          <a:p xmlns:a="http://schemas.openxmlformats.org/drawingml/2006/main">
            <a:r>
              <a:t>    IMPORT_DIRS "${SIMCORE_PROTOCOL_DIR}"</a:t>
            </a:r>
          </a:p>
          <a:p xmlns:a="http://schemas.openxmlformats.org/drawingml/2006/main">
            <a:r>
              <a:t>    PROTOC_OUT_DIR ${CMAKE_CURRENT_BINARY_DIR}</a:t>
            </a:r>
          </a:p>
          <a:p xmlns:a="http://schemas.openxmlformats.org/drawingml/2006/main">
            <a: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cpp/host/CMakeLists.txt:39-45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cpp/host/CMakeLists.txt:19-45  protobuf_generate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cpp/host/CMakeLists.txt:19-45  protobuf_generate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uint64 sequence = 2;</a:t>
            </a:r>
          </a:p>
          <a:p xmlns:a="http://schemas.openxmlformats.org/drawingml/2006/main">
            <a:r>
              <a:t>    uint64 simulation_time_ns = 3;</a:t>
            </a:r>
          </a:p>
          <a:p xmlns:a="http://schemas.openxmlformats.org/drawingml/2006/main">
            <a:r>
              <a:t>    string source_id = 4;</a:t>
            </a:r>
          </a:p>
          <a:p xmlns:a="http://schemas.openxmlformats.org/drawingml/2006/main">
            <a:r>
              <a:t>    string map_package_checksum = 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protocol/vehicle.proto:277-280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protocol/vehicle.proto:275-290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protocol/vehicle.proto:106-123  EntityState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cpp/host/CMakeLists.txt:19-45  protobuf_generate</a:t>
            </a:r>
          </a:p>
          <a:p xmlns:a="http://schemas.openxmlformats.org/drawingml/2006/main">
            <a:r>
              <a:t>Protocol Buffer Basics: C++: https://protobuf.dev/getting-started/cpptutorial/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protocol/vehicle.proto:106-123  EntityState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protocol/vehicle.proto:46-50  Vector3d</a:t>
            </a:r>
          </a:p>
          <a:p xmlns:a="http://schemas.openxmlformats.org/drawingml/2006/main">
            <a:r>
              <a:t>protocol/vehicle.proto:120-123  EntityState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cpp/host/src/protocol/vehicle_message_decoder.cpp:30-43  parse_client_message_envelope</a:t>
            </a:r>
          </a:p>
          <a:p xmlns:a="http://schemas.openxmlformats.org/drawingml/2006/main">
            <a:r>
              <a:t>unreal/DriveIntegration/Source/DriveIntegration/SimCoreProtocol.cpp:50-143  FReader</a:t>
            </a:r>
          </a:p>
          <a:p xmlns:a="http://schemas.openxmlformats.org/drawingml/2006/main">
            <a:r>
              <a:t>protocol/vehicle.proto:146-151  EntityState::npc_local_bypass_active</a:t>
            </a:r>
          </a:p>
          <a:p xmlns:a="http://schemas.openxmlformats.org/drawingml/2006/main">
            <a:r>
              <a:t>protocol/vehicle.proto:101-123  EntityState</a:t>
            </a:r>
          </a:p>
          <a:p xmlns:a="http://schemas.openxmlformats.org/drawingml/2006/main">
            <a:r>
              <a:t>protocol/vehicle.proto:275-282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통신 통로와 메시지 계약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바이트 구조를 배웠으므로 목록·선택·부재처럼 스키마가 표현하는 의미를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바이트 구조를 배웠으므로 목록·선택·부재처럼 스키마가 표현하는 의미를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길이가 달라지는 정수를 배운 뒤 고정 32비트와 LEN을 비교합니다.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  <a:p xmlns:a="http://schemas.openxmlformats.org/drawingml/2006/main">
            <a:r>
              <a:t>unreal/DriveIntegration/Source/DriveIntegration/SimCoreProtocol.cpp:84-109  FReader::ReadFixed32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unreal/DriveIntegration/Source/DriveIntegration/SimCoreProtocol.cpp:84-109  FReader::ReadFixed32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bool ReadTag(uint32&amp; Field, uint8&amp; WireType)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uint64 Tag = 0;</a:t>
            </a:r>
          </a:p>
          <a:p xmlns:a="http://schemas.openxmlformats.org/drawingml/2006/main">
            <a:r>
              <a:t>			if (!ReadVarint(Tag) || Tag == 0) return false;</a:t>
            </a:r>
          </a:p>
          <a:p xmlns:a="http://schemas.openxmlformats.org/drawingml/2006/main">
            <a:r>
              <a:t>			const uint64 FieldValue = Tag &gt;&gt; 3;</a:t>
            </a:r>
          </a:p>
          <a:p xmlns:a="http://schemas.openxmlformats.org/drawingml/2006/main">
            <a:r>
              <a:t>			if (FieldValue == 0 || FieldValue &gt; 0x1fffffffULL) return false;</a:t>
            </a:r>
          </a:p>
          <a:p xmlns:a="http://schemas.openxmlformats.org/drawingml/2006/main">
            <a:r>
              <a:t>			Field = static_cast&lt;uint32&gt;(FieldValue);</a:t>
            </a:r>
          </a:p>
          <a:p xmlns:a="http://schemas.openxmlformats.org/drawingml/2006/main">
            <a:r>
              <a:t>			WireType = static_cast&lt;uint8&gt;(Tag &amp; 7);</a:t>
            </a:r>
          </a:p>
          <a:p xmlns:a="http://schemas.openxmlformats.org/drawingml/2006/main">
            <a:r>
              <a:t>			return true;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unreal/DriveIntegration/Source/DriveIntegration/SimCoreProtocol.cpp:73-82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태그의 위쪽 비트는 필드 2, 아래 세 비트는 저장 방식 0입니다.</a:t>
            </a:r>
          </a:p>
          <a:p xmlns:a="http://schemas.openxmlformats.org/drawingml/2006/main">
            <a:r>
              <a:t>주황 계속 비트가 1이면 다음 바이트를 읽고 0이면 끝냅니다.</a:t>
            </a:r>
          </a:p>
          <a:p xmlns:a="http://schemas.openxmlformats.org/drawingml/2006/main">
            <a:r>
              <a:t>교육용 조각 10 96 01에서 96 01은 22＋1×128＝150입니다.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unreal/DriveIntegration/Source/DriveIntegration/SimCoreProtocol.cpp:84-109  FReader::ReadFixed32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WriteVarint(TArray&lt;uint8&gt;&amp; Out, uint64 Value)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while (Value &gt;= 0x80)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Out.Add(static_cast&lt;uint8&gt;(Value) | 0x80);</a:t>
            </a:r>
          </a:p>
          <a:p xmlns:a="http://schemas.openxmlformats.org/drawingml/2006/main">
            <a:r>
              <a:t>			Value &gt;&gt;= 7;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>		Out.Add(static_cast&lt;uint8&gt;(Value));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unreal/DriveIntegration/Source/DriveIntegration/SimCoreProtocol.cpp:9-17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bool ReadVarint(uint64&amp; Out)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Out = 0;</a:t>
            </a:r>
          </a:p>
          <a:p xmlns:a="http://schemas.openxmlformats.org/drawingml/2006/main">
            <a:r>
              <a:t>			for (uint32 Shift = 0; Shift &lt; 64 &amp;&amp; Offset &lt; Data.Num(); Shift += 7)</a:t>
            </a:r>
          </a:p>
          <a:p xmlns:a="http://schemas.openxmlformats.org/drawingml/2006/main">
            <a:r>
              <a:t>			{</a:t>
            </a:r>
          </a:p>
          <a:p xmlns:a="http://schemas.openxmlformats.org/drawingml/2006/main">
            <a:r>
              <a:t>				const uint8 Byte = Data[Offset++];</a:t>
            </a:r>
          </a:p>
          <a:p xmlns:a="http://schemas.openxmlformats.org/drawingml/2006/main">
            <a:r>
              <a:t>				if (Shift == 63 &amp;&amp; (Byte &amp; 0xfe) != 0)</a:t>
            </a:r>
          </a:p>
          <a:p xmlns:a="http://schemas.openxmlformats.org/drawingml/2006/main">
            <a:r>
              <a:t>				{</a:t>
            </a:r>
          </a:p>
          <a:p xmlns:a="http://schemas.openxmlformats.org/drawingml/2006/main">
            <a:r>
              <a:t>					return false;</a:t>
            </a:r>
          </a:p>
          <a:p xmlns:a="http://schemas.openxmlformats.org/drawingml/2006/main">
            <a:r>
              <a:t>				}</a:t>
            </a:r>
          </a:p>
          <a:p xmlns:a="http://schemas.openxmlformats.org/drawingml/2006/main">
            <a:r>
              <a:t>				Out |= static_cast&lt;uint64&gt;(Byte &amp; 0x7f) &lt;&lt; Shift;</a:t>
            </a:r>
          </a:p>
          <a:p xmlns:a="http://schemas.openxmlformats.org/drawingml/2006/main">
            <a:r>
              <a:t>				if ((Byte &amp; 0x80) == 0) 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unreal/DriveIntegration/Source/DriveIntegration/SimCoreProtocol.cpp:57-68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 Buffers Encoding: https://protobuf.dev/programming-guides/encoding/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unreal/DriveIntegration/Source/DriveIntegration/SimCoreProtocol.cpp:57-71  FReader::ReadVarint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중첩 구조를 이해했으므로 같은 번호가 반복되는 목록과 payload 선택의 의미를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unreal/DriveIntegration/Source/DriveIntegration/SimCoreProtocol.cpp:934-945  SerializeControlEnvelope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WriteFixed32(TArray&lt;uint8&gt;&amp; Out, float Value)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uint32 Bits = 0;</a:t>
            </a:r>
          </a:p>
          <a:p xmlns:a="http://schemas.openxmlformats.org/drawingml/2006/main">
            <a:r>
              <a:t>		static_assert(sizeof(Bits) == sizeof(Value));</a:t>
            </a:r>
          </a:p>
          <a:p xmlns:a="http://schemas.openxmlformats.org/drawingml/2006/main">
            <a:r>
              <a:t>		FMemory::Memcpy(&amp;Bits, &amp;Value, sizeof(Bits));</a:t>
            </a:r>
          </a:p>
          <a:p xmlns:a="http://schemas.openxmlformats.org/drawingml/2006/main">
            <a:r>
              <a:t>		for (int32 Index = 0; Index &lt; 4; ++Index)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Out.Add(static_cast&lt;uint8&gt;(Bits &gt;&gt; (Index * 8)));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unreal/DriveIntegration/Source/DriveIntegration/SimCoreProtocol.cpp:24-33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unreal/DriveIntegration/Source/DriveIntegration/SimCoreProtocol.cpp:73-82  FReader::ReadTag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void WriteBytes(TArray&lt;uint8&gt;&amp; Out, uint32 Field, TArrayView&lt;const uint8&gt; Bytes)</a:t>
            </a:r>
          </a:p>
          <a:p xmlns:a="http://schemas.openxmlformats.org/drawingml/2006/main">
            <a:r>
              <a:t>	{</a:t>
            </a:r>
          </a:p>
          <a:p xmlns:a="http://schemas.openxmlformats.org/drawingml/2006/main">
            <a:r>
              <a:t>		WriteTag(Out, Field, 2);</a:t>
            </a:r>
          </a:p>
          <a:p xmlns:a="http://schemas.openxmlformats.org/drawingml/2006/main">
            <a:r>
              <a:t>		WriteVarint(Out, Bytes.Num());</a:t>
            </a:r>
          </a:p>
          <a:p xmlns:a="http://schemas.openxmlformats.org/drawingml/2006/main">
            <a:r>
              <a:t>		Out.Append(Bytes.GetData(), Bytes.Num());</a:t>
            </a:r>
          </a:p>
          <a:p xmlns:a="http://schemas.openxmlformats.org/drawingml/2006/main">
            <a:r>
              <a:t>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unreal/DriveIntegration/Source/DriveIntegration/SimCoreProtocol.cpp:35-40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unreal/DriveIntegration/Source/DriveIntegration/SimCoreProtocol.cpp:35-40  WriteBytes</a:t>
            </a:r>
          </a:p>
          <a:p xmlns:a="http://schemas.openxmlformats.org/drawingml/2006/main">
            <a:r>
              <a:t>unreal/DriveIntegration/Source/DriveIntegration/SimCoreProtocol.cpp:947-955  SerializeControlEnvelope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unreal/DriveIntegration/Source/DriveIntegration/SimCoreProtocol.cpp:35-40  WriteBytes</a:t>
            </a:r>
          </a:p>
          <a:p xmlns:a="http://schemas.openxmlformats.org/drawingml/2006/main">
            <a:r>
              <a:t>unreal/DriveIntegration/Source/DriveIntegration/SimCoreProtocol.cpp:947-955  SerializeControlEnvelope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bool ReadMessage(TArrayView&lt;const uint8&gt;&amp; Out)</a:t>
            </a:r>
          </a:p>
          <a:p xmlns:a="http://schemas.openxmlformats.org/drawingml/2006/main">
            <a:r>
              <a:t>		{</a:t>
            </a:r>
          </a:p>
          <a:p xmlns:a="http://schemas.openxmlformats.org/drawingml/2006/main">
            <a:r>
              <a:t>			uint64 Length = 0;</a:t>
            </a:r>
          </a:p>
          <a:p xmlns:a="http://schemas.openxmlformats.org/drawingml/2006/main">
            <a:r>
              <a:t>			if (!ReadVarint(Length) || Length &gt; static_cast&lt;uint64&gt;(Data.Num() - Offset)) return false;</a:t>
            </a:r>
          </a:p>
          <a:p xmlns:a="http://schemas.openxmlformats.org/drawingml/2006/main">
            <a:r>
              <a:t>			Out = Data.Slice(Offset, static_cast&lt;int32&gt;(Length));</a:t>
            </a:r>
          </a:p>
          <a:p xmlns:a="http://schemas.openxmlformats.org/drawingml/2006/main">
            <a:r>
              <a:t>			Offset += static_cast&lt;int32&gt;(Length);</a:t>
            </a:r>
          </a:p>
          <a:p xmlns:a="http://schemas.openxmlformats.org/drawingml/2006/main">
            <a:r>
              <a:t>			return true;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unreal/DriveIntegration/Source/DriveIntegration/SimCoreProtocol.cpp:102-109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  <a:p xmlns:a="http://schemas.openxmlformats.org/drawingml/2006/main">
            <a:r>
              <a:t>unreal/DriveIntegration/Source/DriveIntegration/SimCoreProtocol.cpp:35-40  WriteBytes</a:t>
            </a:r>
          </a:p>
          <a:p xmlns:a="http://schemas.openxmlformats.org/drawingml/2006/main">
            <a:r>
              <a:t>unreal/DriveIntegration/Source/DriveIntegration/SimCoreProtocol.cpp:947-955  SerializeControlEnvelope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주황 괄호는 내부 태그와 값을 합친 5바이트입니다.</a:t>
            </a:r>
          </a:p>
          <a:p xmlns:a="http://schemas.openxmlformats.org/drawingml/2006/main">
            <a:r>
              <a:t>마지막 네 바이트 00 00 00 3F가 float 0.5입니다.</a:t>
            </a:r>
          </a:p>
          <a:p xmlns:a="http://schemas.openxmlformats.org/drawingml/2006/main">
            <a:r>
              <a:t>U+AC00은 ‘가’이며 3바이트입니다. 그림은 교육용 조각입니다.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unreal/DriveIntegration/Source/DriveIntegration/SimCoreProtocol.cpp:934-945  SerializeControlEnvelope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unreal/DriveIntegration/Source/DriveIntegration/SimCoreProtocol.cpp:934-945  SerializeControlEnvelope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unreal/DriveIntegration/Source/DriveIntegration/SimCoreProtocol.cpp:934-945  SerializeControlEnvelope</a:t>
            </a:r>
          </a:p>
          <a:p xmlns:a="http://schemas.openxmlformats.org/drawingml/2006/main">
            <a:r>
              <a:t>unreal/DriveIntegration/Source/DriveIntegration/SimCoreProtocol.cpp:42-48  WriteString</a:t>
            </a:r>
          </a:p>
          <a:p xmlns:a="http://schemas.openxmlformats.org/drawingml/2006/main">
            <a:r>
              <a:t>protocol/vehicle.proto:279-280  Envelope</a:t>
            </a:r>
          </a:p>
          <a:p xmlns:a="http://schemas.openxmlformats.org/drawingml/2006/main">
            <a:r>
              <a:t>cpp/host/src/simulation_host_session.cpp:321-334  SimulationHost::handle_control_command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protocol/vehicle.proto:234-242  ControlCommand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Protobuf 바이트의 실제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유효한 값이라도 현재 세계와 제어권에 속해야 하므로 연결·Play·시간 검증으로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유효한 값이라도 현재 세계와 제어권에 속해야 하므로 연결·Play·시간 검증으로 이어집니다.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여러 값의 구조를 알았으므로 다음에는 값이 없는 상태와 기본값, 호환성 문제를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protocol/vehicle.proto:52-64  WheelState::wheel_index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message WheelState {</a:t>
            </a:r>
          </a:p>
          <a:p xmlns:a="http://schemas.openxmlformats.org/drawingml/2006/main">
            <a:r>
              <a:t>    uint32 wheel_index = 1; // 0=front-left, 1=front-right, 2=rear-left, 3=rear-right</a:t>
            </a:r>
          </a:p>
          <a:p xmlns:a="http://schemas.openxmlformats.org/drawingml/2006/main">
            <a:r>
              <a:t>    bool in_contact = 2;</a:t>
            </a:r>
          </a:p>
          <a:p xmlns:a="http://schemas.openxmlformats.org/drawingml/2006/main">
            <a:r>
              <a:t>    float steering_angle = 3; // wheel-local radians, positive = left</a:t>
            </a:r>
          </a:p>
          <a:p xmlns:a="http://schemas.openxmlformats.org/drawingml/2006/main">
            <a:r>
              <a:t>    float angular_speed = 4; // rad/s, signed in the vehicle's forward direction</a:t>
            </a:r>
          </a:p>
          <a:p xmlns:a="http://schemas.openxmlformats.org/drawingml/2006/main">
            <a:r>
              <a:t>    float normal_load = 5;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protocol/vehicle.proto:52-57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protocol/vehicle.proto:52-57  WheelState</a:t>
            </a:r>
          </a:p>
          <a:p xmlns:a="http://schemas.openxmlformats.org/drawingml/2006/main">
            <a:r>
              <a:t>protocol/vehicle.proto:52-64  WheelState::wheel_index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protocol/vehicle.proto:52-64  WheelState::wheel_index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case 21: {</a:t>
            </a:r>
          </a:p>
          <a:p xmlns:a="http://schemas.openxmlformats.org/drawingml/2006/main">
            <a:r>
              <a:t>				if (State.Wheels.Num() &gt;= 32) return false;</a:t>
            </a:r>
          </a:p>
          <a:p xmlns:a="http://schemas.openxmlformats.org/drawingml/2006/main">
            <a:r>
              <a:t>				if (Wire != 2) return false; TArrayView&lt;const uint8&gt; WheelData;</a:t>
            </a:r>
          </a:p>
          <a:p xmlns:a="http://schemas.openxmlformats.org/drawingml/2006/main">
            <a:r>
              <a:t>				if (!Reader.ReadMessage(WheelData)) return false;</a:t>
            </a:r>
          </a:p>
          <a:p xmlns:a="http://schemas.openxmlformats.org/drawingml/2006/main">
            <a:r>
              <a:t>				FVehicleState::FWheelState Wheel;</a:t>
            </a:r>
          </a:p>
          <a:p xmlns:a="http://schemas.openxmlformats.org/drawingml/2006/main">
            <a:r>
              <a:t>				if (!ParseWheel(WheelData, Wheel)) return false;</a:t>
            </a:r>
          </a:p>
          <a:p xmlns:a="http://schemas.openxmlformats.org/drawingml/2006/main">
            <a:r>
              <a:t>				State.Wheels.Add(Wheel); break;</a:t>
            </a:r>
          </a:p>
          <a:p xmlns:a="http://schemas.openxmlformats.org/drawingml/2006/main">
            <a:r>
              <a:t>	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unreal/DriveIntegration/Source/DriveIntegration/SimCoreProtocol.cpp:542-549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oneof payload {</a:t>
            </a:r>
          </a:p>
          <a:p xmlns:a="http://schemas.openxmlformats.org/drawingml/2006/main">
            <a:r>
              <a:t>        Hello hello = 10;</a:t>
            </a:r>
          </a:p>
          <a:p xmlns:a="http://schemas.openxmlformats.org/drawingml/2006/main">
            <a:r>
              <a:t>        ControlCommand control_command = 11;</a:t>
            </a:r>
          </a:p>
          <a:p xmlns:a="http://schemas.openxmlformats.org/drawingml/2006/main">
            <a:r>
              <a:t>        WorldState world_state = 12;</a:t>
            </a:r>
          </a:p>
          <a:p xmlns:a="http://schemas.openxmlformats.org/drawingml/2006/main">
            <a:r>
              <a:t>        Health health = 13;</a:t>
            </a:r>
          </a:p>
          <a:p xmlns:a="http://schemas.openxmlformats.org/drawingml/2006/main">
            <a:r>
              <a:t>        SimulationReset simulation_reset = 14;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protocol/vehicle.proto:284-290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21은 목록 필드 번호이고 wheel_index는 원소의 바퀴 위치입니다.</a:t>
            </a:r>
          </a:p>
          <a:p xmlns:a="http://schemas.openxmlformats.org/drawingml/2006/main">
            <a:r>
              <a:t>두 번째 예시 원소의 값 3은 뒤오른쪽 바퀴로 연결됩니다.</a:t>
            </a:r>
          </a:p>
          <a:p xmlns:a="http://schemas.openxmlformats.org/drawingml/2006/main">
            <a:r>
              <a:t>선택된 종류는 WorldState 하나이며, 그 안에 여러 엔티티를 담습니다.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protocol/vehicle.proto:52-64  WheelState::wheel_index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protocol/vehicle.proto:52-64  WheelState::wheel_index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protocol/vehicle.proto:123-126  EntityState::wheels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cpp/host/tests/vehicle_protocol_test.cpp:400-407  test_world_state_envelope_roundtrip</a:t>
            </a:r>
          </a:p>
          <a:p xmlns:a="http://schemas.openxmlformats.org/drawingml/2006/main">
            <a:r>
              <a:t>protocol/vehicle.proto:52-64  WheelState::wheel_index</a:t>
            </a:r>
          </a:p>
          <a:p xmlns:a="http://schemas.openxmlformats.org/drawingml/2006/main">
            <a:r>
              <a:t>unreal/DriveIntegration/Source/DriveIntegration/SimCoreProtocol.cpp:542-549  ParseEntity</a:t>
            </a:r>
          </a:p>
          <a:p xmlns:a="http://schemas.openxmlformats.org/drawingml/2006/main">
            <a:r>
              <a:t>protocol/vehicle.proto:123-123  EntityState::wheels</a:t>
            </a:r>
          </a:p>
          <a:p xmlns:a="http://schemas.openxmlformats.org/drawingml/2006/main">
            <a:r>
              <a:t>protocol/vehicle.proto:284-290  Envelope::payload</a:t>
            </a:r>
          </a:p>
          <a:p xmlns:a="http://schemas.openxmlformats.org/drawingml/2006/main">
            <a:r>
              <a:t>unreal/DriveIntegration/Source/DriveIntegration/SimCoreProtocol.cpp:1230-1241  ParseWorldStateEnvelope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유효한 값이라도 현재 지도와 조종 연결에 속해야 하므로 Hello와 세션 검사를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protocol/vehicle.proto:5-9  VehicleGear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float brake = 3;         // 0 ~ 1</a:t>
            </a:r>
          </a:p>
          <a:p xmlns:a="http://schemas.openxmlformats.org/drawingml/2006/main">
            <a:r>
              <a:t>    float steering = 4;      // -1(right) ~ 1(left), canonical FLU contract</a:t>
            </a:r>
          </a:p>
          <a:p xmlns:a="http://schemas.openxmlformats.org/drawingml/2006/main">
            <a:r>
              <a:t>    bool handbrake = 5;</a:t>
            </a:r>
          </a:p>
          <a:p xmlns:a="http://schemas.openxmlformats.org/drawingml/2006/main">
            <a:r>
              <a:t>    optional VehicleGear gear = 6;</a:t>
            </a:r>
          </a:p>
          <a:p xmlns:a="http://schemas.openxmlformats.org/drawingml/2006/main">
            <a:r>
              <a:t>    bool estop = 7;</a:t>
            </a:r>
          </a:p>
          <a:p xmlns:a="http://schemas.openxmlformats.org/drawingml/2006/main">
            <a:r>
              <a:t>    uint64 client_time_ns = 8;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protocol/vehicle.proto:237-242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protocol/vehicle.proto:5-9  VehicleGear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input.throttle = command.throttle();</a:t>
            </a:r>
          </a:p>
          <a:p xmlns:a="http://schemas.openxmlformats.org/drawingml/2006/main">
            <a:r>
              <a:t>        input.brake = command.brake();</a:t>
            </a:r>
          </a:p>
          <a:p xmlns:a="http://schemas.openxmlformats.org/drawingml/2006/main">
            <a:r>
              <a:t>        input.steering = command.steering();</a:t>
            </a:r>
          </a:p>
          <a:p xmlns:a="http://schemas.openxmlformats.org/drawingml/2006/main">
            <a:r>
              <a:t>        input.handbrake = command.handbrake();</a:t>
            </a:r>
          </a:p>
          <a:p xmlns:a="http://schemas.openxmlformats.org/drawingml/2006/main">
            <a:r>
              <a:t>        if (command.has_gear()) {</a:t>
            </a:r>
          </a:p>
          <a:p xmlns:a="http://schemas.openxmlformats.org/drawingml/2006/main">
            <a:r>
              <a:t>            input.gear = to_host_gear(command.gear());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return ParsedClientMessage{std::move(parsed)};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cpp/host/src/protocol/vehicle_message_decoder.cpp:75-83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protocol/vehicle.proto:251-262  Health</a:t>
            </a:r>
          </a:p>
          <a:p xmlns:a="http://schemas.openxmlformats.org/drawingml/2006/main">
            <a:r>
              <a:t>cpp/host/src/protocol/vehicle_messages.cpp:160-164  fill_health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protocol/vehicle.proto:123-151  EntityState</a:t>
            </a:r>
          </a:p>
          <a:p xmlns:a="http://schemas.openxmlformats.org/drawingml/2006/main">
            <a:r>
              <a:t>cpp/host/src/simulation_host_session.cpp:248-259  SimulationHost::handle_hello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		switch (WireType)</a:t>
            </a:r>
          </a:p>
          <a:p xmlns:a="http://schemas.openxmlformats.org/drawingml/2006/main">
            <a:r>
              <a:t>			{</a:t>
            </a:r>
          </a:p>
          <a:p xmlns:a="http://schemas.openxmlformats.org/drawingml/2006/main">
            <a:r>
              <a:t>			case 0: { uint64 Ignored; return ReadVarint(Ignored); }</a:t>
            </a:r>
          </a:p>
          <a:p xmlns:a="http://schemas.openxmlformats.org/drawingml/2006/main">
            <a:r>
              <a:t>			case 1: if (Offset + 8 &gt; Data.Num()) return false; Offset += 8; return true;</a:t>
            </a:r>
          </a:p>
          <a:p xmlns:a="http://schemas.openxmlformats.org/drawingml/2006/main">
            <a:r>
              <a:t>			case 2: { TArrayView&lt;const uint8&gt; Ignored; return ReadMessage(Ignored); }</a:t>
            </a:r>
          </a:p>
          <a:p xmlns:a="http://schemas.openxmlformats.org/drawingml/2006/main">
            <a:r>
              <a:t>			case 5: if (Offset + 4 &gt; Data.Num()) return false; Offset += 4; return true;</a:t>
            </a:r>
          </a:p>
          <a:p xmlns:a="http://schemas.openxmlformats.org/drawingml/2006/main">
            <a:r>
              <a:t>			default: return false;</a:t>
            </a:r>
          </a:p>
          <a:p xmlns:a="http://schemas.openxmlformats.org/drawingml/2006/main">
            <a:r>
              <a:t>			}</a:t>
            </a:r>
          </a:p>
          <a:p xmlns:a="http://schemas.openxmlformats.org/drawingml/2006/main">
            <a:r>
              <a:t>		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unreal/DriveIntegration/Source/DriveIntegration/SimCoreProtocol.cpp:130-138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gear 부재는 기본 Drive를 유지하고 명시적 0은 Neutral로 바꿉니다.</a:t>
            </a:r>
          </a:p>
          <a:p xmlns:a="http://schemas.openxmlformats.org/drawingml/2006/main">
            <a:r>
              <a:t>모르는 LEN 필드는 길이와 남은 범위를 확인한 뒤 건너뜁니다.</a:t>
            </a:r>
          </a:p>
          <a:p xmlns:a="http://schemas.openxmlformats.org/drawingml/2006/main">
            <a:r>
              <a:t>건너뛴 필드의 기능은 여전히 모르며, 파싱 성공 뒤 수락 검사가 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protocol/vehicle.proto:5-9  VehicleGear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simcore::Envelope envelope;</a:t>
            </a:r>
          </a:p>
          <a:p xmlns:a="http://schemas.openxmlformats.org/drawingml/2006/main">
            <a:r>
              <a:t>    if (!envelope.ParseFromArray(data.data(), static_cast&lt;int&gt;(data.size()))) {</a:t>
            </a:r>
          </a:p>
          <a:p xmlns:a="http://schemas.openxmlformats.org/drawingml/2006/main">
            <a:r>
              <a:t>        set_error(error, "failed to parse protobuf Envelope");</a:t>
            </a:r>
          </a:p>
          <a:p xmlns:a="http://schemas.openxmlformats.org/drawingml/2006/main">
            <a:r>
              <a:t>        return std::nullopt;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cpp/host/src/protocol/vehicle_message_decoder.cpp:39-43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protocol/vehicle.proto:234-243  ControlCommand</a:t>
            </a:r>
          </a:p>
          <a:p xmlns:a="http://schemas.openxmlformats.org/drawingml/2006/main">
            <a:r>
              <a:t>protocol/vehicle.proto:5-9  VehicleGear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  <a:p xmlns:a="http://schemas.openxmlformats.org/drawingml/2006/main">
            <a:r>
              <a:t>protocol/vehicle.proto:251-262  Health</a:t>
            </a:r>
          </a:p>
          <a:p xmlns:a="http://schemas.openxmlformats.org/drawingml/2006/main">
            <a:r>
              <a:t>cpp/host/src/protocol/vehicle_messages.cpp:160-164  fill_health</a:t>
            </a:r>
          </a:p>
          <a:p xmlns:a="http://schemas.openxmlformats.org/drawingml/2006/main">
            <a:r>
              <a:t>protocol/vehicle.proto:123-151  EntityState</a:t>
            </a:r>
          </a:p>
          <a:p xmlns:a="http://schemas.openxmlformats.org/drawingml/2006/main">
            <a:r>
              <a:t>cpp/host/src/simulation_host_session.cpp:248-259  SimulationHost::handle_hello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  <a:p xmlns:a="http://schemas.openxmlformats.org/drawingml/2006/main">
            <a:r>
              <a:t>protocol/vehicle.proto:251-262  Health</a:t>
            </a:r>
          </a:p>
          <a:p xmlns:a="http://schemas.openxmlformats.org/drawingml/2006/main">
            <a:r>
              <a:t>cpp/host/src/protocol/vehicle_messages.cpp:160-164  fill_health</a:t>
            </a:r>
          </a:p>
          <a:p xmlns:a="http://schemas.openxmlformats.org/drawingml/2006/main">
            <a:r>
              <a:t>Application Note: Field Presence: https://protobuf.dev/programming-guides/field_presence/</a:t>
            </a:r>
          </a:p>
          <a:p xmlns:a="http://schemas.openxmlformats.org/drawingml/2006/main">
            <a:r>
              <a:t>protocol/vehicle.proto:123-151  EntityState</a:t>
            </a:r>
          </a:p>
          <a:p xmlns:a="http://schemas.openxmlformats.org/drawingml/2006/main">
            <a:r>
              <a:t>cpp/host/src/simulation_host_session.cpp:248-259  SimulationHost::handle_hello</a:t>
            </a:r>
          </a:p>
          <a:p xmlns:a="http://schemas.openxmlformats.org/drawingml/2006/main">
            <a:r>
              <a:t>Language Guide: proto3: https://protobuf.dev/programming-guides/proto3/</a:t>
            </a:r>
          </a:p>
          <a:p xmlns:a="http://schemas.openxmlformats.org/drawingml/2006/main">
            <a:r>
              <a:t>unreal/DriveIntegration/Source/DriveIntegration/SimCoreProtocol.cpp:128-138  FReader::Skip</a:t>
            </a:r>
          </a:p>
          <a:p xmlns:a="http://schemas.openxmlformats.org/drawingml/2006/main">
            <a:r>
              <a:t>unreal/DriveIntegration/Source/DriveIntegration/SimCoreProtocol.cpp:102-109  FReader::ReadMessage</a:t>
            </a:r>
          </a:p>
          <a:p xmlns:a="http://schemas.openxmlformats.org/drawingml/2006/main">
            <a:r>
              <a:t>C++ Generated Code Guide: https://protobuf.dev/reference/cpp/cpp-generated/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목록, 존재 여부와 호환성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권에서는 여기서 배운 계약을 전제로 Unreal 표시와 서버 시뮬레이션의 세부 동작을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다음 권에서는 여기서 배운 계약을 전제로 Unreal 표시와 서버 시뮬레이션의 세부 동작을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주체의 순서 있는 명령도 너무 늦으면 위험하므로 마지막 수락 시각과 ControlLease를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constexpr std::string_view required_capabilities[] = {</a:t>
            </a:r>
          </a:p>
          <a:p xmlns:a="http://schemas.openxmlformats.org/drawingml/2006/main">
            <a:r>
              <a:t>        "world-state.v2",</a:t>
            </a:r>
          </a:p>
          <a:p xmlns:a="http://schemas.openxmlformats.org/drawingml/2006/main">
            <a:r>
              <a:t>        "control.v2",</a:t>
            </a:r>
          </a:p>
          <a:p xmlns:a="http://schemas.openxmlformats.org/drawingml/2006/main">
            <a:r>
              <a:t>        "simulation-reset.v1",</a:t>
            </a:r>
          </a:p>
          <a:p xmlns:a="http://schemas.openxmlformats.org/drawingml/2006/main">
            <a:r>
              <a:t>        "map-package-checksum.v1",</a:t>
            </a:r>
          </a:p>
          <a:p xmlns:a="http://schemas.openxmlformats.org/drawingml/2006/main">
            <a:r>
              <a:t>    };</a:t>
            </a:r>
          </a:p>
          <a:p xmlns:a="http://schemas.openxmlformats.org/drawingml/2006/main">
            <a:r>
              <a:t>    for (const auto required : required_capabilities) {</a:t>
            </a:r>
          </a:p>
          <a:p xmlns:a="http://schemas.openxmlformats.org/drawingml/2006/main">
            <a:r>
              <a:t>        if (!has_capability(hello.capabilities, required)) {</a:t>
            </a:r>
          </a:p>
          <a:p xmlns:a="http://schemas.openxmlformats.org/drawingml/2006/main">
            <a:r>
              <a:t>            std::cerr &lt;&lt; "[Hello] rejected missing capability=" &lt;&lt; required &lt;&lt; "\n";</a:t>
            </a:r>
          </a:p>
          <a:p xmlns:a="http://schemas.openxmlformats.org/drawingml/2006/main">
            <a:r>
              <a:t>            return ClientMessageResult::Rejected;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cpp/host/src/simulation_host_session.cpp:248-257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cpp/host/src/simulation_host_session.cpp:455-475  SimulationHost::handle_simulation_reset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cpp/host/src/simulation_host_session.cpp:455-475  SimulationHost::handle_simulation_reset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auto reconnect = control_lease_.reset_for_reconnect(</a:t>
            </a:r>
          </a:p>
          <a:p xmlns:a="http://schemas.openxmlformats.org/drawingml/2006/main">
            <a:r>
              <a:t>            reset.source_id, reset.session_id);</a:t>
            </a:r>
          </a:p>
          <a:p xmlns:a="http://schemas.openxmlformats.org/drawingml/2006/main">
            <a:r>
              <a:t>        if (reconnect == ControlLeaseResetDecision::RetiredSession) {</a:t>
            </a:r>
          </a:p>
          <a:p xmlns:a="http://schemas.openxmlformats.org/drawingml/2006/main">
            <a:r>
              <a:t>            std::cerr &lt;&lt; "[Lifecycle] reset from retired connection rejected source="</a:t>
            </a:r>
          </a:p>
          <a:p xmlns:a="http://schemas.openxmlformats.org/drawingml/2006/main">
            <a:r>
              <a:t>                      &lt;&lt; reset.source_id &lt;&lt; " session=" &lt;&lt; reset.session_id &lt;&lt; "\n";</a:t>
            </a:r>
          </a:p>
          <a:p xmlns:a="http://schemas.openxmlformats.org/drawingml/2006/main">
            <a:r>
              <a:t>            return ClientMessageResult::Rejected;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if (reconnect == ControlLeaseResetDecision::Ready) {</a:t>
            </a:r>
          </a:p>
          <a:p xmlns:a="http://schemas.openxmlformats.org/drawingml/2006/main">
            <a:r>
              <a:t>            last_logged_input_ = make_safe_stop_input();</a:t>
            </a:r>
          </a:p>
          <a:p xmlns:a="http://schemas.openxmlformats.org/drawingml/2006/main">
            <a:r>
              <a:t>            apply_vehicle_input(last_logged_input_);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cpp/host/src/simulation_host_session.cpp:509-518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cpp/host/src/simulation_host_session.cpp:509-518  SimulationHost::handle_simulation_reset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cpp/host/src/simulation_host_session.cpp:509-535  SimulationHost::handle_simulation_reset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reset_player_vehicle(requested_class);</a:t>
            </a:r>
          </a:p>
          <a:p xmlns:a="http://schemas.openxmlformats.org/drawingml/2006/main">
            <a:r>
              <a:t>    if (config_.physics_replay) {</a:t>
            </a:r>
          </a:p>
          <a:p xmlns:a="http://schemas.openxmlformats.org/drawingml/2006/main">
            <a:r>
              <a:t>        config_.physics_replay-&gt;event(</a:t>
            </a:r>
          </a:p>
          <a:p xmlns:a="http://schemas.openxmlformats.org/drawingml/2006/main">
            <a:r>
              <a:t>            simcore_host::PhysicsReplayEvent::Reset, requested_class);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runtime_entities_ = initial_runtime_entities_;</a:t>
            </a:r>
          </a:p>
          <a:p xmlns:a="http://schemas.openxmlformats.org/drawingml/2006/main">
            <a:r>
              <a:t>    structure_damage_.reset();</a:t>
            </a:r>
          </a:p>
          <a:p xmlns:a="http://schemas.openxmlformats.org/drawingml/2006/main">
            <a:r>
              <a:t>    rebuild_lane_npc();</a:t>
            </a:r>
          </a:p>
          <a:p xmlns:a="http://schemas.openxmlformats.org/drawingml/2006/main">
            <a:r>
              <a:t>    rebuild_pedestrians();</a:t>
            </a:r>
          </a:p>
          <a:p xmlns:a="http://schemas.openxmlformats.org/drawingml/2006/main">
            <a:r>
              <a:t>    last_logged_input_ = make_safe_stop_input();</a:t>
            </a:r>
          </a:p>
          <a:p xmlns:a="http://schemas.openxmlformats.org/drawingml/2006/main">
            <a:r>
              <a:t>    apply_vehicle_input(last_logged_input_);</a:t>
            </a:r>
          </a:p>
          <a:p xmlns:a="http://schemas.openxmlformats.org/drawingml/2006/main">
            <a:r>
              <a:t>    simulation_clock_.reset_elapsed();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cpp/host/src/simulation_host_session.cpp:551-562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cpp/host/src/simulation_host_session.cpp:551-562  SimulationHost::handle_simulation_reset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std::uint64_t previous_client_time_ns = same_session ? last_client_time_ns_ : 0;</a:t>
            </a:r>
          </a:p>
          <a:p xmlns:a="http://schemas.openxmlformats.org/drawingml/2006/main">
            <a:r>
              <a:t>        const Clock::time_point previous_receive_time = same_session</a:t>
            </a:r>
          </a:p>
          <a:p xmlns:a="http://schemas.openxmlformats.org/drawingml/2006/main">
            <a:r>
              <a:t>            ? last_receive_time_</a:t>
            </a:r>
          </a:p>
          <a:p xmlns:a="http://schemas.openxmlformats.org/drawingml/2006/main">
            <a:r>
              <a:t>            : Clock::time_point::min();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    if (command.sequence &lt;= previous_sequence) {</a:t>
            </a:r>
          </a:p>
          <a:p xmlns:a="http://schemas.openxmlformats.org/drawingml/2006/main">
            <a:r>
              <a:t>            return ControlLeaseDecision::StaleSequence;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cpp/host/src/control/control_lease.hpp:109-116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cpp/host/src/control/control_lease.hpp:109-116  ControlLease::accept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cpp/host/src/simulation_host_session.cpp:224-259  SimulationHost::handle_hello</a:t>
            </a:r>
          </a:p>
          <a:p xmlns:a="http://schemas.openxmlformats.org/drawingml/2006/main">
            <a:r>
              <a:t>cpp/host/src/main.cpp:343-350  host_config.require_client_hello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cpp/host/src/simulation_host_session.cpp:230-234  SimulationHost::handle_hello</a:t>
            </a:r>
          </a:p>
          <a:p xmlns:a="http://schemas.openxmlformats.org/drawingml/2006/main">
            <a:r>
              <a:t>protocol/vehicle.proto:279-282  Envelope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cpp/host/src/simulation_host_session.cpp:360-368  SimulationHost::handle_control_command</a:t>
            </a:r>
          </a:p>
          <a:p xmlns:a="http://schemas.openxmlformats.org/drawingml/2006/main">
            <a:r>
              <a:t>cpp/host/src/main.cpp:352-364  WsServer callback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cpp/host/src/simulation_host_session.cpp:544-569  SimulationHost::handle_simulation_reset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 수락 조건을 모두 배웠으므로 마지막 단원에서 송신부터 화면 반영까지 한 명령을 전체 경로로 추적합니다.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const auto server_elapsed = received_at - previous_receive_time;</a:t>
            </a:r>
          </a:p>
          <a:p xmlns:a="http://schemas.openxmlformats.org/drawingml/2006/main">
            <a:r>
              <a:t>            const auto client_elapsed = std::chrono::nanoseconds(</a:t>
            </a:r>
          </a:p>
          <a:p xmlns:a="http://schemas.openxmlformats.org/drawingml/2006/main">
            <a:r>
              <a:t>                command.client_time_ns - previous_client_time_ns);</a:t>
            </a:r>
          </a:p>
          <a:p xmlns:a="http://schemas.openxmlformats.org/drawingml/2006/main">
            <a:r>
              <a:t>            const auto estimated_queue_age = server_elapsed &gt; client_elapsed</a:t>
            </a:r>
          </a:p>
          <a:p xmlns:a="http://schemas.openxmlformats.org/drawingml/2006/main">
            <a:r>
              <a:t>                ? std::chrono::duration_cast&lt;std::chrono::nanoseconds&gt;(</a:t>
            </a:r>
          </a:p>
          <a:p xmlns:a="http://schemas.openxmlformats.org/drawingml/2006/main">
            <a:r>
              <a:t>                      server_elapsed - client_elapsed)</a:t>
            </a:r>
          </a:p>
          <a:p xmlns:a="http://schemas.openxmlformats.org/drawingml/2006/main">
            <a:r>
              <a:t>                : std::chrono::nanoseconds::zero();</a:t>
            </a:r>
          </a:p>
          <a:p xmlns:a="http://schemas.openxmlformats.org/drawingml/2006/main">
            <a:r>
              <a:t>            if (estimated_queue_age &gt; max_queue_age_) {</a:t>
            </a:r>
          </a:p>
          <a:p xmlns:a="http://schemas.openxmlformats.org/drawingml/2006/main">
            <a:r>
              <a:t>                return ControlLeaseDecision::ExcessiveQueueAge;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cpp/host/src/control/control_lease.hpp:123-132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(safe_stop_active_ || last_receive_time_ == Clock::time_point::min())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if (now - last_receive_time_ &lt;= 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cpp/host/src/control/control_lease.hpp:155-165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cpp/host/src/control/control_lease.hpp:155-165  ControlLease::update_timeout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cpp/host/src/control/control_lease.hpp:155-165  ControlLease::update_timeout</a:t>
            </a:r>
          </a:p>
          <a:p xmlns:a="http://schemas.openxmlformats.org/drawingml/2006/main">
            <a:r>
              <a:t>cpp/host/src/simulation_host.cpp:315-321  SimulationHost::make_safe_stop_input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VehicleInput SimulationHost::make_safe_stop_input()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VehicleInput input;</a:t>
            </a:r>
          </a:p>
          <a:p xmlns:a="http://schemas.openxmlformats.org/drawingml/2006/main">
            <a:r>
              <a:t>    input.brake = 1.f;</a:t>
            </a:r>
          </a:p>
          <a:p xmlns:a="http://schemas.openxmlformats.org/drawingml/2006/main">
            <a:r>
              <a:t>    input.handbrake = true;</a:t>
            </a:r>
          </a:p>
          <a:p xmlns:a="http://schemas.openxmlformats.org/drawingml/2006/main">
            <a:r>
              <a:t>    return input;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cpp/host/src/simulation_host.cpp:315-321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cpp/host/src/simulation_host.cpp:315-321  SimulationHost::make_safe_stop_input</a:t>
            </a:r>
          </a:p>
          <a:p xmlns:a="http://schemas.openxmlformats.org/drawingml/2006/main">
            <a:r>
              <a:t>cpp/host/src/simulation_host.cpp:635-648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update_hard_timeout(Clock::time_point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(last_receive_time_ == Clock::time_point::min()</a:t>
            </a:r>
          </a:p>
          <a:p xmlns:a="http://schemas.openxmlformats.org/drawingml/2006/main">
            <a:r>
              <a:t>            || active_key_.empty()</a:t>
            </a:r>
          </a:p>
          <a:p xmlns:a="http://schemas.openxmlformats.org/drawingml/2006/main">
            <a:r>
              <a:t>            || now - last_receive_time_ &lt;= hard_timeout_)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retired_sessions_.insert(active_key_);</a:t>
            </a:r>
          </a:p>
          <a:p xmlns:a="http://schemas.openxmlformats.org/drawingml/2006/main">
            <a:r>
              <a:t>        active_key_.clear();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cpp/host/src/control/control_lease.hpp:170-180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cpp/host/src/control/control_lease.hpp:170-180  ControlLease::update_hard_timeout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cpp/host/src/control/control_lease.hpp:170-180  ControlLease::update_hard_timeout</a:t>
            </a:r>
          </a:p>
          <a:p xmlns:a="http://schemas.openxmlformats.org/drawingml/2006/main">
            <a:r>
              <a:t>cpp/host/src/simulation_host.cpp:649-663  SimulationHost::run_tick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cpp/host/src/control/control_lease.hpp:155-180  ControlLease::update_timeout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highest_sequence_ = command.sequence;</a:t>
            </a:r>
          </a:p>
          <a:p xmlns:a="http://schemas.openxmlformats.org/drawingml/2006/main">
            <a:r>
              <a:t>        last_client_time_ns_ = command.client_time_ns;</a:t>
            </a:r>
          </a:p>
          <a:p xmlns:a="http://schemas.openxmlformats.org/drawingml/2006/main">
            <a:r>
              <a:t>        last_receive_time_ = received_at;</a:t>
            </a:r>
          </a:p>
          <a:p xmlns:a="http://schemas.openxmlformats.org/drawingml/2006/main">
            <a:r>
              <a:t>        safe_stop_active_ = false;</a:t>
            </a:r>
          </a:p>
          <a:p xmlns:a="http://schemas.openxmlformats.org/drawingml/2006/main">
            <a:r>
              <a:t>        return ControlLeaseDecision::Accepted;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cpp/host/src/control/control_lease.hpp:145-149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cpp/host/src/control/control_lease.hpp:145-149  ControlLease::accept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protocol/vehicle.proto:275-282  Envelope</a:t>
            </a:r>
          </a:p>
          <a:p xmlns:a="http://schemas.openxmlformats.org/drawingml/2006/main">
            <a:r>
              <a:t>protocol/vehicle.proto:92-94  EntityState::timestamp</a:t>
            </a:r>
          </a:p>
          <a:p xmlns:a="http://schemas.openxmlformats.org/drawingml/2006/main">
            <a:r>
              <a:t>unreal/DriveIntegration/Source/DriveIntegration/SimCoreClientComponent.cpp:749-759  USimCoreClientComponent::SendControl</a:t>
            </a:r>
          </a:p>
          <a:p xmlns:a="http://schemas.openxmlformats.org/drawingml/2006/main">
            <a:r>
              <a:t>cpp/host/src/control/control_lease.hpp:118-129  ControlLease::accept</a:t>
            </a:r>
          </a:p>
          <a:p xmlns:a="http://schemas.openxmlformats.org/drawingml/2006/main">
            <a:r>
              <a:t>cpp/host/config/signal_city_server.cfg:22-24  command_timeout_ms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복습할 때는 왕복을 먼저 설명한 뒤 막힌 함수만 찾아 읽습니다. 다음 권은 이 계약 위에서 클라이언트와 시뮬레이션의 실제 동작을 확장해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  <a:p xmlns:a="http://schemas.openxmlformats.org/drawingml/2006/main">
            <a:r>
              <a:t>unreal/DriveIntegration/Source/DriveIntegration/SimCoreClientComponent.cpp:749-765  USimCoreClientComponent::SendControl</a:t>
            </a:r>
          </a:p>
          <a:p xmlns:a="http://schemas.openxmlformats.org/drawingml/2006/main">
            <a:r>
              <a:t>cpp/host/src/websocket/ws_server.cpp:155-172  WsSession::do_read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위쪽은 운전 의도의 송신이며, 서버 검사를 통과해야 물리에 적용됩니다.</a:t>
            </a:r>
          </a:p>
          <a:p xmlns:a="http://schemas.openxmlformats.org/drawingml/2006/main">
            <a:r>
              <a:t>아래쪽은 계산된 WorldState의 귀환과 클라이언트 재검증입니다.</a:t>
            </a:r>
          </a:p>
          <a:p xmlns:a="http://schemas.openxmlformats.org/drawingml/2006/main">
            <a:r>
              <a:t>현재 연결·지도·Play가 정상인 예시입니다. 스로틀 0.5가 속도를 정하지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  <a:p xmlns:a="http://schemas.openxmlformats.org/drawingml/2006/main">
            <a:r>
              <a:t>unreal/DriveIntegration/Source/DriveIntegration/SimCoreClientComponent.cpp:749-765  USimCoreClientComponent::SendControl</a:t>
            </a:r>
          </a:p>
          <a:p xmlns:a="http://schemas.openxmlformats.org/drawingml/2006/main">
            <a:r>
              <a:t>cpp/host/src/websocket/ws_server.cpp:155-172  WsSession::do_read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  <a:p xmlns:a="http://schemas.openxmlformats.org/drawingml/2006/main">
            <a:r>
              <a:t>cpp/host/src/control/control_lease.hpp:118-132  ControlLease::accept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const TArray&lt;uint8&gt; Message = SimCoreProtocol::SerializeControlEnvelope(</a:t>
            </a:r>
          </a:p>
          <a:p xmlns:a="http://schemas.openxmlformats.org/drawingml/2006/main">
            <a:r>
              <a:t>		PendingControl,</a:t>
            </a:r>
          </a:p>
          <a:p xmlns:a="http://schemas.openxmlformats.org/drawingml/2006/main">
            <a:r>
              <a:t>		OutgoingSequence++,</a:t>
            </a:r>
          </a:p>
          <a:p xmlns:a="http://schemas.openxmlformats.org/drawingml/2006/main">
            <a:r>
              <a:t>		SourceId,</a:t>
            </a:r>
          </a:p>
          <a:p xmlns:a="http://schemas.openxmlformats.org/drawingml/2006/main">
            <a:r>
              <a:t>		SessionId,</a:t>
            </a:r>
          </a:p>
          <a:p xmlns:a="http://schemas.openxmlformats.org/drawingml/2006/main">
            <a:r>
              <a:t>		MapPackageChecksum);</a:t>
            </a:r>
          </a:p>
          <a:p xmlns:a="http://schemas.openxmlformats.org/drawingml/2006/main">
            <a:r>
              <a:t>	Socket-&gt;Send(Message.GetData(), Message.Num(), true);</a:t>
            </a:r>
          </a:p>
          <a:p xmlns:a="http://schemas.openxmlformats.org/drawingml/2006/main">
            <a:r>
              <a:t>	LastSentControl = PendingControl;</a:t>
            </a:r>
          </a:p>
          <a:p xmlns:a="http://schemas.openxmlformats.org/drawingml/2006/main">
            <a:r>
              <a:t>	bHasSentControl = true;</a:t>
            </a:r>
          </a:p>
          <a:p xmlns:a="http://schemas.openxmlformats.org/drawingml/2006/main">
            <a:r>
              <a:t>	bControlDirty = false;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unreal/DriveIntegration/Source/DriveIntegration/SimCoreClientComponent.cpp:754-763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  <a:p xmlns:a="http://schemas.openxmlformats.org/drawingml/2006/main">
            <a:r>
              <a:t>unreal/DriveIntegration/Source/DriveIntegration/SimCoreClientComponent.cpp:749-765  USimCoreClientComponent::SendControl</a:t>
            </a:r>
          </a:p>
          <a:p xmlns:a="http://schemas.openxmlformats.org/drawingml/2006/main">
            <a:r>
              <a:t>cpp/host/src/websocket/ws_server.cpp:155-172  WsSession::do_read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unreal/DriveIntegration/Source/DriveIntegration/SimCoreClientComponent.cpp:124-137  USimCoreClientComponent::SetControl</a:t>
            </a:r>
          </a:p>
          <a:p xmlns:a="http://schemas.openxmlformats.org/drawingml/2006/main">
            <a:r>
              <a:t>unreal/DriveIntegration/Source/DriveIntegration/SimCoreClientComponent.cpp:749-765  USimCoreClientComponent::SendControl</a:t>
            </a:r>
          </a:p>
          <a:p xmlns:a="http://schemas.openxmlformats.org/drawingml/2006/main">
            <a:r>
              <a:t>cpp/host/src/websocket/ws_server.cpp:155-172  WsSession::do_read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  <a:p xmlns:a="http://schemas.openxmlformats.org/drawingml/2006/main">
            <a:r>
              <a:t>cpp/host/src/protocol/vehicle_message_decoder.cpp:30-52  parse_client_message_envelope</a:t>
            </a:r>
          </a:p>
          <a:p xmlns:a="http://schemas.openxmlformats.org/drawingml/2006/main">
            <a:r>
              <a:t>cpp/host/src/simulation_host_session.cpp:321-379  SimulationHost::handle_control_command</a:t>
            </a:r>
          </a:p>
          <a:p xmlns:a="http://schemas.openxmlformats.org/drawingml/2006/main">
            <a:r>
              <a:t>cpp/host/src/control/control_lease.hpp:106-149  ControlLease::accept</a:t>
            </a:r>
          </a:p>
          <a:p xmlns:a="http://schemas.openxmlformats.org/drawingml/2006/main">
            <a:r>
              <a:t>cpp/host/src/simulation_host_session.cpp:191-214  SimulationHost::handle_client_message</a:t>
            </a:r>
          </a:p>
          <a:p xmlns:a="http://schemas.openxmlformats.org/drawingml/2006/main">
            <a:r>
              <a:t>cpp/host/src/control/control_lease.hpp:118-132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bool was_safe_stopped = control_lease_.safe_stop_active();</a:t>
            </a:r>
          </a:p>
          <a:p xmlns:a="http://schemas.openxmlformats.org/drawingml/2006/main">
            <a:r>
              <a:t>    const auto decision = control_lease_.accept(</a:t>
            </a:r>
          </a:p>
          <a:p xmlns:a="http://schemas.openxmlformats.org/drawingml/2006/main">
            <a:r>
              <a:t>        {command.source_id, command.session_id, command.sequence,</a:t>
            </a:r>
          </a:p>
          <a:p xmlns:a="http://schemas.openxmlformats.org/drawingml/2006/main">
            <a:r>
              <a:t>         command.client_time_ns},</a:t>
            </a:r>
          </a:p>
          <a:p xmlns:a="http://schemas.openxmlformats.org/drawingml/2006/main">
            <a:r>
              <a:t>        received_at);</a:t>
            </a:r>
          </a:p>
          <a:p xmlns:a="http://schemas.openxmlformats.org/drawingml/2006/main">
            <a:r>
              <a:t>    if (decision != ControlLeaseDecision::Accepted) {</a:t>
            </a:r>
          </a:p>
          <a:p xmlns:a="http://schemas.openxmlformats.org/drawingml/2006/main">
            <a:r>
              <a:t>        std::cerr &lt;&lt; "[Input] rejected source=" &lt;&lt; command.source_id</a:t>
            </a:r>
          </a:p>
          <a:p xmlns:a="http://schemas.openxmlformats.org/drawingml/2006/main">
            <a:r>
              <a:t>                  &lt;&lt; " session=" &lt;&lt; command.session_id</a:t>
            </a:r>
          </a:p>
          <a:p xmlns:a="http://schemas.openxmlformats.org/drawingml/2006/main">
            <a:r>
              <a:t>                  &lt;&lt; " sequence=" &lt;&lt; command.sequence &lt;&lt; ": "</a:t>
            </a:r>
          </a:p>
          <a:p xmlns:a="http://schemas.openxmlformats.org/drawingml/2006/main">
            <a:r>
              <a:t>                  &lt;&lt; control_lease_decision_message(decision) &lt;&lt; "\n";</a:t>
            </a:r>
          </a:p>
          <a:p xmlns:a="http://schemas.openxmlformats.org/drawingml/2006/main">
            <a:r>
              <a:t>        return ClientMessageResult::Rejected;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cpp/host/src/simulation_host_session.cpp:375-385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cpp/host/src/simulation_host_session.cpp:375-392  SimulationHost::handle_control_command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simcore::Envelope envelope;</a:t>
            </a:r>
          </a:p>
          <a:p xmlns:a="http://schemas.openxmlformats.org/drawingml/2006/main">
            <a:r>
              <a:t>    fill_envelope(envelope, metadata);</a:t>
            </a:r>
          </a:p>
          <a:p xmlns:a="http://schemas.openxmlformats.org/drawingml/2006/main">
            <a:r>
              <a:t>    auto* world_state = envelope.mutable_world_state();</a:t>
            </a:r>
          </a:p>
          <a:p xmlns:a="http://schemas.openxmlformats.org/drawingml/2006/main">
            <a:r>
              <a:t>    fill_entity_state(*world_state-&gt;add_entities(), state, ego_vehicle_class);</a:t>
            </a:r>
          </a:p>
          <a:p xmlns:a="http://schemas.openxmlformats.org/drawingml/2006/main">
            <a:r>
              <a:t>    if (health) {</a:t>
            </a:r>
          </a:p>
          <a:p xmlns:a="http://schemas.openxmlformats.org/drawingml/2006/main">
            <a:r>
              <a:t>        fill_health(*world_state-&gt;mutable_health(), *health);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cpp/host/src/protocol/vehicle_messages.cpp:443-449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cpp/host/src/protocol/vehicle_messages.cpp:433-449  serialize_world_state_envelope</a:t>
            </a:r>
          </a:p>
          <a:p xmlns:a="http://schemas.openxmlformats.org/drawingml/2006/main">
            <a:r>
              <a:t>cpp/host/src/protocol/vehicle_messages.cpp:594-599  serialize_world_state_envelope</a:t>
            </a:r>
          </a:p>
          <a:p xmlns:a="http://schemas.openxmlformats.org/drawingml/2006/main">
            <a:r>
              <a:t>protocol/vehicle.proto:222-231  WorldState</a:t>
            </a:r>
          </a:p>
          <a:p xmlns:a="http://schemas.openxmlformats.org/drawingml/2006/main">
            <a:r>
              <a:t>cpp/host/src/websocket/ws_server.cpp:70-80  WsSession::send_initial_binary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	LastStateArrivalTimeSeconds = ArrivalTimeSeconds;</a:t>
            </a:r>
          </a:p>
          <a:p xmlns:a="http://schemas.openxmlformats.org/drawingml/2006/main">
            <a:r>
              <a:t>	PerformanceCapture.ObserveAcceptedState(ArrivalTimeSeconds, Parsed.Sequence);</a:t>
            </a:r>
          </a:p>
          <a:p xmlns:a="http://schemas.openxmlformats.org/drawingml/2006/main">
            <a:r>
              <a:t>	++ReceivedStateCount;</a:t>
            </a:r>
          </a:p>
          <a:p xmlns:a="http://schemas.openxmlformats.org/drawingml/2006/main">
            <a:r>
              <a:t>	LatestState = MoveTemp(Parsed);</a:t>
            </a:r>
          </a:p>
          <a:p xmlns:a="http://schemas.openxmlformats.org/drawingml/2006/main">
            <a:r>
              <a:t>	LatestStateReceiveTimeSeconds = ArrivalTimeSeconds;</a:t>
            </a:r>
          </a:p>
          <a:p xmlns:a="http://schemas.openxmlformats.org/drawingml/2006/main">
            <a:r>
              <a:t>	bHasState = true;</a:t>
            </a:r>
          </a:p>
          <a:p xmlns:a="http://schemas.openxmlformats.org/drawingml/2006/main">
            <a:r>
              <a:t>	bTrafficSnapshotAccepted = true;</a:t>
            </a:r>
          </a:p>
          <a:p xmlns:a="http://schemas.openxmlformats.org/drawingml/2006/main">
            <a:r>
              <a:t>	SyncRuntimeProxyActors(ParsedEntities, ArrivalTimeSeconds);</a:t>
            </a:r>
          </a:p>
          <a:p xmlns:a="http://schemas.openxmlformats.org/drawingml/2006/main">
            <a:r>
              <a:t>	TickTrafficSignals();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unreal/DriveIntegration/Source/DriveIntegration/SimCoreClientComponent.cpp:1099-1107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unreal/DriveIntegration/Source/DriveIntegration/SimCoreClientComponent.cpp:139-149  USimCoreClientComponent::GetLatestState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unreal/DriveIntegration/Source/DriveIntegration/SimCoreProtocol.cpp:19-22  WriteTag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protocol/vehicle.proto:52-64  WheelState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cpp/host/src/simulation_host_session.cpp:496-535  SimulationHost::handle_simulation_reset</a:t>
            </a:r>
          </a:p>
          <a:p xmlns:a="http://schemas.openxmlformats.org/drawingml/2006/main">
            <a:r>
              <a:t>cpp/host/src/control/control_lease.hpp:118-132  ControlLease::accept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cpp/host/src/simulation_host_session.cpp:330-335  SimulationHost::handle_control_command</a:t>
            </a:r>
          </a:p>
          <a:p xmlns:a="http://schemas.openxmlformats.org/drawingml/2006/main">
            <a:r>
              <a:t>cpp/host/src/simulation_host_session.cpp:509-535  SimulationHost::handle_simulation_reset</a:t>
            </a:r>
          </a:p>
          <a:p xmlns:a="http://schemas.openxmlformats.org/drawingml/2006/main">
            <a:r>
              <a:t>docs/study/lessons/D01-one-day-project-guide.md:673-702  5-3. 안전 정지와 강제 재접속은 다릅니다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unreal/DriveIntegration/Source/DriveIntegration/SimCoreProtocol.cpp:9-17  WriteVarint</a:t>
            </a:r>
          </a:p>
          <a:p xmlns:a="http://schemas.openxmlformats.org/drawingml/2006/main">
            <a:r>
              <a:t>unreal/DriveIntegration/Source/DriveIntegration/SimCoreProtocol.cpp:24-33  WriteFixed32</a:t>
            </a:r>
          </a:p>
          <a:p xmlns:a="http://schemas.openxmlformats.org/drawingml/2006/main">
            <a:r>
              <a:t>cpp/host/src/protocol/vehicle_message_decoder.cpp:75-83  parse_client_message_envelope</a:t>
            </a:r>
          </a:p>
          <a:p xmlns:a="http://schemas.openxmlformats.org/drawingml/2006/main">
            <a:r>
              <a:t>cpp/host/src/physics/vehicle_physics.hpp:37-37  VehicleInput::gear</a:t>
            </a:r>
          </a:p>
          <a:p xmlns:a="http://schemas.openxmlformats.org/drawingml/2006/main">
            <a:r>
              <a:t>cpp/host/src/control/control_lease.hpp:152-180  ControlLease::update_timeout</a:t>
            </a:r>
          </a:p>
          <a:p xmlns:a="http://schemas.openxmlformats.org/drawingml/2006/main">
            <a:r>
              <a:t>cpp/host/src/simulation_host_session.cpp:509-535  SimulationHost::handle_simulation_reset</a:t>
            </a:r>
          </a:p>
          <a:p xmlns:a="http://schemas.openxmlformats.org/drawingml/2006/main">
            <a:r>
              <a:t>docs/study/lessons/D01-one-day-project-guide.md:673-702  5-3. 안전 정지와 강제 재접속은 다릅니다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simcore::Envelope envelope;</a:t>
            </a:r>
          </a:p>
          <a:p xmlns:a="http://schemas.openxmlformats.org/drawingml/2006/main">
            <a:r>
              <a:t>    envelope.set_schema_version(simcore_host::kProtocolSchemaVersion);</a:t>
            </a:r>
          </a:p>
          <a:p xmlns:a="http://schemas.openxmlformats.org/drawingml/2006/main">
            <a:r>
              <a:t>    envelope.mutable_control_command()-&gt;set_throttle(0.5f);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std::string error;</a:t>
            </a:r>
          </a:p>
          <a:p xmlns:a="http://schemas.openxmlformats.org/drawingml/2006/main">
            <a:r>
              <a:t>    const auto input = simcore_host::parse_control_command_envelope(</a:t>
            </a:r>
          </a:p>
          <a:p xmlns:a="http://schemas.openxmlformats.org/drawingml/2006/main">
            <a:r>
              <a:t>        envelope.SerializeAsString(), &amp;error);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require(input.has_value(), "ControlCommand must parse: " + error);</a:t>
            </a:r>
          </a:p>
          <a:p xmlns:a="http://schemas.openxmlformats.org/drawingml/2006/main">
            <a:r>
              <a:t>    require(input-&gt;input.gear == VehicleGear::Drive,</a:t>
            </a:r>
          </a:p>
          <a:p xmlns:a="http://schemas.openxmlformats.org/drawingml/2006/main">
            <a:r>
              <a:t>            "missing gear must keep VehicleInput default Drive");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cpp/host/tests/vehicle_protocol_test.cpp:954-965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cpp/host/tests/vehicle_protocol_test.cpp:952-965  test_missing_gear_keeps_default_drive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unreal/DriveIntegration/Source/DriveIntegration/SimCoreProtocol.cpp:934-955  SerializeControlEnvelope</a:t>
            </a:r>
          </a:p>
          <a:p xmlns:a="http://schemas.openxmlformats.org/drawingml/2006/main">
            <a:r>
              <a:t>cpp/host/src/protocol/vehicle_message_decoder.cpp:30-83  parse_client_message_envelope</a:t>
            </a:r>
          </a:p>
          <a:p xmlns:a="http://schemas.openxmlformats.org/drawingml/2006/main">
            <a:r>
              <a:t>cpp/host/src/control/control_lease.hpp:75-149  ControlLease::accept</a:t>
            </a:r>
          </a:p>
          <a:p xmlns:a="http://schemas.openxmlformats.org/drawingml/2006/main">
            <a:r>
              <a:t>cpp/host/src/simulation_host_session.cpp:496-569  SimulationHost::handle_simulation_reset</a:t>
            </a:r>
          </a:p>
          <a:p xmlns:a="http://schemas.openxmlformats.org/drawingml/2006/main">
            <a:r>
              <a:t>unreal/DriveIntegration/Source/DriveIntegration/SimCoreClientComponent.cpp:1048-1108  USimCoreClientComponent::ApplyBinaryMessage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현재 입력을 안전하게 수락하는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0f4c58b4e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ddaef2a5c477e" /><Relationship Type="http://schemas.openxmlformats.org/officeDocument/2006/relationships/slideLayout" Target="/ppt/slideLayouts/slideLayout1.xml" Id="R335ce3b8f101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ce3b8f101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ed43554c044eb" /><Relationship Type="http://schemas.openxmlformats.org/officeDocument/2006/relationships/notesSlide" Target="/ppt/notesSlides/notesSlide1.xml" Id="R6efbe1eb8cbd4e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5147071824ad9" /><Relationship Type="http://schemas.openxmlformats.org/officeDocument/2006/relationships/notesSlide" Target="/ppt/notesSlides/notesSlide2.xml" Id="R67a01bca8caa42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779cdd90b4281" /><Relationship Type="http://schemas.openxmlformats.org/officeDocument/2006/relationships/notesSlide" Target="/ppt/notesSlides/notesSlide3.xml" Id="Rd2f83fc2c9524b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2faa3e3554445" /><Relationship Type="http://schemas.openxmlformats.org/officeDocument/2006/relationships/notesSlide" Target="/ppt/notesSlides/notesSlide4.xml" Id="R0a68d1632ad94d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340a11cef4c7d" /><Relationship Type="http://schemas.openxmlformats.org/officeDocument/2006/relationships/notesSlide" Target="/ppt/notesSlides/notesSlide5.xml" Id="R12d36f05cf9448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425c82c2c456f" /><Relationship Type="http://schemas.openxmlformats.org/officeDocument/2006/relationships/notesSlide" Target="/ppt/notesSlides/notesSlide6.xml" Id="R29accb2de41d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e3255c643436c" /><Relationship Type="http://schemas.openxmlformats.org/officeDocument/2006/relationships/notesSlide" Target="/ppt/notesSlides/notesSlide7.xml" Id="Re8a48176195d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9e715f2c24ee1" /><Relationship Type="http://schemas.openxmlformats.org/officeDocument/2006/relationships/notesSlide" Target="/ppt/notesSlides/notesSlide8.xml" Id="R057cfce2704d45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9deb29b074a22" /><Relationship Type="http://schemas.openxmlformats.org/officeDocument/2006/relationships/image" Target="/ppt/media/image.png" Id="R96e83bf58cc54d54" /><Relationship Type="http://schemas.openxmlformats.org/officeDocument/2006/relationships/notesSlide" Target="/ppt/notesSlides/notesSlide9.xml" Id="Rdf3e95e828f04b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24c669f204d9e" /><Relationship Type="http://schemas.openxmlformats.org/officeDocument/2006/relationships/notesSlide" Target="/ppt/notesSlides/notesSlide10.xml" Id="Rad707f488c7143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144be2f4b4ef7" /><Relationship Type="http://schemas.openxmlformats.org/officeDocument/2006/relationships/notesSlide" Target="/ppt/notesSlides/notesSlide11.xml" Id="Rad7a6c07fd8449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680d03c984385" /><Relationship Type="http://schemas.openxmlformats.org/officeDocument/2006/relationships/notesSlide" Target="/ppt/notesSlides/notesSlide12.xml" Id="R316d03b9f59643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4c64e565f4146" /><Relationship Type="http://schemas.openxmlformats.org/officeDocument/2006/relationships/notesSlide" Target="/ppt/notesSlides/notesSlide13.xml" Id="Rc832e960373247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514ff7507442b" /><Relationship Type="http://schemas.openxmlformats.org/officeDocument/2006/relationships/notesSlide" Target="/ppt/notesSlides/notesSlide14.xml" Id="Rf0fac07e6c6245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47d56c57b4e9c" /><Relationship Type="http://schemas.openxmlformats.org/officeDocument/2006/relationships/notesSlide" Target="/ppt/notesSlides/notesSlide15.xml" Id="R8c74d2e08a024a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e0ffa53754854" /><Relationship Type="http://schemas.openxmlformats.org/officeDocument/2006/relationships/notesSlide" Target="/ppt/notesSlides/notesSlide16.xml" Id="R9038f519a2cd45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458cad1b7421c" /><Relationship Type="http://schemas.openxmlformats.org/officeDocument/2006/relationships/notesSlide" Target="/ppt/notesSlides/notesSlide17.xml" Id="R8b7588624d9a4c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6eb7bb735457f" /><Relationship Type="http://schemas.openxmlformats.org/officeDocument/2006/relationships/notesSlide" Target="/ppt/notesSlides/notesSlide18.xml" Id="Rbeb889ceda5542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7b428b1004527" /><Relationship Type="http://schemas.openxmlformats.org/officeDocument/2006/relationships/notesSlide" Target="/ppt/notesSlides/notesSlide19.xml" Id="R367ae166df8c4a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bb7691f4c4bc9" /><Relationship Type="http://schemas.openxmlformats.org/officeDocument/2006/relationships/notesSlide" Target="/ppt/notesSlides/notesSlide20.xml" Id="R1fde6c03d68745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53d92ed4847cf" /><Relationship Type="http://schemas.openxmlformats.org/officeDocument/2006/relationships/notesSlide" Target="/ppt/notesSlides/notesSlide21.xml" Id="R6be453044c4648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2ef73e5694bb4" /><Relationship Type="http://schemas.openxmlformats.org/officeDocument/2006/relationships/notesSlide" Target="/ppt/notesSlides/notesSlide22.xml" Id="R133350080dc54a5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13fa307f54c98" /><Relationship Type="http://schemas.openxmlformats.org/officeDocument/2006/relationships/notesSlide" Target="/ppt/notesSlides/notesSlide23.xml" Id="Rc503b765fc5741e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89a3857c47f3" /><Relationship Type="http://schemas.openxmlformats.org/officeDocument/2006/relationships/notesSlide" Target="/ppt/notesSlides/notesSlide24.xml" Id="R92ee672474fa400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309ea45dc4d67" /><Relationship Type="http://schemas.openxmlformats.org/officeDocument/2006/relationships/image" Target="/ppt/media/image2.png" Id="R2d24e77410364f24" /><Relationship Type="http://schemas.openxmlformats.org/officeDocument/2006/relationships/notesSlide" Target="/ppt/notesSlides/notesSlide25.xml" Id="R92ec185d97fe4f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fae68238a4de2" /><Relationship Type="http://schemas.openxmlformats.org/officeDocument/2006/relationships/notesSlide" Target="/ppt/notesSlides/notesSlide26.xml" Id="R46d560e5759f4aa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deb223a6d4c54" /><Relationship Type="http://schemas.openxmlformats.org/officeDocument/2006/relationships/notesSlide" Target="/ppt/notesSlides/notesSlide27.xml" Id="Rc73783ed7dc840b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f867ade204002" /><Relationship Type="http://schemas.openxmlformats.org/officeDocument/2006/relationships/notesSlide" Target="/ppt/notesSlides/notesSlide28.xml" Id="R914d4abb24be4be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04845dd644059" /><Relationship Type="http://schemas.openxmlformats.org/officeDocument/2006/relationships/notesSlide" Target="/ppt/notesSlides/notesSlide29.xml" Id="Re85ac9234dfa42c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c027ecd934ecf" /><Relationship Type="http://schemas.openxmlformats.org/officeDocument/2006/relationships/notesSlide" Target="/ppt/notesSlides/notesSlide30.xml" Id="R9e54b021551a4e6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cc29da55e4cba" /><Relationship Type="http://schemas.openxmlformats.org/officeDocument/2006/relationships/notesSlide" Target="/ppt/notesSlides/notesSlide31.xml" Id="R6868c4f3c4434c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38f36dab54483" /><Relationship Type="http://schemas.openxmlformats.org/officeDocument/2006/relationships/notesSlide" Target="/ppt/notesSlides/notesSlide32.xml" Id="Rf6733dea745543a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eaf5208c94e40" /><Relationship Type="http://schemas.openxmlformats.org/officeDocument/2006/relationships/notesSlide" Target="/ppt/notesSlides/notesSlide33.xml" Id="R02667d3de2684c8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a4d365b9645cc" /><Relationship Type="http://schemas.openxmlformats.org/officeDocument/2006/relationships/notesSlide" Target="/ppt/notesSlides/notesSlide34.xml" Id="R60ab7cdbc9bd4e8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79d9f4ed24db1" /><Relationship Type="http://schemas.openxmlformats.org/officeDocument/2006/relationships/notesSlide" Target="/ppt/notesSlides/notesSlide35.xml" Id="R21bfce02210f41c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025cf8a554ddd" /><Relationship Type="http://schemas.openxmlformats.org/officeDocument/2006/relationships/notesSlide" Target="/ppt/notesSlides/notesSlide36.xml" Id="R6b6ad8fcc9b44b2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b43bb34934d92" /><Relationship Type="http://schemas.openxmlformats.org/officeDocument/2006/relationships/notesSlide" Target="/ppt/notesSlides/notesSlide37.xml" Id="Rd7acae7422d546b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92b65d67b4e52" /><Relationship Type="http://schemas.openxmlformats.org/officeDocument/2006/relationships/notesSlide" Target="/ppt/notesSlides/notesSlide38.xml" Id="Re3d0e051432f400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1f2f12cc84613" /><Relationship Type="http://schemas.openxmlformats.org/officeDocument/2006/relationships/image" Target="/ppt/media/image3.png" Id="Ra661486bd6854af0" /><Relationship Type="http://schemas.openxmlformats.org/officeDocument/2006/relationships/notesSlide" Target="/ppt/notesSlides/notesSlide39.xml" Id="R9af254d1c1604dd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3e69eb4645f2" /><Relationship Type="http://schemas.openxmlformats.org/officeDocument/2006/relationships/notesSlide" Target="/ppt/notesSlides/notesSlide40.xml" Id="R1ea5783641a4436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5324345444ff9" /><Relationship Type="http://schemas.openxmlformats.org/officeDocument/2006/relationships/notesSlide" Target="/ppt/notesSlides/notesSlide41.xml" Id="Ra09be1ed4e6241d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1057ab7c941c8" /><Relationship Type="http://schemas.openxmlformats.org/officeDocument/2006/relationships/notesSlide" Target="/ppt/notesSlides/notesSlide42.xml" Id="R804931c4a5464c1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b7e8e19194aec" /><Relationship Type="http://schemas.openxmlformats.org/officeDocument/2006/relationships/notesSlide" Target="/ppt/notesSlides/notesSlide43.xml" Id="Rfb942ef32501462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869ecab6a498e" /><Relationship Type="http://schemas.openxmlformats.org/officeDocument/2006/relationships/notesSlide" Target="/ppt/notesSlides/notesSlide44.xml" Id="Red083e783c3e4a7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2fb58a2404671" /><Relationship Type="http://schemas.openxmlformats.org/officeDocument/2006/relationships/notesSlide" Target="/ppt/notesSlides/notesSlide45.xml" Id="R0002625914f54ae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5d13f120a4250" /><Relationship Type="http://schemas.openxmlformats.org/officeDocument/2006/relationships/notesSlide" Target="/ppt/notesSlides/notesSlide46.xml" Id="Ra8a38fa68ce7423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6953ba5534429" /><Relationship Type="http://schemas.openxmlformats.org/officeDocument/2006/relationships/image" Target="/ppt/media/image4.png" Id="Rda9e549970374408" /><Relationship Type="http://schemas.openxmlformats.org/officeDocument/2006/relationships/notesSlide" Target="/ppt/notesSlides/notesSlide47.xml" Id="R85a55c0bedf644d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6f03e56d1462d" /><Relationship Type="http://schemas.openxmlformats.org/officeDocument/2006/relationships/notesSlide" Target="/ppt/notesSlides/notesSlide48.xml" Id="R3c69bb56134d42a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860e7c5eb4424" /><Relationship Type="http://schemas.openxmlformats.org/officeDocument/2006/relationships/notesSlide" Target="/ppt/notesSlides/notesSlide49.xml" Id="R1cba2f1b8402486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4bb98bf41405b" /><Relationship Type="http://schemas.openxmlformats.org/officeDocument/2006/relationships/notesSlide" Target="/ppt/notesSlides/notesSlide50.xml" Id="R0f8b07abd1484e1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3c3d52f774518" /><Relationship Type="http://schemas.openxmlformats.org/officeDocument/2006/relationships/notesSlide" Target="/ppt/notesSlides/notesSlide51.xml" Id="R38d4ebe2b37d4db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942a8b32447b3" /><Relationship Type="http://schemas.openxmlformats.org/officeDocument/2006/relationships/notesSlide" Target="/ppt/notesSlides/notesSlide52.xml" Id="Rf14dbda006444ed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e60ef8d0c4e33" /><Relationship Type="http://schemas.openxmlformats.org/officeDocument/2006/relationships/notesSlide" Target="/ppt/notesSlides/notesSlide53.xml" Id="R5fc32ed5d3d74bb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e62bb01074239" /><Relationship Type="http://schemas.openxmlformats.org/officeDocument/2006/relationships/notesSlide" Target="/ppt/notesSlides/notesSlide54.xml" Id="R07095921d0924b0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3202f76314361" /><Relationship Type="http://schemas.openxmlformats.org/officeDocument/2006/relationships/notesSlide" Target="/ppt/notesSlides/notesSlide55.xml" Id="R98149b63eab94a0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4031491594d12" /><Relationship Type="http://schemas.openxmlformats.org/officeDocument/2006/relationships/notesSlide" Target="/ppt/notesSlides/notesSlide56.xml" Id="R03d07d434c874ca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f5ee844804624" /><Relationship Type="http://schemas.openxmlformats.org/officeDocument/2006/relationships/notesSlide" Target="/ppt/notesSlides/notesSlide57.xml" Id="Rc80074f95eb2495a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8454821cb421a" /><Relationship Type="http://schemas.openxmlformats.org/officeDocument/2006/relationships/notesSlide" Target="/ppt/notesSlides/notesSlide58.xml" Id="Rccb89b187594415f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ab4ce99724ed6" /><Relationship Type="http://schemas.openxmlformats.org/officeDocument/2006/relationships/notesSlide" Target="/ppt/notesSlides/notesSlide59.xml" Id="Ra339564184914a30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c7dcb87904a6c" /><Relationship Type="http://schemas.openxmlformats.org/officeDocument/2006/relationships/notesSlide" Target="/ppt/notesSlides/notesSlide60.xml" Id="R2dde469dd77e4881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b41572ca24ca3" /><Relationship Type="http://schemas.openxmlformats.org/officeDocument/2006/relationships/notesSlide" Target="/ppt/notesSlides/notesSlide61.xml" Id="Rf2f4af7c364d4084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818b66e474406" /><Relationship Type="http://schemas.openxmlformats.org/officeDocument/2006/relationships/image" Target="/ppt/media/image5.png" Id="Re302424897174a2a" /><Relationship Type="http://schemas.openxmlformats.org/officeDocument/2006/relationships/notesSlide" Target="/ppt/notesSlides/notesSlide62.xml" Id="Re8d54b71721c4a5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a881767ed4425" /><Relationship Type="http://schemas.openxmlformats.org/officeDocument/2006/relationships/notesSlide" Target="/ppt/notesSlides/notesSlide63.xml" Id="R3299598962234c4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2583ba97e45fc" /><Relationship Type="http://schemas.openxmlformats.org/officeDocument/2006/relationships/notesSlide" Target="/ppt/notesSlides/notesSlide64.xml" Id="R139c7755ce3546a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d6a14ec324596" /><Relationship Type="http://schemas.openxmlformats.org/officeDocument/2006/relationships/notesSlide" Target="/ppt/notesSlides/notesSlide65.xml" Id="R943805bf16d14f4d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a40ef2a5d4f21" /><Relationship Type="http://schemas.openxmlformats.org/officeDocument/2006/relationships/notesSlide" Target="/ppt/notesSlides/notesSlide66.xml" Id="R653ad497caf245e3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abe3360994b01" /><Relationship Type="http://schemas.openxmlformats.org/officeDocument/2006/relationships/notesSlide" Target="/ppt/notesSlides/notesSlide67.xml" Id="R513f51cb983a4d03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85a5889b04068" /><Relationship Type="http://schemas.openxmlformats.org/officeDocument/2006/relationships/notesSlide" Target="/ppt/notesSlides/notesSlide68.xml" Id="Rb4edc0ae97734c22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e1b5379e34936" /><Relationship Type="http://schemas.openxmlformats.org/officeDocument/2006/relationships/notesSlide" Target="/ppt/notesSlides/notesSlide69.xml" Id="R2a610984bb994a7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741fa56a846c6" /><Relationship Type="http://schemas.openxmlformats.org/officeDocument/2006/relationships/notesSlide" Target="/ppt/notesSlides/notesSlide70.xml" Id="R7da7047edef4468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81d8b1bc848b8" /><Relationship Type="http://schemas.openxmlformats.org/officeDocument/2006/relationships/notesSlide" Target="/ppt/notesSlides/notesSlide71.xml" Id="R446f9f76c9f147b6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0b7a3d08e474c" /><Relationship Type="http://schemas.openxmlformats.org/officeDocument/2006/relationships/notesSlide" Target="/ppt/notesSlides/notesSlide72.xml" Id="R9794aa70f8f747e2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ff61aadf44717" /><Relationship Type="http://schemas.openxmlformats.org/officeDocument/2006/relationships/image" Target="/ppt/media/image6.png" Id="Re4f2d94e429d43ce" /><Relationship Type="http://schemas.openxmlformats.org/officeDocument/2006/relationships/notesSlide" Target="/ppt/notesSlides/notesSlide73.xml" Id="Re94182f997a142ed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797522ff24fc0" /><Relationship Type="http://schemas.openxmlformats.org/officeDocument/2006/relationships/notesSlide" Target="/ppt/notesSlides/notesSlide74.xml" Id="R6e552271ca8a4486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b221931d3462f" /><Relationship Type="http://schemas.openxmlformats.org/officeDocument/2006/relationships/notesSlide" Target="/ppt/notesSlides/notesSlide75.xml" Id="Rd815f2ae9cf047f9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777d24632434d" /><Relationship Type="http://schemas.openxmlformats.org/officeDocument/2006/relationships/notesSlide" Target="/ppt/notesSlides/notesSlide76.xml" Id="Re32a94784f20449a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1e9386f7c45e5" /><Relationship Type="http://schemas.openxmlformats.org/officeDocument/2006/relationships/notesSlide" Target="/ppt/notesSlides/notesSlide77.xml" Id="R6600f8866e85464f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690b3bd404576" /><Relationship Type="http://schemas.openxmlformats.org/officeDocument/2006/relationships/notesSlide" Target="/ppt/notesSlides/notesSlide78.xml" Id="Ra42ecdbb039142b0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7a38ea8484cb3" /><Relationship Type="http://schemas.openxmlformats.org/officeDocument/2006/relationships/notesSlide" Target="/ppt/notesSlides/notesSlide79.xml" Id="R159d9df2d1594fde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914fbc863415d" /><Relationship Type="http://schemas.openxmlformats.org/officeDocument/2006/relationships/notesSlide" Target="/ppt/notesSlides/notesSlide80.xml" Id="R1a7e270bfede493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063d6074e4275" /><Relationship Type="http://schemas.openxmlformats.org/officeDocument/2006/relationships/notesSlide" Target="/ppt/notesSlides/notesSlide81.xml" Id="R5630e33096b4496a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80511992d404d" /><Relationship Type="http://schemas.openxmlformats.org/officeDocument/2006/relationships/notesSlide" Target="/ppt/notesSlides/notesSlide82.xml" Id="R68c599c938d54bbc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a6c0840874e66" /><Relationship Type="http://schemas.openxmlformats.org/officeDocument/2006/relationships/notesSlide" Target="/ppt/notesSlides/notesSlide83.xml" Id="R61c43eb8b42a4347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3a518eb4d474c" /><Relationship Type="http://schemas.openxmlformats.org/officeDocument/2006/relationships/notesSlide" Target="/ppt/notesSlides/notesSlide84.xml" Id="Raed5cbc9298041b2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98d3704764d8e" /><Relationship Type="http://schemas.openxmlformats.org/officeDocument/2006/relationships/notesSlide" Target="/ppt/notesSlides/notesSlide85.xml" Id="R1ed747d62258454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5018a6f514c46" /><Relationship Type="http://schemas.openxmlformats.org/officeDocument/2006/relationships/notesSlide" Target="/ppt/notesSlides/notesSlide86.xml" Id="Rb9bef890a8964441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e957d12564141" /><Relationship Type="http://schemas.openxmlformats.org/officeDocument/2006/relationships/notesSlide" Target="/ppt/notesSlides/notesSlide87.xml" Id="R891eb068bcde42b6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b562e32c24806" /><Relationship Type="http://schemas.openxmlformats.org/officeDocument/2006/relationships/notesSlide" Target="/ppt/notesSlides/notesSlide88.xml" Id="R85623fb0d06744ab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3c2dffc5649bc" /><Relationship Type="http://schemas.openxmlformats.org/officeDocument/2006/relationships/notesSlide" Target="/ppt/notesSlides/notesSlide89.xml" Id="R5be18ef82e754384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e7294504b4a1c" /><Relationship Type="http://schemas.openxmlformats.org/officeDocument/2006/relationships/notesSlide" Target="/ppt/notesSlides/notesSlide90.xml" Id="R2fa79f7cc4354b72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54e7af3f54875" /><Relationship Type="http://schemas.openxmlformats.org/officeDocument/2006/relationships/notesSlide" Target="/ppt/notesSlides/notesSlide91.xml" Id="R0b2776fc7ed34bda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7ffc9ccdb4dff" /><Relationship Type="http://schemas.openxmlformats.org/officeDocument/2006/relationships/image" Target="/ppt/media/image7.png" Id="R19e6ae4df1974926" /><Relationship Type="http://schemas.openxmlformats.org/officeDocument/2006/relationships/notesSlide" Target="/ppt/notesSlides/notesSlide92.xml" Id="R72140e6e35034a59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47b03dd0d4409" /><Relationship Type="http://schemas.openxmlformats.org/officeDocument/2006/relationships/notesSlide" Target="/ppt/notesSlides/notesSlide93.xml" Id="Ra46ae8b0387a4e15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c58c35bd649c6" /><Relationship Type="http://schemas.openxmlformats.org/officeDocument/2006/relationships/notesSlide" Target="/ppt/notesSlides/notesSlide94.xml" Id="Rdc72cd6da1f34a4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9d1896bc7428a" /><Relationship Type="http://schemas.openxmlformats.org/officeDocument/2006/relationships/notesSlide" Target="/ppt/notesSlides/notesSlide95.xml" Id="Rda87fa638afe4430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5d982f6dd4e80" /><Relationship Type="http://schemas.openxmlformats.org/officeDocument/2006/relationships/notesSlide" Target="/ppt/notesSlides/notesSlide96.xml" Id="R474be04d343745ab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90c0773db4b2f" /><Relationship Type="http://schemas.openxmlformats.org/officeDocument/2006/relationships/notesSlide" Target="/ppt/notesSlides/notesSlide97.xml" Id="Rd84cc42870784472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d9c534fea48cf" /><Relationship Type="http://schemas.openxmlformats.org/officeDocument/2006/relationships/notesSlide" Target="/ppt/notesSlides/notesSlide98.xml" Id="R428ec56801d2468a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e3125ad894a99" /><Relationship Type="http://schemas.openxmlformats.org/officeDocument/2006/relationships/notesSlide" Target="/ppt/notesSlides/notesSlide99.xml" Id="Rae1013b5da7e481c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df8ef7de147f3" /><Relationship Type="http://schemas.openxmlformats.org/officeDocument/2006/relationships/notesSlide" Target="/ppt/notesSlides/notesSlide100.xml" Id="R332a8d2d784b4a5d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1d48d2dd54eb7" /><Relationship Type="http://schemas.openxmlformats.org/officeDocument/2006/relationships/notesSlide" Target="/ppt/notesSlides/notesSlide101.xml" Id="Rd45fe54953f3456c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71adc182d4b23" /><Relationship Type="http://schemas.openxmlformats.org/officeDocument/2006/relationships/notesSlide" Target="/ppt/notesSlides/notesSlide102.xml" Id="R68973494596e430a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9e58f6fd04804" /><Relationship Type="http://schemas.openxmlformats.org/officeDocument/2006/relationships/notesSlide" Target="/ppt/notesSlides/notesSlide103.xml" Id="R85fe52196dc4441b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f4247e8a54e33" /><Relationship Type="http://schemas.openxmlformats.org/officeDocument/2006/relationships/notesSlide" Target="/ppt/notesSlides/notesSlide104.xml" Id="R40b820ce7f07410e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07696810e4e03" /><Relationship Type="http://schemas.openxmlformats.org/officeDocument/2006/relationships/notesSlide" Target="/ppt/notesSlides/notesSlide105.xml" Id="R96773af89aa9459d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fea3621894b6e" /><Relationship Type="http://schemas.openxmlformats.org/officeDocument/2006/relationships/notesSlide" Target="/ppt/notesSlides/notesSlide106.xml" Id="R4177af258fab44a4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fc9de6b374e63" /><Relationship Type="http://schemas.openxmlformats.org/officeDocument/2006/relationships/notesSlide" Target="/ppt/notesSlides/notesSlide107.xml" Id="R62a9fcb3e971403e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342dde4cc439c" /><Relationship Type="http://schemas.openxmlformats.org/officeDocument/2006/relationships/notesSlide" Target="/ppt/notesSlides/notesSlide108.xml" Id="Rf42e2179f41b4efe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59f04a3d3441d" /><Relationship Type="http://schemas.openxmlformats.org/officeDocument/2006/relationships/image" Target="/ppt/media/image8.png" Id="Re4eefb93958441d4" /><Relationship Type="http://schemas.openxmlformats.org/officeDocument/2006/relationships/notesSlide" Target="/ppt/notesSlides/notesSlide109.xml" Id="R34e26bae42bd480d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b101231724577" /><Relationship Type="http://schemas.openxmlformats.org/officeDocument/2006/relationships/notesSlide" Target="/ppt/notesSlides/notesSlide110.xml" Id="R1b3ac23236f04cd5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4c36ebeb24651" /><Relationship Type="http://schemas.openxmlformats.org/officeDocument/2006/relationships/notesSlide" Target="/ppt/notesSlides/notesSlide111.xml" Id="R036488c2f16f4f33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56fd96d4444d8" /><Relationship Type="http://schemas.openxmlformats.org/officeDocument/2006/relationships/notesSlide" Target="/ppt/notesSlides/notesSlide112.xml" Id="R09fc32ddaf504980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d514485e34de2" /><Relationship Type="http://schemas.openxmlformats.org/officeDocument/2006/relationships/notesSlide" Target="/ppt/notesSlides/notesSlide113.xml" Id="Re2f18e329b8242c1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d0fc537814ebc" /><Relationship Type="http://schemas.openxmlformats.org/officeDocument/2006/relationships/notesSlide" Target="/ppt/notesSlides/notesSlide114.xml" Id="R1fe235059f154c37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31f59f0494252" /><Relationship Type="http://schemas.openxmlformats.org/officeDocument/2006/relationships/notesSlide" Target="/ppt/notesSlides/notesSlide115.xml" Id="Ra76ea368f62940f9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eb1611b5d45b8" /><Relationship Type="http://schemas.openxmlformats.org/officeDocument/2006/relationships/notesSlide" Target="/ppt/notesSlides/notesSlide116.xml" Id="Rd0f3e0a5e21c49ab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ef141c73e4713" /><Relationship Type="http://schemas.openxmlformats.org/officeDocument/2006/relationships/notesSlide" Target="/ppt/notesSlides/notesSlide117.xml" Id="Rbc8ca442a6294f48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9c2d636164f12" /><Relationship Type="http://schemas.openxmlformats.org/officeDocument/2006/relationships/notesSlide" Target="/ppt/notesSlides/notesSlide118.xml" Id="R039d183cf4d24fad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d9fc2e86945f4" /><Relationship Type="http://schemas.openxmlformats.org/officeDocument/2006/relationships/notesSlide" Target="/ppt/notesSlides/notesSlide119.xml" Id="Rc0632c44f7fc4abf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34c41d2134948" /><Relationship Type="http://schemas.openxmlformats.org/officeDocument/2006/relationships/notesSlide" Target="/ppt/notesSlides/notesSlide120.xml" Id="Re68ef2ba1c9441b2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211a7af5c4871" /><Relationship Type="http://schemas.openxmlformats.org/officeDocument/2006/relationships/notesSlide" Target="/ppt/notesSlides/notesSlide121.xml" Id="Ra1d71f7a4cb94e31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db7c67bb74ac9" /><Relationship Type="http://schemas.openxmlformats.org/officeDocument/2006/relationships/notesSlide" Target="/ppt/notesSlides/notesSlide122.xml" Id="R8a072dd433fb4695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2d651868d4dbf" /><Relationship Type="http://schemas.openxmlformats.org/officeDocument/2006/relationships/image" Target="/ppt/media/image9.png" Id="R5946dcc1aacb43fa" /><Relationship Type="http://schemas.openxmlformats.org/officeDocument/2006/relationships/notesSlide" Target="/ppt/notesSlides/notesSlide123.xml" Id="Rda606438b8d041a1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1c12a4beb43ce" /><Relationship Type="http://schemas.openxmlformats.org/officeDocument/2006/relationships/notesSlide" Target="/ppt/notesSlides/notesSlide124.xml" Id="R12bfc16fc9714cad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88c57587048c4" /><Relationship Type="http://schemas.openxmlformats.org/officeDocument/2006/relationships/notesSlide" Target="/ppt/notesSlides/notesSlide125.xml" Id="R4bec843e2dcd4460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ab3e6fb73463b" /><Relationship Type="http://schemas.openxmlformats.org/officeDocument/2006/relationships/notesSlide" Target="/ppt/notesSlides/notesSlide126.xml" Id="R80f0391813684412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5301f90f0429c" /><Relationship Type="http://schemas.openxmlformats.org/officeDocument/2006/relationships/notesSlide" Target="/ppt/notesSlides/notesSlide127.xml" Id="R17bb458a21024eeb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e41d93ca543d0" /><Relationship Type="http://schemas.openxmlformats.org/officeDocument/2006/relationships/notesSlide" Target="/ppt/notesSlides/notesSlide128.xml" Id="R2069c2ec112240ec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5d17b1d004c22" /><Relationship Type="http://schemas.openxmlformats.org/officeDocument/2006/relationships/notesSlide" Target="/ppt/notesSlides/notesSlide129.xml" Id="R447a0daae7ba4046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1a9b84d14329" /><Relationship Type="http://schemas.openxmlformats.org/officeDocument/2006/relationships/notesSlide" Target="/ppt/notesSlides/notesSlide130.xml" Id="Rc04c904c923c4fa9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fc0601403476f" /><Relationship Type="http://schemas.openxmlformats.org/officeDocument/2006/relationships/notesSlide" Target="/ppt/notesSlides/notesSlide131.xml" Id="R29a4fb4853a449be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d8f13cac44647" /><Relationship Type="http://schemas.openxmlformats.org/officeDocument/2006/relationships/notesSlide" Target="/ppt/notesSlides/notesSlide132.xml" Id="R31144cdc451140e9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57471cb854156" /><Relationship Type="http://schemas.openxmlformats.org/officeDocument/2006/relationships/notesSlide" Target="/ppt/notesSlides/notesSlide133.xml" Id="R7405d0ad7bcd445d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00d1d6e814ae4" /><Relationship Type="http://schemas.openxmlformats.org/officeDocument/2006/relationships/notesSlide" Target="/ppt/notesSlides/notesSlide134.xml" Id="Rfc72429ba4494ef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75f6c59bc4114" /><Relationship Type="http://schemas.openxmlformats.org/officeDocument/2006/relationships/notesSlide" Target="/ppt/notesSlides/notesSlide135.xml" Id="Rdb81a64cf7524154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77615d4dd4b43" /><Relationship Type="http://schemas.openxmlformats.org/officeDocument/2006/relationships/image" Target="/ppt/media/image10.png" Id="Rdb4eabbc8d0e42a2" /><Relationship Type="http://schemas.openxmlformats.org/officeDocument/2006/relationships/notesSlide" Target="/ppt/notesSlides/notesSlide136.xml" Id="Rcfb8515dc3334db6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9781316f0437a" /><Relationship Type="http://schemas.openxmlformats.org/officeDocument/2006/relationships/notesSlide" Target="/ppt/notesSlides/notesSlide137.xml" Id="R001b8d983917473c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f809ccd1d4416" /><Relationship Type="http://schemas.openxmlformats.org/officeDocument/2006/relationships/notesSlide" Target="/ppt/notesSlides/notesSlide138.xml" Id="Rb9e6a0a9382e4bba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f60cf95204277" /><Relationship Type="http://schemas.openxmlformats.org/officeDocument/2006/relationships/notesSlide" Target="/ppt/notesSlides/notesSlide139.xml" Id="R067749faada742e8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0d5fc33564ac7" /><Relationship Type="http://schemas.openxmlformats.org/officeDocument/2006/relationships/notesSlide" Target="/ppt/notesSlides/notesSlide140.xml" Id="R79b9e2cdd8514cac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6dfe6fd004593" /><Relationship Type="http://schemas.openxmlformats.org/officeDocument/2006/relationships/notesSlide" Target="/ppt/notesSlides/notesSlide141.xml" Id="Rfc04566725294581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a6cd39a5341a9" /><Relationship Type="http://schemas.openxmlformats.org/officeDocument/2006/relationships/notesSlide" Target="/ppt/notesSlides/notesSlide142.xml" Id="Rbb9f467b21ea4177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c59e2b84a45fe" /><Relationship Type="http://schemas.openxmlformats.org/officeDocument/2006/relationships/notesSlide" Target="/ppt/notesSlides/notesSlide143.xml" Id="R43b27c6fedd54695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4fc2b7cbf4153" /><Relationship Type="http://schemas.openxmlformats.org/officeDocument/2006/relationships/notesSlide" Target="/ppt/notesSlides/notesSlide144.xml" Id="R4ff27cbc9bb24f78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876dc7fef4950" /><Relationship Type="http://schemas.openxmlformats.org/officeDocument/2006/relationships/notesSlide" Target="/ppt/notesSlides/notesSlide145.xml" Id="R16c5cd0a97aa48c9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4172454fa411e" /><Relationship Type="http://schemas.openxmlformats.org/officeDocument/2006/relationships/notesSlide" Target="/ppt/notesSlides/notesSlide146.xml" Id="R9006f2d11ea342c4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a715da5754d44" /><Relationship Type="http://schemas.openxmlformats.org/officeDocument/2006/relationships/notesSlide" Target="/ppt/notesSlides/notesSlide147.xml" Id="R045a6045001a4320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2da76dbb64506" /><Relationship Type="http://schemas.openxmlformats.org/officeDocument/2006/relationships/notesSlide" Target="/ppt/notesSlides/notesSlide148.xml" Id="R859283a8792d41aa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3f459da544b39" /><Relationship Type="http://schemas.openxmlformats.org/officeDocument/2006/relationships/image" Target="/ppt/media/image11.png" Id="Rcc8dfbec85cf4494" /><Relationship Type="http://schemas.openxmlformats.org/officeDocument/2006/relationships/notesSlide" Target="/ppt/notesSlides/notesSlide149.xml" Id="R0fe88b92e02e4c5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872a6c40b4f43" /><Relationship Type="http://schemas.openxmlformats.org/officeDocument/2006/relationships/notesSlide" Target="/ppt/notesSlides/notesSlide150.xml" Id="R9ab7417d47ab4b44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8edf8d2654d41" /><Relationship Type="http://schemas.openxmlformats.org/officeDocument/2006/relationships/notesSlide" Target="/ppt/notesSlides/notesSlide151.xml" Id="R6ddbe0691010483e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4248323b244d4" /><Relationship Type="http://schemas.openxmlformats.org/officeDocument/2006/relationships/notesSlide" Target="/ppt/notesSlides/notesSlide152.xml" Id="R1e4a093ac5074954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8a2d47ced4ac8" /><Relationship Type="http://schemas.openxmlformats.org/officeDocument/2006/relationships/notesSlide" Target="/ppt/notesSlides/notesSlide153.xml" Id="Rf55c67d17cf542ee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f1481ae8842d6" /><Relationship Type="http://schemas.openxmlformats.org/officeDocument/2006/relationships/notesSlide" Target="/ppt/notesSlides/notesSlide154.xml" Id="Rb8e10feb14a2486c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af779d2fc47e5" /><Relationship Type="http://schemas.openxmlformats.org/officeDocument/2006/relationships/notesSlide" Target="/ppt/notesSlides/notesSlide155.xml" Id="R3ca0a86c52db410d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e0698fea04902" /><Relationship Type="http://schemas.openxmlformats.org/officeDocument/2006/relationships/notesSlide" Target="/ppt/notesSlides/notesSlide156.xml" Id="R7da2623d8dc1487d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8462d90a94b13" /><Relationship Type="http://schemas.openxmlformats.org/officeDocument/2006/relationships/notesSlide" Target="/ppt/notesSlides/notesSlide157.xml" Id="Rf7082ba168724755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56284fa544767" /><Relationship Type="http://schemas.openxmlformats.org/officeDocument/2006/relationships/notesSlide" Target="/ppt/notesSlides/notesSlide158.xml" Id="R529247cb68714faf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88c76e1844b1a" /><Relationship Type="http://schemas.openxmlformats.org/officeDocument/2006/relationships/notesSlide" Target="/ppt/notesSlides/notesSlide159.xml" Id="R24c43f359d4e439c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a6f2bcf234eb8" /><Relationship Type="http://schemas.openxmlformats.org/officeDocument/2006/relationships/notesSlide" Target="/ppt/notesSlides/notesSlide160.xml" Id="R3642e79ddb7c4210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f8d44d998480b" /><Relationship Type="http://schemas.openxmlformats.org/officeDocument/2006/relationships/notesSlide" Target="/ppt/notesSlides/notesSlide161.xml" Id="R6669c45af1bd49d7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f9427d1d548d7" /><Relationship Type="http://schemas.openxmlformats.org/officeDocument/2006/relationships/notesSlide" Target="/ppt/notesSlides/notesSlide162.xml" Id="R56d0e3305903422c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133668da847aa" /><Relationship Type="http://schemas.openxmlformats.org/officeDocument/2006/relationships/image" Target="/ppt/media/image12.png" Id="R7f60f040a114415f" /><Relationship Type="http://schemas.openxmlformats.org/officeDocument/2006/relationships/notesSlide" Target="/ppt/notesSlides/notesSlide163.xml" Id="Rf61321c3aca64693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5b3fa425847e0" /><Relationship Type="http://schemas.openxmlformats.org/officeDocument/2006/relationships/notesSlide" Target="/ppt/notesSlides/notesSlide164.xml" Id="Ra5c0489635ba440b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9968b1a694f95" /><Relationship Type="http://schemas.openxmlformats.org/officeDocument/2006/relationships/notesSlide" Target="/ppt/notesSlides/notesSlide165.xml" Id="R5aa87cdeb3924f72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e7893bcb44634" /><Relationship Type="http://schemas.openxmlformats.org/officeDocument/2006/relationships/notesSlide" Target="/ppt/notesSlides/notesSlide166.xml" Id="R6da669ecca744e8e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bf30e6fe4175" /><Relationship Type="http://schemas.openxmlformats.org/officeDocument/2006/relationships/notesSlide" Target="/ppt/notesSlides/notesSlide167.xml" Id="Ra878e4ad02ad4f61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9b14a67804c28" /><Relationship Type="http://schemas.openxmlformats.org/officeDocument/2006/relationships/notesSlide" Target="/ppt/notesSlides/notesSlide168.xml" Id="Rdb05b8632bc44fad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9f3b2d13a4b47" /><Relationship Type="http://schemas.openxmlformats.org/officeDocument/2006/relationships/notesSlide" Target="/ppt/notesSlides/notesSlide169.xml" Id="R3d561d4e8f7b4951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290fe5dfc4ad1" /><Relationship Type="http://schemas.openxmlformats.org/officeDocument/2006/relationships/notesSlide" Target="/ppt/notesSlides/notesSlide170.xml" Id="Rbc768395926d4e06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98e4b105642d8" /><Relationship Type="http://schemas.openxmlformats.org/officeDocument/2006/relationships/notesSlide" Target="/ppt/notesSlides/notesSlide171.xml" Id="R5cfbb889a5b0440c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3fc1d9e6a4a24" /><Relationship Type="http://schemas.openxmlformats.org/officeDocument/2006/relationships/notesSlide" Target="/ppt/notesSlides/notesSlide172.xml" Id="R65fb0e48eb144024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e244b98a2484b" /><Relationship Type="http://schemas.openxmlformats.org/officeDocument/2006/relationships/notesSlide" Target="/ppt/notesSlides/notesSlide173.xml" Id="Rafd026ed2cab4a61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4288982c45b5" /><Relationship Type="http://schemas.openxmlformats.org/officeDocument/2006/relationships/notesSlide" Target="/ppt/notesSlides/notesSlide174.xml" Id="R7c7fc92f73f94923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880ae79a34b50" /><Relationship Type="http://schemas.openxmlformats.org/officeDocument/2006/relationships/notesSlide" Target="/ppt/notesSlides/notesSlide175.xml" Id="R6adf540e2e1c4ea3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9c5794da44ed1" /><Relationship Type="http://schemas.openxmlformats.org/officeDocument/2006/relationships/notesSlide" Target="/ppt/notesSlides/notesSlide176.xml" Id="R828a6adb1f1f43fe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f374b35314525" /><Relationship Type="http://schemas.openxmlformats.org/officeDocument/2006/relationships/notesSlide" Target="/ppt/notesSlides/notesSlide177.xml" Id="R25af3087a4de4778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a6f4c696c495d" /><Relationship Type="http://schemas.openxmlformats.org/officeDocument/2006/relationships/notesSlide" Target="/ppt/notesSlides/notesSlide178.xml" Id="R707d60b909ba48e1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7f56dc1774c4b" /><Relationship Type="http://schemas.openxmlformats.org/officeDocument/2006/relationships/notesSlide" Target="/ppt/notesSlides/notesSlide179.xml" Id="Rd049a9a00d6f47e1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aaca38efc4fd4" /><Relationship Type="http://schemas.openxmlformats.org/officeDocument/2006/relationships/notesSlide" Target="/ppt/notesSlides/notesSlide180.xml" Id="R23e4ba4c019d4d3b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62e8e767044dc" /><Relationship Type="http://schemas.openxmlformats.org/officeDocument/2006/relationships/notesSlide" Target="/ppt/notesSlides/notesSlide181.xml" Id="Rafe0a48923c649a1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348f2dcf244ca" /><Relationship Type="http://schemas.openxmlformats.org/officeDocument/2006/relationships/image" Target="/ppt/media/image13.png" Id="R258b657d79684f77" /><Relationship Type="http://schemas.openxmlformats.org/officeDocument/2006/relationships/notesSlide" Target="/ppt/notesSlides/notesSlide182.xml" Id="R0dca5bc1ef694d72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ee3248557403c" /><Relationship Type="http://schemas.openxmlformats.org/officeDocument/2006/relationships/notesSlide" Target="/ppt/notesSlides/notesSlide183.xml" Id="R412e9b11d2d04df9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44f4f71ab4bb3" /><Relationship Type="http://schemas.openxmlformats.org/officeDocument/2006/relationships/notesSlide" Target="/ppt/notesSlides/notesSlide184.xml" Id="Rc2a8dea74d0445d4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8d058d5b542e3" /><Relationship Type="http://schemas.openxmlformats.org/officeDocument/2006/relationships/notesSlide" Target="/ppt/notesSlides/notesSlide185.xml" Id="Rb5dda003c3c64f4f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f5b197cbd491e" /><Relationship Type="http://schemas.openxmlformats.org/officeDocument/2006/relationships/notesSlide" Target="/ppt/notesSlides/notesSlide186.xml" Id="Raf552fec6fd54401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3081428f942e5" /><Relationship Type="http://schemas.openxmlformats.org/officeDocument/2006/relationships/notesSlide" Target="/ppt/notesSlides/notesSlide187.xml" Id="Rd32e0477d2b94d10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dc61f16bd42ef" /><Relationship Type="http://schemas.openxmlformats.org/officeDocument/2006/relationships/notesSlide" Target="/ppt/notesSlides/notesSlide188.xml" Id="R4e927e2314bc4e73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4230632f14060" /><Relationship Type="http://schemas.openxmlformats.org/officeDocument/2006/relationships/notesSlide" Target="/ppt/notesSlides/notesSlide189.xml" Id="R651838fbf4224af5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a47aeb0994ea9" /><Relationship Type="http://schemas.openxmlformats.org/officeDocument/2006/relationships/notesSlide" Target="/ppt/notesSlides/notesSlide190.xml" Id="Rfe2a650bb98e4974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d8554af8e41bf" /><Relationship Type="http://schemas.openxmlformats.org/officeDocument/2006/relationships/notesSlide" Target="/ppt/notesSlides/notesSlide191.xml" Id="Rccf3d72da3d540fc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f244119b04c85" /><Relationship Type="http://schemas.openxmlformats.org/officeDocument/2006/relationships/notesSlide" Target="/ppt/notesSlides/notesSlide192.xml" Id="R1dfc6e3cb2c24948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9e52811b84aa9" /><Relationship Type="http://schemas.openxmlformats.org/officeDocument/2006/relationships/notesSlide" Target="/ppt/notesSlides/notesSlide193.xml" Id="R7a1df75074744d54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e16909ae2438c" /><Relationship Type="http://schemas.openxmlformats.org/officeDocument/2006/relationships/notesSlide" Target="/ppt/notesSlides/notesSlide194.xml" Id="Rc2edc35b906a4283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52f3f988e44b6" /><Relationship Type="http://schemas.openxmlformats.org/officeDocument/2006/relationships/notesSlide" Target="/ppt/notesSlides/notesSlide195.xml" Id="R6234baf7effd4aee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3e1f135264145" /><Relationship Type="http://schemas.openxmlformats.org/officeDocument/2006/relationships/notesSlide" Target="/ppt/notesSlides/notesSlide196.xml" Id="R55c019e5e5a44e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80B9F2A-112C-4EE3-8DA2-7B288DDB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기초와 Protobuf</a:t>
            </a:r>
          </a:p>
        </p:txBody>
      </p:sp>
      <p:sp>
        <p:nvSpPr>
          <p:cNvPr id="2" name="cover-230">
            <a:extLst xmlns:a="http://schemas.openxmlformats.org/drawingml/2006/main">
              <a:ext uri="{FF2B5EF4-FFF2-40B4-BE49-F238E27FC236}">
                <a16:creationId xmlns:a16="http://schemas.microsoft.com/office/drawing/2014/main" id="{7529C819-5EB6-4548-B2B2-9544863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01권  Drive Integration</a:t>
            </a:r>
          </a:p>
        </p:txBody>
      </p:sp>
      <p:sp>
        <p:nvSpPr>
          <p:cNvPr id="3" name="cover-313.28">
            <a:extLst xmlns:a="http://schemas.openxmlformats.org/drawingml/2006/main">
              <a:ext uri="{FF2B5EF4-FFF2-40B4-BE49-F238E27FC236}">
                <a16:creationId xmlns:a16="http://schemas.microsoft.com/office/drawing/2014/main" id="{E2011DFF-16BF-42C5-B5E8-687BF0A3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3992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문제의 이유를 이해하고 코드와 값으로 따라가는 독학 교재</a:t>
            </a:r>
          </a:p>
        </p:txBody>
      </p:sp>
      <p:sp>
        <p:nvSpPr>
          <p:cNvPr id="4" name="cover-396.55999999999995">
            <a:extLst xmlns:a="http://schemas.openxmlformats.org/drawingml/2006/main">
              <a:ext uri="{FF2B5EF4-FFF2-40B4-BE49-F238E27FC236}">
                <a16:creationId xmlns:a16="http://schemas.microsoft.com/office/drawing/2014/main" id="{55FADDA3-0A6B-4472-82E1-EBA9197A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7234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단원별 해설과 소스코드 실습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1126C88-7B91-443E-9172-51F6E70A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1 / 196</a:t>
            </a:r>
          </a:p>
        </p:txBody>
      </p:sp>
    </p:spTree>
    <p:extLst>
      <p:ext uri="{BB962C8B-B14F-4D97-AF65-F5344CB8AC3E}">
        <p14:creationId xmlns:p14="http://schemas.microsoft.com/office/powerpoint/2010/main" val="316664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13A218C-74A0-4F6E-A0C2-B738F9CD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학습과 확인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C21A07-C14B-4E37-825D-27DE533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 단원은 먼저 실제 운전·통신 문제를 제시합니다. 왜 그 문제가 생기며 어떤 개념이 해결에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필요한지 확인한 뒤 코드를 읽습니다. 사용 목적과 핵심 해설은 슬라이드 본문에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4611657-3D48-4623-AAE9-A22027E6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페이지의 경로와 줄 번호는 현재 소스의 연속 구간을 가리킵니다. 바로 다음 풀이에서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입력, 조건, 상태 변경과 결과를 연결합니다. 교육용 계산은 실제 설정값·측정값과 구분합니다.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7003BA5-FAEB-4D2F-BC5C-FC044A9A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문제는 답을 보지 않고 먼저 풀어 보세요. 결과 숫자뿐 아니라 왜 그 분기를 선택했는지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설명해야 합니다. 틀린 경우 같은 단원의 예시와 코드 풀이를 다시 읽고 다음 단원으로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넘어갑니다.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7AB6E38-0F10-43C8-80C2-2DBB7E58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799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목차의 시작 쪽과 각 장의 학습 순서로 현재 위치를 찾습니다. HTML 교재에는 장·단원별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바로가기와 같은 본문이 있습니다. 노트의 추가 설명은 보충 자료이므로 본문만으로도 핵심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수업을 따라갈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F7FD248C-DEC2-4F91-A400-3782C840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2 / 196</a:t>
            </a:r>
          </a:p>
        </p:txBody>
      </p:sp>
    </p:spTree>
    <p:extLst>
      <p:ext uri="{BB962C8B-B14F-4D97-AF65-F5344CB8AC3E}">
        <p14:creationId xmlns:p14="http://schemas.microsoft.com/office/powerpoint/2010/main" val="1385263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539B8DE-D388-46D0-970C-7CC86392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6904EF2-7006-4BCA-B492-FFDE8BAE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1장 실행 구조와 코드 읽기의 출발점 · 5쪽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움직이지 않을 때 어느 프로그램의 어느 책임부터 확인할지 판단하기 위해 전체 왕복과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 단위를 배웁니다.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2E49835-BFE4-468E-BB8A-55180E2A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값을 안전하게 전달하는 C++ · 29쪽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참조와 포인터를 단순 문법으로 외우지 않고, 누가 값을 소유하며 언제 사용할 수 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판단하도록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E575DCB-D40C-418D-84F7-6F19BA9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통신 통로와 메시지 계약 · 57쪽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연결은 됐는데 조작이 안 되는 상황을 통로·메시지 경계·데이터 해석·입력 수락 단계로 나누어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756DAFA-07E8-4E46-A5F4-7A0EE762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3 / 196</a:t>
            </a:r>
          </a:p>
        </p:txBody>
      </p:sp>
    </p:spTree>
    <p:extLst>
      <p:ext uri="{BB962C8B-B14F-4D97-AF65-F5344CB8AC3E}">
        <p14:creationId xmlns:p14="http://schemas.microsoft.com/office/powerpoint/2010/main" val="1181599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C6163E2-9D24-4C4A-8882-F64D0396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2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653008D-778D-47D0-AA7B-7EC5D69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4장 Protobuf 바이트의 실제 구조 · 84쪽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파서가 무엇을 읽고 어디서 실패하는지 이해하도록 실제 바이트를 필드 번호와 값으로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손계산합니다.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0175FD0-8D86-4A3B-8DB6-9FBDE5DD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목록, 존재 여부와 호환성 · 113쪽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바이트를 읽는 데 성공했어도 바퀴 위치나 기어 의미를 잘못 해석할 수 있는 이유를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054B3D-E009-4C3B-9F37-8CDC5EA4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현재 입력을 안전하게 수락하는 조건 · 142쪽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과거 입력이나 끊어진 조종 연결이 차량을 계속 움직이지 않도록 하는 실제 제어 수락 정책을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B0EF606-260F-4071-9FFD-505C6E94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학습 안내     4 / 196</a:t>
            </a:r>
          </a:p>
        </p:txBody>
      </p:sp>
    </p:spTree>
    <p:extLst>
      <p:ext uri="{BB962C8B-B14F-4D97-AF65-F5344CB8AC3E}">
        <p14:creationId xmlns:p14="http://schemas.microsoft.com/office/powerpoint/2010/main" val="1701655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FA96F31-2FEE-49F9-9E53-0CF7F9F8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1장 실행 구조와 코드 읽기의 출발점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00DC93B-C23D-4918-B605-9BCF3466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차가 움직이지 않을 때 어느 프로그램의 어느 책임부터 확인할지 판단하기 위해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전체 왕복과 실행 단위를 배웁니다.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28CD746-852E-41A7-8488-9ADF9414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Unreal의 Play와 별도 서버 실행이 서로 다른 작업이라는 경험만 있으면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C++ 문법은 다음 장에서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D862490-6B47-418D-9AF7-5D2C25B1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운전 요청과 계산된 차량 상태의 책임을 구분합니다. 프로세스, 이벤트 루프, 콜백이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main에서 어떤 관계인지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F1C57F5-DC0C-49A6-ADF2-5C256D22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입력 한 개의 왕복을 말로 설명하고, 함수의 입력·실패·출력을 찾아 읽을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5FBAE11-8B14-4A84-9A26-A3FB640B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   5 / 196</a:t>
            </a:r>
          </a:p>
        </p:txBody>
      </p:sp>
    </p:spTree>
    <p:extLst>
      <p:ext uri="{BB962C8B-B14F-4D97-AF65-F5344CB8AC3E}">
        <p14:creationId xmlns:p14="http://schemas.microsoft.com/office/powerpoint/2010/main" val="2080449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FFA294C-B2F6-43C2-9E9F-8650422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2F131E1-9D71-4169-9083-F83C3D48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L01 W 입력 한 개의 왕복과 함수 읽기 · 7쪽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운전 요청이 계산된 상태로 돌아오는 경로를 설명하고 GetLatestState의 실패와 출력 약속을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46FEDB2-D5EE-4C96-99D1-74A93DD7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L02 프로세스, 이벤트 루프와 콜백 · 18쪽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main의 io_context와 방송 콜백을 읽고 등록 시점·호출 시점·객체 수명을 구분합니다.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4E5835D-A680-4B68-AF6F-BD7335A4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   6 / 196</a:t>
            </a:r>
          </a:p>
        </p:txBody>
      </p:sp>
    </p:spTree>
    <p:extLst>
      <p:ext uri="{BB962C8B-B14F-4D97-AF65-F5344CB8AC3E}">
        <p14:creationId xmlns:p14="http://schemas.microsoft.com/office/powerpoint/2010/main" val="207011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D9B44DB-D63C-4E38-9094-7AAA300B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 입력 한 개의 왕복과 함수 읽기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37418E0-E920-4281-BD54-0E117734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Unreal은 60fps인데 키 반응이 늦습니다. 화면 주사율만으로 서버 입력이 최신인지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판단할 수 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D0C7E9A-08B9-49F1-9AEC-5A768449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입력·계산·표시의 책임을 먼저 나누어야 카메라나 메시지 형식만 고치며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원인과 다른 곳을 수정하는 일을 줄일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BFA1EA9-B1DA-4F64-83AD-9AF7321A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운전 요청이 계산된 상태로 돌아오는 경로를 설명하고 GetLatestState의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실패와 출력 약속을 읽습니다.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58E899A-E63C-40C6-8961-3B10AE7F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Play를 눌러 서버에 연결해 본 경험이 있으면 됩니다. 함수의 세부 문법은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다시 풉니다.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67DF1DF-1B4D-4F01-9052-EB1F9718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7 / 196</a:t>
            </a:r>
          </a:p>
        </p:txBody>
      </p:sp>
    </p:spTree>
    <p:extLst>
      <p:ext uri="{BB962C8B-B14F-4D97-AF65-F5344CB8AC3E}">
        <p14:creationId xmlns:p14="http://schemas.microsoft.com/office/powerpoint/2010/main" val="1102458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7F6E1EB-4462-421E-8446-388CD5E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화면은 부드러운데 조작은 늦은 상황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E841CE1-8489-4AA3-A419-FF5DED74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카메라가 부드럽게 움직여도 운전 입력이 서버에 늦게 도착하면 차는 늦게 반응합니다. 화면을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그리는 횟수와 서버가 최신 입력으로 계산하는 시점은 서로 다른 관찰값이기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E7BBCE3-0145-45AD-83A9-8A6D9965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프로젝트에서 Unreal은 스로틀과 조향이라는 운전 의도를 보냅니다. 서버는 그 의도를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수락한 뒤 힘과 차량 상태를 계산합니다. 따라서 W 입력을 보냈다는 사실만으로 차량 위치가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바뀌었다고 판단할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9C16ACB-EF21-4A02-8400-D15F067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읽을 때는 입력 생성, 서버 수락, 계산 결과 수신, 화면 표시를 나누어 질문합니다.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단계까지 정상인지 확인하면 지연 원인을 좁힐 수 있습니다. 이 왕복이 앞으로 읽을 함수들의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위치를 정해 줍니다.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34CF97C-B81C-451E-AB18-D54E116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8 / 196</a:t>
            </a:r>
          </a:p>
        </p:txBody>
      </p:sp>
    </p:spTree>
    <p:extLst>
      <p:ext uri="{BB962C8B-B14F-4D97-AF65-F5344CB8AC3E}">
        <p14:creationId xmlns:p14="http://schemas.microsoft.com/office/powerpoint/2010/main" val="5556570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783D695-0E46-4C52-A727-E11EC395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왕복 그림을 읽는 기준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83bf58cc54d54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9079FEE1-9454-48FC-B7DB-0434FEB9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9073E5C3-2EA3-4F90-94FF-E6F1AB66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위쪽 명령은 가속·조향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요청입니다. 새 위치를 직접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지정하지 않습니다.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97D2A35A-CCDF-418F-B6E2-D60637BD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오른쪽 서버가 입력과 지면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조건으로 차량 상태를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C9600BBD-4ADF-41C6-9A3E-F596D91B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아래쪽 상태가 돌아오면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Unreal이 차체와 화면을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갱신합니다.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27354CC4-1785-4E27-9640-A8AD2439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CF566EA-F38F-41F3-9EB9-CB7A0A5D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9 / 196</a:t>
            </a:r>
          </a:p>
        </p:txBody>
      </p:sp>
    </p:spTree>
    <p:extLst>
      <p:ext uri="{BB962C8B-B14F-4D97-AF65-F5344CB8AC3E}">
        <p14:creationId xmlns:p14="http://schemas.microsoft.com/office/powerpoint/2010/main" val="1705445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1F06BB0-3760-468A-88AB-2B3321AD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왕복 그림을 읽는 기준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6AEA821-03F0-4625-B8EA-7A2A0CA3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왼쪽 Unreal은 운전 의도를 ControlCommand에 담아 보내고, 오른쪽 C++ 서버는 계산된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WorldState를 돌려줍니다. 화살표 방향은 데이터를 누가 만들고 누가 소비하는지 나타냅니다.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F199BA2-1333-4EE4-97BB-7E5F15FE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 보간은 받은 상태 사이를 부드럽게 보여 주는 작업입니다. 서버의 권한 있는 위치는 서버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계산이 갱신합니다. 이 그림을 보고 입력 메시지와 결과 메시지를 서로 바꾸어 설명하지 않는지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확인하세요.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515AEE-9223-4C69-8C0A-08A69BA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10 / 196</a:t>
            </a:r>
          </a:p>
        </p:txBody>
      </p:sp>
    </p:spTree>
    <p:extLst>
      <p:ext uri="{BB962C8B-B14F-4D97-AF65-F5344CB8AC3E}">
        <p14:creationId xmlns:p14="http://schemas.microsoft.com/office/powerpoint/2010/main" val="4750557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1C2A441-D364-4320-8180-252087CA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자료와 접지 계산의 책임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1E16278-2F1E-4DB5-BCDE-81AE291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Unreal이 지면을 측정한다는 말은 노면 위치와 높이 같은 자료를 만든다는 뜻입니다. 서버는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자료와 바퀴 위치를 사용하여 접촉을 판단하고 힘을 계산합니다. 자료 작성과 물리 계산은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연결되지만 서로 다른 책임입니다.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01A0052-4C06-4C55-BE5F-4D8F244A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경로에서는 측정 자료를 MapPackage로 내보내고 서버의 GroundQuery가 질의합니다. 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틱 서버가 Unreal에 레이를 요청한 뒤 응답을 기다리는 구조로 이해하면 실제 코드와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흐름을 상상하게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1BE76D9-1148-40D4-AFEE-CACBDC83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카메라 회전이 답답하면 표시 계층을 먼저 보고, 지면을 뚫으면 측정 자료와 서버 접촉 계산의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연결을 봅니다. 이렇게 관찰한 증상을 책임에 배치하는 이유는 관련 없는 부분까지 한꺼번에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고치지 않기 위해서입니다.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C52FD23-C1B3-4A2D-8D7C-50D65A0C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11 / 196</a:t>
            </a:r>
          </a:p>
        </p:txBody>
      </p:sp>
    </p:spTree>
    <p:extLst>
      <p:ext uri="{BB962C8B-B14F-4D97-AF65-F5344CB8AC3E}">
        <p14:creationId xmlns:p14="http://schemas.microsoft.com/office/powerpoint/2010/main" val="2789842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C32E157-2178-4B7E-BA36-2D723AE2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상태를 요청하는 실제 함수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A5EC928-8E50-4AB6-9CF3-02B0887E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unreal/DriveIntegration/Source/DriveIntegration/SimCoreClientComponent.cpp:139-149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4719D6E-C23C-4C06-B9B7-AE0A8954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5ACBC214-CA77-4F08-85E7-E959ABA8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0E613F5-ECE3-42C1-9AFA-240183F8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USimCoreClientComponent::GetLatestState(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SimCoreProtocol::FVehicleState&amp; OutState,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float&amp; OutStateAgeSeconds) const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(!bHasState)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OutState = LatestState;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OutStateAgeSeconds = static_cast&lt;float&gt;(FMath::Max(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FPlatformTime::Seconds() - LatestStateReceiveTimeSeconds));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346D796-5881-4757-8A5D-5AF0530D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bool 반환값은 성공 여부이고, OutState와 OutStateAgeSeconds는 결과를 써 주는 통로입니다.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B0F1DEAE-3C6F-4BB0-962D-49F3765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143행의 실패 경로와 144~148행의 성공 경로를 나누어 읽습니다.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ADC10C8-41C9-4055-895A-5A7A2D56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12 / 196</a:t>
            </a:r>
          </a:p>
        </p:txBody>
      </p:sp>
    </p:spTree>
    <p:extLst>
      <p:ext uri="{BB962C8B-B14F-4D97-AF65-F5344CB8AC3E}">
        <p14:creationId xmlns:p14="http://schemas.microsoft.com/office/powerpoint/2010/main" val="11780834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34D08AF-C1AE-4F78-BA14-CA5F9FD7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GetLatestState의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2B2AAC0-70AC-4AA8-B2FB-17E031A5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139~141행은 호출자가 상태와 상태 나이를 받을 수 있다는 약속입니다. 두 출력 매개변수의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&amp;는 호출자가 준비한 변수에 결과를 쓸 수 있게 합니다. 함수 뒤 const는 이 호출이 일반 멤버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바꾸지 않는다는 제한입니다.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6706EEA-A807-4C74-B73F-764F49EE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143행에서 아직 받은 상태가 없으면 즉시 false를 반환합니다. 이 경로는 출력 변수에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결과를 쓰지 않습니다. 호출자가 이전 값이 남은 변수를 그대로 읽으면 없는 최신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있다고 착각할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F3853F6-2D34-4E17-8B57-A90EE63F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144행은 저장된 상태를 복사합니다. 145~147행은 현재 시각에서 마지막 수신 시각을 빼고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음수는 0으로 제한합니다. 148행의 true는 이 출력이 이번 성공 경로에서 채워졌다는 뜻이며,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차량이 움직였다는 뜻은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DE91236-9380-4FDC-A078-44F8382D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13 / 196</a:t>
            </a:r>
          </a:p>
        </p:txBody>
      </p:sp>
    </p:spTree>
    <p:extLst>
      <p:ext uri="{BB962C8B-B14F-4D97-AF65-F5344CB8AC3E}">
        <p14:creationId xmlns:p14="http://schemas.microsoft.com/office/powerpoint/2010/main" val="812586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E25EF11-8E07-487C-A995-9B02E2C3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숫자를 넣어 읽는 성공과 실패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7FF43DF-EEBF-4F6C-AC6C-6DE9437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마지막 상태 수신 시각을 10.0초, 현재 시각을 10.2초라고 두겠습니다.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bHasState가 참이면 함수는 저장 상태를 복사하고 나이 0.2초를 돌려줍니다. 0.2초는 서버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 시간 자체가 아니라 수신 후 경과입니다.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AFAC1A6-726F-42D3-8783-0C95943F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숫자를 준비해도 bHasState가 거짓이면 143행에서 끝납니다. 출력 변수에 이전 호출의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5가 남았더라도 이번 결과로 채택할 수 없습니다. 성공 여부를 먼저 확인해야 하는 이유가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실패 경로에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914EDA3-AE37-4BF7-A965-0EC3CC2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긴 함수도 이 방법으로 읽습니다. 먼저 반환형을 보고, 결과를 쓰는 줄과 조기 반환을 찾은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호출만 따라갑니다. 이름을 모두 외우는 것보다 어떤 조건에서 어떤 값이 유효한지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설명하는 것이 우선입니다.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41AD6FC-0EF6-43B5-B3F2-7EBD0C69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14 / 196</a:t>
            </a:r>
          </a:p>
        </p:txBody>
      </p:sp>
    </p:spTree>
    <p:extLst>
      <p:ext uri="{BB962C8B-B14F-4D97-AF65-F5344CB8AC3E}">
        <p14:creationId xmlns:p14="http://schemas.microsoft.com/office/powerpoint/2010/main" val="17343872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5985230-06B7-4E19-9B8F-B544FFDF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상태의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81F8A74-40D0-4066-8650-CC9C68F9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W를 눌러 ControlCommand를 보낸 직후 서버 위치도 반드시 바뀌었다고 말할 수 있나요?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계산과 수락 단계 중 필요한 단계를 적어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8B64DAF-8C53-4E24-97D6-66E5BDE5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GetLatestState가 false를 반환했는데 OutState.Speed에 5가 남아 있습니다. HUD에 최신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5로 표시해도 되는지 실패 경로를 근거로 설명하세요.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690E281-2342-4BDC-BFA0-2631E344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카메라 보간과 노면 접지 힘을 각각 어느 책임에 연결해야 하나요? 단순히 Unreal 또는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서버라고 답하지 말고 무엇을 만들거나 계산하는지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097CCB1-1DF8-4505-B605-BC84984A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15 / 196</a:t>
            </a:r>
          </a:p>
        </p:txBody>
      </p:sp>
    </p:spTree>
    <p:extLst>
      <p:ext uri="{BB962C8B-B14F-4D97-AF65-F5344CB8AC3E}">
        <p14:creationId xmlns:p14="http://schemas.microsoft.com/office/powerpoint/2010/main" val="4672458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4A9F795-40C0-45B3-85F7-37339E91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유효한 결과를 고르는 기준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79CA575-542C-4F66-92E4-BB13CE24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답은 즉시 확정할 수 없다는 것입니다. 메시지가 도착한 뒤 서버가 현재 연결의 입력인지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검증해야 하고, 수락한 입력으로 물리 계산을 진행해야 합니다. 요청과 결과를 나누어야 통신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문제를 물리 문제로 오해하지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39E57B4-ED4F-4F4D-9C5C-AE5120CE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최신 상태로 표시하면 안 됩니다. 143행의 false 경로는 출력값을 채우지 않으므로 숫자 5는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이전 데이터일 수 있습니다. C에서 카메라는 화면 표시 책임이고 접지 힘은 측정 지면 자료를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소비하는 서버 계산 책임입니다.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4856ACB-A93C-459A-AE53-2CBB949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왕복을 설명할 때 함수 이름만 나열하지 말고 각 함수가 받는 값과 보장하는 결과를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말해 보세요. 다음 단원에서는 이 함수들이 실행되는 프로세스와 이벤트 루프를 구분하여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지연이 생길 수 있는 위치를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80C54CF-F180-4342-A120-54CFFDB1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16 / 196</a:t>
            </a:r>
          </a:p>
        </p:txBody>
      </p:sp>
    </p:spTree>
    <p:extLst>
      <p:ext uri="{BB962C8B-B14F-4D97-AF65-F5344CB8AC3E}">
        <p14:creationId xmlns:p14="http://schemas.microsoft.com/office/powerpoint/2010/main" val="5793223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43CD669-3125-4314-B46E-609924A8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23CB73A-BA5E-4659-BED6-DCC14D51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운전 요청이 계산된 상태로 돌아오는 경로를 설명하고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GetLatestState의 실패와 출력 약속을 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5B96FBA-2AF3-4E4E-959A-2C22F0B0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입력·계산·표시의 책임을 먼저 나누어야 카메라나 메시지 형식만 고치며 원인과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다른 곳을 수정하는 일을 줄일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432F25-C191-49D5-914A-EFEA5C18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함수들의 역할을 알았으므로 실제로 어느 프로그램과 실행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흐름이 이 함수들을 호출하는지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C83FB5-7F2C-41FB-9B5D-EEC7BA16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L01     17 / 196</a:t>
            </a:r>
          </a:p>
        </p:txBody>
      </p:sp>
    </p:spTree>
    <p:extLst>
      <p:ext uri="{BB962C8B-B14F-4D97-AF65-F5344CB8AC3E}">
        <p14:creationId xmlns:p14="http://schemas.microsoft.com/office/powerpoint/2010/main" val="40461954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F2483A1-4DC5-4974-B883-789E39C5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프로세스, 이벤트 루프와 콜백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BD0C422-1DE8-41DC-9156-ED65F766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비동기 통신을 썼는데 서버의 긴 계산 때문에 입력 처리도 늦어질 수 있습니다.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비동기와 병렬 실행이 같은 뜻일까요?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06D46D6-E436-4578-AD1B-F120E6D7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실행 단위를 구분해야 다른 프로세스의 주소를 보내거나, 콜백 안의 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계산이 자동으로 다른 스레드에서 실행된다고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55271A3-5465-46BB-8C40-45C29103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현재 main의 io_context와 방송 콜백을 읽고 등록 시점·호출 시점·객체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5A6E6E04-C6C2-4731-9BFF-B305567D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요청과 결과, 함수 입력과 출력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D4F3E6E-74DB-48E1-8716-C24FB24F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18 / 196</a:t>
            </a:r>
          </a:p>
        </p:txBody>
      </p:sp>
    </p:spTree>
    <p:extLst>
      <p:ext uri="{BB962C8B-B14F-4D97-AF65-F5344CB8AC3E}">
        <p14:creationId xmlns:p14="http://schemas.microsoft.com/office/powerpoint/2010/main" val="367135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059F5B-D1E3-45C4-9CEF-303731C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PC에 있어도 다른 메모리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85BCDCC-A3F2-4C09-9C79-5FF9B1AF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UnrealEditor와 simcore_publisher는 별도 프로세스입니다. 프로세스는 실행 중인 프로그램의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주소 공간과 자원을 가집니다. 서버 안의 차량 객체 주소를 Unreal에 보내도 같은 객체를 직접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읽을 수 있다는 보장이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3A32AB3-617B-4F57-B164-57B3DD43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스레드는 한 프로세스 안에서 명령의 실행 순서를 진행하는 단위입니다. 같은 프로세스의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스레드는 메모리를 공유할 수 있지만, 동시에 값을 바꿀 때는 동기화가 필요합니다. 프로세스 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통신과 공유 변수 접근은 다른 문제입니다.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DCAD49F-0495-4053-A85C-368D45C4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구분 때문에 현재 프로젝트는 차량 객체의 주소 대신 약속된 숫자와 문자열을 보냅니다.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클라이언트라는 말은 서비스를 이용하는 역할이고 스레드는 실행 단위입니다. 두 단어를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뜻으로 쓰면 디버깅 위치도 혼동하게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E5B7AF7-33D9-43AE-9D60-72610A5F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19 / 196</a:t>
            </a:r>
          </a:p>
        </p:txBody>
      </p:sp>
    </p:spTree>
    <p:extLst>
      <p:ext uri="{BB962C8B-B14F-4D97-AF65-F5344CB8AC3E}">
        <p14:creationId xmlns:p14="http://schemas.microsoft.com/office/powerpoint/2010/main" val="18954879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6A2F00-106E-4FC3-9B69-E114C138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비동기 호출이 해결하는 대기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E05290A-5044-4979-A166-61ECA1AD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동기 읽기는 필요한 결과가 나올 때까지 호출 흐름을 기다리게 할 수 있습니다. 비동기 읽기는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작업을 요청하고 완료 시 실행할 함수를 등록합니다. 결과가 준비될 때 이벤트 루프가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함수를 호출한다는 방식으로 대기를 다룹니다.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D30334C-4D15-43B2-8315-51FB39C7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 루프는 준비된 작업을 받아 실행하는 흐름입니다. 현재 main은 하나의 io_context를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만들고 ioc.run()을 호출합니다. 주 통신과 시뮬레이션 처리가 이 흐름을 공유하므로 한 콜백의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긴 계산은 다음 작업을 늦출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C6A820C-D1E5-4AAC-91C1-32370338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비동기라는 이름만으로 CPU 계산이 다른 코어에 분산된다고 기대하면 안 됩니다. 지도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로더처럼 별도 작업 경로도 있지만, 준비한 지면을 물리에 적용하는 시점은 틱 경계입니다.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위치를 코드로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F0B1EE6-4FBC-47D1-B7ED-8B58B2A0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20 / 196</a:t>
            </a:r>
          </a:p>
        </p:txBody>
      </p:sp>
    </p:spTree>
    <p:extLst>
      <p:ext uri="{BB962C8B-B14F-4D97-AF65-F5344CB8AC3E}">
        <p14:creationId xmlns:p14="http://schemas.microsoft.com/office/powerpoint/2010/main" val="15294024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25B9A93-8EF6-4644-A341-B4396A2B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방송 동작을 등록하는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8A41629-6B4F-4760-AC0E-38D6D177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cpp/host/src/main.cpp:307-311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0E920C8-DD7F-4D72-B3F5-5A0993EE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2D53F6A-5481-4A47-ADF2-47E9F010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28B8587-D9EB-4DE4-B13C-0F831C47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SimulationHostCallbacks callbacks;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callbacks.broadcast_world_state = [&amp;ws_server, &amp;ioc, &amp;physics_replay](const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std::string&amp; message)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ws_server-&gt;broadcast_binary(message);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(physics_replay &amp;&amp; physics_replay-&gt;complete()) ioc.stop();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881441F-45AC-4789-BD2E-A6CD7A5F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broadcast_world_state에 람다를 저장합니다. 이 줄을 실행할 때 아직 메시지를 방송하는 것은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2650DA38-E33E-4AA5-8AD5-F0945631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대괄호는 주변 객체를 참조하는 방식을, 괄호는 나중에 전달받을 메시지를 선언합니다.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9B40514-5932-4A06-985C-49792A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21 / 196</a:t>
            </a:r>
          </a:p>
        </p:txBody>
      </p:sp>
    </p:spTree>
    <p:extLst>
      <p:ext uri="{BB962C8B-B14F-4D97-AF65-F5344CB8AC3E}">
        <p14:creationId xmlns:p14="http://schemas.microsoft.com/office/powerpoint/2010/main" val="16541935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04AEFEF-F604-4B4F-AEFF-D80F3DA3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람다와 콜백의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B5CA307-679F-42A4-B07B-FB7DDFB8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307행은 호출할 동작들을 담는 callbacks 객체를 준비합니다. 308행은 이름 없는 함수인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람다를 멤버에 저장합니다. ws_server와 ioc 앞의 &amp;는 원래 객체를 참조하여 나중에 사용할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있게 하는 참조 캡처입니다.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3190EB-CB25-4DD0-A217-244AC7C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줄의 const std::string&amp; message는 콜백 실행 시 전달받는 메시지입니다. const는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참조를 통해 메시지를 바꾸지 않는 약속입니다. 309행이 실제 방송 호출이며, 등록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호스트가 콜백을 호출해야 도달합니다.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064FBC9-25BA-4A46-96B5-1AD1C15B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310행은 물리 재생 검사가 존재하고 완료됐다면 이벤트 루프를 멈춥니다. 모든 방송이 서버를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종료하는 조건은 아닙니다. 이 발췌를 읽을 때 참조 캡처한 객체가 콜백 실행 시에도 살아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있어야 한다는 수명 조건까지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E66972-0361-46CA-BFBC-78C1A76B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22 / 196</a:t>
            </a:r>
          </a:p>
        </p:txBody>
      </p:sp>
    </p:spTree>
    <p:extLst>
      <p:ext uri="{BB962C8B-B14F-4D97-AF65-F5344CB8AC3E}">
        <p14:creationId xmlns:p14="http://schemas.microsoft.com/office/powerpoint/2010/main" val="18692143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263D8847-C0BA-4B10-B8C6-9360F595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 루프가 실행되는 자리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8A720A1-5A88-47C3-9EA9-32629A33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cpp/host/src/main.cpp:409-413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0DFF29B-4A86-4F86-9907-4F555F8D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38ADDCF-4E92-41DA-8003-3719F2EF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1F8242F-D780-4B75-A879-E2018078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net::signal_set shutdown_signals(ioc, SIGINT, SIGTERM);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shutdown_signals.async_wait([&amp;ioc](const boost::system::error_code&amp; error, int)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(!error) ioc.stop();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ioc.run();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CA968CA-1422-428A-9A04-06E4533C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 신호가 왔을 때 실행할 콜백을 먼저 등록하고 ioc.run()으로 이벤트 처리를 시작합니다.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CF8D40D5-2EF7-42A3-80B9-781917F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io_context 생성과 run 호출은 서로 다른 작업입니다.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ADF8086-4443-4B4B-9C52-CF2C689A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23 / 196</a:t>
            </a:r>
          </a:p>
        </p:txBody>
      </p:sp>
    </p:spTree>
    <p:extLst>
      <p:ext uri="{BB962C8B-B14F-4D97-AF65-F5344CB8AC3E}">
        <p14:creationId xmlns:p14="http://schemas.microsoft.com/office/powerpoint/2010/main" val="19198615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CEAA5A-7B6F-4BD6-BBA0-1206B8A7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시간 추적: 한 콜백이 오래 걸리면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F4AA6E9-8C24-4FAB-B1CC-F2BA4845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틱 콜백이 시각 0ms에 시작하여 80ms 동안 계산한다고 가정합니다. 같은 이벤트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루프에서 20ms에 준비된 입력 수신 작업이 있어도, 실행 중인 콜백이 끝나야 다음 작업을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처리할 수 있는 상황이 생깁니다.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107B3EA-B96D-493E-ACF3-219530ED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사례에서 네트워크 연결이 유지된다는 사실은 입력 처리가 제때 실행된다는 증거가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서버가 언제 읽고 언제 검증했는지까지 나누어야 합니다. 80ms라는 수치는 원리를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설명하기 위한 가정이며 현재 측정 결과는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1A3EBE0-8354-4FFF-A031-495592A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 실행 흐름을 오래 점유하지 않도록 작업량을 제한하는 이유가 여기에 있습니다. 다만 임의로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스레드를 늘리면 공유 상태의 안전 문제가 추가됩니다. 다음 C++ 단원에서 수명과 잠금 약속을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배우는 이유도 이 연결에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E46AAD0-2E45-4372-9CD8-A7F523CE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24 / 196</a:t>
            </a:r>
          </a:p>
        </p:txBody>
      </p:sp>
    </p:spTree>
    <p:extLst>
      <p:ext uri="{BB962C8B-B14F-4D97-AF65-F5344CB8AC3E}">
        <p14:creationId xmlns:p14="http://schemas.microsoft.com/office/powerpoint/2010/main" val="8970386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DB4F77B-9A44-4EDF-BCDA-82BB028A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 등록과 실행이 이어지는 시간선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4e77410364f24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70C70F42-42A8-4BBA-9108-02516A06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706D9C35-60CA-4BD3-8909-51B2D830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등록은 동작을 저장하고,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run 이후 준비된 콜백이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EB7C4EF4-260F-4880-AC65-FE516E04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입력이 20ms에 준비돼도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80ms의 틱 종료까지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기다립니다.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0EAD61A7-3481-42D5-831D-42E5121C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교육용 시간선이며 길이는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시간 비율·측정값이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1D58129F-0873-4A59-962F-7CE7C22A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A1F274D-640A-4A90-B0FE-227D076A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25 / 196</a:t>
            </a:r>
          </a:p>
        </p:txBody>
      </p:sp>
    </p:spTree>
    <p:extLst>
      <p:ext uri="{BB962C8B-B14F-4D97-AF65-F5344CB8AC3E}">
        <p14:creationId xmlns:p14="http://schemas.microsoft.com/office/powerpoint/2010/main" val="16103281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B15D6F-A414-48F0-9CA1-A421AE27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등록과 실행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FBFC3D9-DFB7-4447-B8AD-483D28C2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callbacks.broadcast_world_state에 람다를 대입한 줄을 지나면 메시지가 이미 전송됐나요?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방송 호출이 있는 줄과 그 줄에 도달할 조건을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E10A69C-40F6-4B13-96C7-FA1F7BE1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두 프로그램이 같은 PC에서 실행 중입니다. 서버 객체의 주소를 64비트 정수로 보내면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Unreal에서 바로 역참조할 수 있나요?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BA0FB2A-AD53-4863-9416-D5FBE25A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비동기 수신을 사용하면서 같은 이벤트 루프에서 긴 계산을 실행하면 수신 콜백이 지연될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있나요? 비동기와 병렬 실행을 구분하여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F2380B-FC1E-4594-82F5-6C987471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26 / 196</a:t>
            </a:r>
          </a:p>
        </p:txBody>
      </p:sp>
    </p:spTree>
    <p:extLst>
      <p:ext uri="{BB962C8B-B14F-4D97-AF65-F5344CB8AC3E}">
        <p14:creationId xmlns:p14="http://schemas.microsoft.com/office/powerpoint/2010/main" val="6998206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49048C9-94A0-4FBF-9F7F-B74F7B2F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실행 흐름과 수명 조건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AC9DBCB-D4C8-4734-9317-729C838B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A에서는 동작을 저장했을 뿐입니다. 호스트가 저장한 콜백을 호출하면 309행이 실행됩니다.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전달한 message를 사용하는 동안 그 문자열이 유효해야 하고, 캡처한 ws_server와 ioc도 사용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시점까지 살아 있어야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089B827-0CCE-4681-AFE5-A92419BA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주소 공간이 다른 프로세스이므로 허용되는 일반 통신 방식이 아닙니다. 의미 있는 값을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직렬화해야 합니다. C는 가능합니다. 같은 실행 흐름을 점유하는 계산은 이미 준비된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작업의 실행도 늦출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FDC59D0-A81B-4329-B645-2BA12E06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함수가 언제 실행되는지와 어느 객체를 사용하는지를 따로 설명할 수 있어야 합니다.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헤더 선언을 읽을 때 &amp;나 *가 보이면 단순 기호 이름보다 값 복사 여부와 변경 권한,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유효성 조건을 먼저 질문해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4094B37-415C-42F9-89E7-A8D53218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27 / 196</a:t>
            </a:r>
          </a:p>
        </p:txBody>
      </p:sp>
    </p:spTree>
    <p:extLst>
      <p:ext uri="{BB962C8B-B14F-4D97-AF65-F5344CB8AC3E}">
        <p14:creationId xmlns:p14="http://schemas.microsoft.com/office/powerpoint/2010/main" val="5885738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C8085D6-0174-4FCA-BEB1-A1952AC8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78291F9-C8FE-49A8-B3CB-37C564C5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현재 main의 io_context와 방송 콜백을 읽고 등록 시점·호출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시점·객체 수명을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7CB07AE-5863-4AD9-8E23-558F56C9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실행 단위를 구분해야 다른 프로세스의 주소를 보내거나, 콜백 안의 긴 계산이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자동으로 다른 스레드에서 실행된다고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6B93E53-3F26-4FF4-AB43-33E6459B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실행 흐름을 알았으므로 함수가 받는 참조와 포인터가 어떤 값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 약속인지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6D9FC2A-45DA-4349-BF03-0B434CA3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C1  L02     28 / 196</a:t>
            </a:r>
          </a:p>
        </p:txBody>
      </p:sp>
    </p:spTree>
    <p:extLst>
      <p:ext uri="{BB962C8B-B14F-4D97-AF65-F5344CB8AC3E}">
        <p14:creationId xmlns:p14="http://schemas.microsoft.com/office/powerpoint/2010/main" val="29315691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BB2BB43-02A7-4ED9-BCC7-F1C53D42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값을 안전하게 전달하는 C++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F16C6E6-1E4C-4FC8-A2A3-38F6C9F0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참조와 포인터를 단순 문법으로 외우지 않고, 누가 값을 소유하며 언제 사용할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있는지 판단하도록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7ABE919-28AD-4A7E-8488-7242C24F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함수 입력·출력 구분과 프로세스/스레드 개념을 알고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B03B83E-9783-4700-96DB-36AABE50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const 참조·포인터·optional이 표현하는 서로 다른 약속을 읽습니다. 빌린 메모리의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수명과 공유 입력을 잠그는 범위를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7BA1AB6-8AF0-4E8B-9548-57003AD8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값 없음, 잘못된 수명, 동시 접근을 각각 다른 실패 원인으로 구분합니다.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79D4844-06A5-4E95-8A4E-B8CF76A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   29 / 196</a:t>
            </a:r>
          </a:p>
        </p:txBody>
      </p:sp>
    </p:spTree>
    <p:extLst>
      <p:ext uri="{BB962C8B-B14F-4D97-AF65-F5344CB8AC3E}">
        <p14:creationId xmlns:p14="http://schemas.microsoft.com/office/powerpoint/2010/main" val="68388843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B025338-B5A1-4EAC-8CB5-26EB75B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AF324DB-5F2A-42DE-9A25-126FE8D8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L03 선언, 참조, 포인터와 값 없음 · 31쪽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헤더와 구현을 연결하여 const 참조·포인터·optional의 목적과 실패 처리를 실제 코드에서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0624D2-4916-495A-B6CD-EAF404CC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 빌린 메모리의 수명과 공유 입력 잠금 · 45쪽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뷰·소유권·참조 캡처의 차이와 mutex/RAII가 보호하는 정확한 범위를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9A7B774-B839-4121-8EB3-D8E3D410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   30 / 196</a:t>
            </a:r>
          </a:p>
        </p:txBody>
      </p:sp>
    </p:spTree>
    <p:extLst>
      <p:ext uri="{BB962C8B-B14F-4D97-AF65-F5344CB8AC3E}">
        <p14:creationId xmlns:p14="http://schemas.microsoft.com/office/powerpoint/2010/main" val="19123114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EE4EED3-3D8A-47F2-9CBB-3C08A20A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선언, 참조, 포인터와 값 없음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8BA72EC-5486-4557-B605-02BC9A08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함수가 값을 복사하는지, 호출자의 변수를 바꾸는지, 결과가 없을 수 있는지 선언만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보고 알 수 있어야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A6F9C71-5887-4880-9BE1-06D95A06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출력 포인터를 무조건 사용하거나 지면 질의 실패를 높이 0으로 바꾸면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유효하지 않은 정보를 실제 상태처럼 계산하게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59D1C65-C69C-426A-98B9-2101EBB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헤더와 구현을 연결하여 const 참조·포인터·optional의 목적과 실패 처리를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코드에서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BEEBA8A-CBEB-4CA6-8555-9360078B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성공 반환과 L02의 메모리/수명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279E416-5E56-470D-ADB9-0197167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31 / 196</a:t>
            </a:r>
          </a:p>
        </p:txBody>
      </p:sp>
    </p:spTree>
    <p:extLst>
      <p:ext uri="{BB962C8B-B14F-4D97-AF65-F5344CB8AC3E}">
        <p14:creationId xmlns:p14="http://schemas.microsoft.com/office/powerpoint/2010/main" val="200975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F371796-69F5-403E-978D-572383C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 선언이 먼저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726DA3C-DCD8-4CB7-A504-750FC2B4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어떤 함수를 호출하려면 어떤 값을 넣고 어떤 결과를 받을지 알아야 합니다. 헤더는 호출자가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알아야 할 타입과 함수 선언을 제공합니다. 구현 파일은 그 약속을 실제 조건 검사와 계산으로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수행하는 본문을 담습니다.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1D8917B-DB6F-436B-8DE1-7AD52471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SimulationHost의 헤더에서 handle_client_message는 문자열 범위, 연결 세대, 수신 시각을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받습니다. 호출자가 이 정보를 제공하는 이유는 같은 바이트라도 어느 연결에서 언제 왔는지에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 수락 결과가 달라지기 때문입니다.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D349849-4FB6-4D57-B831-6B330509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헤더를 읽은 뒤 이름으로 구현을 찾으면 긴 파일도 목적을 잃지 않고 읽을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반환값과 매개변수의 역할을 한 문장으로 적고, 구현에서 그 약속을 지키는 성공 경로와 실패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각각 찾아보세요.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8C364FD-FCBC-45E9-B3CA-7B91A98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32 / 196</a:t>
            </a:r>
          </a:p>
        </p:txBody>
      </p:sp>
    </p:spTree>
    <p:extLst>
      <p:ext uri="{BB962C8B-B14F-4D97-AF65-F5344CB8AC3E}">
        <p14:creationId xmlns:p14="http://schemas.microsoft.com/office/powerpoint/2010/main" val="14095794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96E5287-0A74-496F-BE84-826DF126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처리 함수의 헤더 선언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70DF4D3-5244-4261-90F7-D9E7B71B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cpp/host/src/simulation_host.hpp:132-137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A94F825-3B02-4206-9040-615FF77A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8D10C59-9546-4427-BDB3-158119CA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F273BC4-5C3D-4CBD-A295-24DEDFA1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start();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ClientMessageResult handle_client_message(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std::string_view message,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std::uint64_t connection_generation = 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Clock::time_point received_at = Clock::now());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9D2EE37-11FB-4104-A0B4-DAE42A3B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start와 stop은 반환값이 없는 함수입니다. handle_client_message는 처리 결과를 돌려줍니다.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F9B0C05E-C393-4601-A32F-ADC6828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67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인수가 적혀 있어도 실제 호출 경로가 어떤 값을 넘기는지 따로 확인해야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041C5FC-E271-4DE9-9B42-F5DE89C8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33 / 196</a:t>
            </a:r>
          </a:p>
        </p:txBody>
      </p:sp>
    </p:spTree>
    <p:extLst>
      <p:ext uri="{BB962C8B-B14F-4D97-AF65-F5344CB8AC3E}">
        <p14:creationId xmlns:p14="http://schemas.microsoft.com/office/powerpoint/2010/main" val="117578516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CB1F810-A51D-488D-82D4-2C936D7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 발췌의 읽기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6567E5E-C325-4277-9587-9942150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132~133행의 void는 함수가 결과값을 반환하지 않는다는 뜻입니다. 134행의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ClientMessageResult는 메시지 처리를 어떤 결과로 끝냈는지 표현합니다. 반환형을 보면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호출자가 무엇을 검사해야 하는지 예상할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F0FD642-D2DC-4FA4-BB61-0EFC1906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135행의 string_view는 메시지의 메모리를 바라보는 범위입니다. 이 선언만으로 바이트의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소유권을 얻지는 않습니다. 136행은 연결 세대를 받고, 137행은 서버 수신 시각을 받습니다. 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 메시지 내용 외의 실행 맥락입니다.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0492D44-138D-4A54-ABF7-3E24D54D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 연결 세대 0과 기본 현재 시각은 인수를 생략한 호출에 적용됩니다. 이것만 보고 생산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통신 경로가 식별과 시간 검사를 생략한다고 결론 내리면 안 됩니다. 구현과 실제 호출자가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명시적으로 넘기는 값을 함께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F3E71C9-5344-4424-A7AF-0A7F78A9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34 / 196</a:t>
            </a:r>
          </a:p>
        </p:txBody>
      </p:sp>
    </p:spTree>
    <p:extLst>
      <p:ext uri="{BB962C8B-B14F-4D97-AF65-F5344CB8AC3E}">
        <p14:creationId xmlns:p14="http://schemas.microsoft.com/office/powerpoint/2010/main" val="13280421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2DA1A00-FE64-42B1-8A86-1A4D4BA9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읽기 전용 참조를 내부 값으로 복사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D238ED7-39A1-4EF1-8C5A-869D51CC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cpp/host/src/physics/vehicle_physics.cpp:629-637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80C97B9-54CD-4B2F-8CCF-6CF0C48C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B11EBCA-E025-4279-845E-6276C3C8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5791EC0-5C31-4BA6-A52B-554483DD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VehiclePhysics::set_input(const VehicleInput&amp; input)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std::lock_guard lock(input_mutex_);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 = input;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input_.throttle = std::isfinite(input_.throttle)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? std::clamp(input_.throttle, 0.f, 1.f) :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input_.brake = std::isfinite(input_.brake)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? std::clamp(input_.brake, 0.f, 1.f) :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input_.steering = std::isfinite(input_.steering)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? std::clamp(input_.steering, -1.f, 1.f) : 0.f;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2B52F2B-84A5-4CA1-8693-044FBFA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호출자의 input을 const 참조로 읽고, 내부 input_에 복사한 뒤 정상 범위로 제한합니다.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27D7C9E4-75B6-4246-B75C-FD31691E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const는 함수 전체나 input_의 불변을 뜻하지 않습니다.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DCFE5D6-6575-40C9-B59C-1B0415D1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35 / 196</a:t>
            </a:r>
          </a:p>
        </p:txBody>
      </p:sp>
    </p:spTree>
    <p:extLst>
      <p:ext uri="{BB962C8B-B14F-4D97-AF65-F5344CB8AC3E}">
        <p14:creationId xmlns:p14="http://schemas.microsoft.com/office/powerpoint/2010/main" val="18617932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81FFA46-9303-4B30-A333-DA6EA53D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const와 복사가 맡는 서로 다른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8BAD42E-711E-453C-98FF-4AB6BAD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629행의 const VehicleInput&amp;는 호출자가 준 객체를 읽는 통로입니다. 참조를 받으므로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매개변수를 만들 때 전체 입력을 복사할 필요가 없고, const를 붙여 이 통로를 통해 원본을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바꾸지 않겠다고 선언합니다.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97AB41-31B5-4F5E-8AB0-7A0AF745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630행은 공유 입력 저장소를 잠급니다. 631행의 input_ = input은 내부 보관용 복사입니다.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함수가 반환한 뒤에도 다음 물리 틱에서 입력을 사용해야 하므로 호출자의 임시 객체 수명에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계속 의존하지 않도록 보관합니다.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FCBF2D-D49F-4961-991D-B3793F94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632~637행은 유한한 숫자인지 확인한 뒤 스로틀·브레이크는 0~1, 조향은 -1~1로 제한합니다.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스로틀 1.2는 내부에서 1이 됩니다. const가 있어도 내부 복사본을 정리할 수 있다는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점을 코드가 직접 보여 줍니다.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9B73B7-DF47-4711-A255-2BA9BB6F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36 / 196</a:t>
            </a:r>
          </a:p>
        </p:txBody>
      </p:sp>
    </p:spTree>
    <p:extLst>
      <p:ext uri="{BB962C8B-B14F-4D97-AF65-F5344CB8AC3E}">
        <p14:creationId xmlns:p14="http://schemas.microsoft.com/office/powerpoint/2010/main" val="1052270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CCDD5A8-FFDF-4A0C-AD63-710010B0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선택적인 오류 출력 포인터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9DDF67D-4A2B-4D11-8C4A-34CC5DA8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cpp/host/src/protocol/vehicle_message_decoder.cpp:21-26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BA44CA2-E756-4D41-BA6C-E48AA366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4B174AF-03C4-4DF9-8179-17563EC7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73465C1-9701-4EBE-B09D-4290AA4E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set_error(std::string* error, std::string_view message)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(error)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*error = std::string(message);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A6DA95A-2408-47C6-964D-A865440D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error는 오류 문장을 받을 문자열을 가리킵니다. 출력이 필요 없다면 호출자가 nullptr를 줄 수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24FE192D-B0A9-4356-A601-347017AB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if (error)는 포인터 유무를 확인한 뒤 역참조하도록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38EFEB0-068D-427A-A67C-507F399C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37 / 196</a:t>
            </a:r>
          </a:p>
        </p:txBody>
      </p:sp>
    </p:spTree>
    <p:extLst>
      <p:ext uri="{BB962C8B-B14F-4D97-AF65-F5344CB8AC3E}">
        <p14:creationId xmlns:p14="http://schemas.microsoft.com/office/powerpoint/2010/main" val="9844962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2CE016-E7B4-4752-AD5A-307B6CAE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포인터 검사와 optional의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91E6C2F-479C-4876-93F9-CA8AE095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21행의 std::string*는 문자열 객체를 가리키는 포인터입니다. 23행이 포인터가 없는 경우를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걸러 주고, 24행의 *error가 실제 출력 객체를 선택합니다. nullptr 검사만으로 이미 파괴된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객체의 수명까지 증명할 수는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0B8CF0C-A6C8-4240-82C0-0ECA8329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optional&lt;T&gt;는 결과 T가 있는 상태와 없는 상태를 한 반환형에 담습니다. 예를 들어 지면 높이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0m는 유효한 결과일 수 있으므로, 지면을 못 찾았다는 실패를 숫자 0과 같은 값으로 표현하면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둘을 구분할 수 없게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C135D94-70C3-4829-A317-4BC5C49D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포인터가 선택적 출력 통로라면 optional은 결과의 존재 여부를 표현합니다. 이 목적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기억하면 왜 오류 문장은 포인터로 받고 지면 질의는 optional을 반환하는지 설명할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둘 다 없는 경우의 처리 정책이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05ECD96-EAD9-4912-A37C-6E16C1C4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38 / 196</a:t>
            </a:r>
          </a:p>
        </p:txBody>
      </p:sp>
    </p:spTree>
    <p:extLst>
      <p:ext uri="{BB962C8B-B14F-4D97-AF65-F5344CB8AC3E}">
        <p14:creationId xmlns:p14="http://schemas.microsoft.com/office/powerpoint/2010/main" val="72827959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FE4542F-59F1-4500-AEE6-17854E17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원본, 내부 복사본과 값의 존재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1486bd6854af0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6C088E06-2E0D-4F81-AEF8-CBE58737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9AA88B0D-D37B-4BE2-BF8D-76CF49EA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const 참조는 원본을 읽고,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 복사본만 1.0으로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제한합니다.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1CFF8B12-F01D-4FE3-9AA1-FBE81FDF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error가 출력 문자열을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가리킬 때만 쓰고 nullptr이면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건너뜁니다.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D9D27C59-6B3B-44BA-997A-768DE05E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높이 0m는 유효한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값입니다. nullopt에는 결과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자체가 없습니다.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723528B2-58E4-43F0-8061-F2D2208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F41B674-6C2E-4BD6-9A7D-7F9126A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39 / 196</a:t>
            </a:r>
          </a:p>
        </p:txBody>
      </p:sp>
    </p:spTree>
    <p:extLst>
      <p:ext uri="{BB962C8B-B14F-4D97-AF65-F5344CB8AC3E}">
        <p14:creationId xmlns:p14="http://schemas.microsoft.com/office/powerpoint/2010/main" val="9217726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505DC12-42A4-47B7-AE33-0575583D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지면을 찾지 못한 실제 반환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C48BEA2-C2C8-4651-956E-E8AA3867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cpp/host/src/terrain/ground_query.hpp:94-102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44C7A97-1566-4234-99E9-5DCBA1BA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06B10D3-4CBE-43A2-AD40-C677D09A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0695C5A-A449-403B-9147-5358B29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distance = request.origin_enu.up_m - height_enu_m_;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(distance &lt; 0.0 || distance &gt; request.max_distance_m)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std::nullopt;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GroundHit{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{request.origin_enu.east_m, request.origin_enu.north_m, height_enu_m_},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{0.0, 0.0, 1.0},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distance};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AABF17D-AE44-4B3E-BF15-435E7E54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발췌는 FlatGroundQuery의 평지 질의입니다. 전체 지도 탐색 구현과 구분해서 읽습니다.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A619753D-AF60-43CE-A123-1680CC22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질의 시작점 아래의 거리 범위에 평지가 있어야 GroundHit를 반환합니다.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B6E3060-48E3-4FBC-B75B-FC1C83A7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40 / 196</a:t>
            </a:r>
          </a:p>
        </p:txBody>
      </p:sp>
    </p:spTree>
    <p:extLst>
      <p:ext uri="{BB962C8B-B14F-4D97-AF65-F5344CB8AC3E}">
        <p14:creationId xmlns:p14="http://schemas.microsoft.com/office/powerpoint/2010/main" val="57772377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F0EF39-ED6B-4A01-97CE-8F896F7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질의에 숫자를 넣는 과정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56E28D5-32E8-4E40-835A-ADD4B952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94행은 시작 높이에서 평지 높이를 빼 거리로 만듭니다. 교육용으로 시작점 1.5m, 평지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0.2m이면 아래 거리 1.3m입니다. 최대 질의 거리 2m라면 범위 안이므로 99~102행에서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위치·법선·거리를 돌려줍니다.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7FD0855-1CFF-4335-B574-1E79ED21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시작점에서 최대 거리를 1m로 줄이면 95행 조건이 참이고 96행의 nullopt로 끝납니다.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평지가 시작점보다 위에 있어 거리 자체가 음수인 경우도 실패합니다. 실패는 아래 방향 질의가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 지면을 찾지 못했다는 뜻입니다.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CD23E0C-594F-454B-A412-F67BC55A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이때 호출자가 높이 0m를 임의로 만들면 원래 존재하지 않던 지지를 계산에 넣게 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실제 높이 0m를 실패로 버려도 잘못입니다. 반환값의 존재를 검사한 뒤 성공한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GroundHit만 계산에 사용하는 이유가 여기에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30843C-5ECF-413A-8881-0D48492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41 / 196</a:t>
            </a:r>
          </a:p>
        </p:txBody>
      </p:sp>
    </p:spTree>
    <p:extLst>
      <p:ext uri="{BB962C8B-B14F-4D97-AF65-F5344CB8AC3E}">
        <p14:creationId xmlns:p14="http://schemas.microsoft.com/office/powerpoint/2010/main" val="116744208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DC80045-758A-4CFE-8446-EB4F1ECC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기호보다 약속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EFACB9A-CD59-43F2-B5E1-83D962A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const VehicleInput&amp; input을 받은 함수 안에서 input_ = input을 실행할 수 있는 이유를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원본과 내부 복사본으로 나누어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7E6D45C-B704-441D-87EF-F381187B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error가 nullptr일 때 set_error는 어느 줄에서 문자열 대입을 건너뛰나요? nullptr가 아니라는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사실이 객체 수명까지 보장하나요?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56E75B8-717A-449F-BF28-03E2B506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시작 높이 2m, 평지 높이 0m, 최대 질의 거리 1m입니다. 함수 결과와 그 이유를 적고,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결과를 높이 0으로 대체할 때 생기는 문제를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1831BA9-C196-444A-8233-C44132E4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42 / 196</a:t>
            </a:r>
          </a:p>
        </p:txBody>
      </p:sp>
    </p:spTree>
    <p:extLst>
      <p:ext uri="{BB962C8B-B14F-4D97-AF65-F5344CB8AC3E}">
        <p14:creationId xmlns:p14="http://schemas.microsoft.com/office/powerpoint/2010/main" val="123828335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C30948-D6EC-4640-AFB4-D1A34CA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변경 권한과 결과 유효성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553FB1C-B94A-4F3C-9624-5AA6ACD0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const는 input 참조를 통한 원본 변경을 제한합니다. input_는 별도의 내부 객체이므로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복사하고 범위를 제한할 수 있습니다. 선언의 const 위치와 실제 대입 대상이 무엇인지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구분해야 코드 전체가 불변이라고 오해하지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3647A3C-F3B1-4EAF-B328-F4F0AEEE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23행의 조건이 거짓이므로 24행을 건너뜁니다. 주소가 남아 있어도 대상이 이미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파괴됐으면 안전하지 않습니다. C는 거리 2m가 최대 1m를 넘으므로 nullopt입니다. 평지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높이가 0이라는 사실과 질의 성공 여부는 별개입니다.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1E31251-BC7C-4974-9349-EC67580A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헤더를 다시 볼 때 어떤 인수는 읽기 전용이고 어떤 통로는 출력용인지 표시해 보세요.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단원은 값의 주소를 갖고 있는 것과 값을 안전하게 사용할 수 있는 것이 왜 다른지, 수명과 공유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접근의 관점에서 이어집니다.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4D31170-2F71-4B55-BC28-17B2F67C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43 / 196</a:t>
            </a:r>
          </a:p>
        </p:txBody>
      </p:sp>
    </p:spTree>
    <p:extLst>
      <p:ext uri="{BB962C8B-B14F-4D97-AF65-F5344CB8AC3E}">
        <p14:creationId xmlns:p14="http://schemas.microsoft.com/office/powerpoint/2010/main" val="112822569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B6CD3DD-5D88-48F1-B100-C744C1D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6366E61-C08C-4048-AE37-B4E16A89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헤더와 구현을 연결하여 const 참조·포인터·optional의 목적과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실패 처리를 실제 코드에서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88D975C-0B2E-402F-9AC5-6C77D87F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출력 포인터를 무조건 사용하거나 지면 질의 실패를 높이 0으로 바꾸면 유효하지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않은 정보를 실제 상태처럼 계산하게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4B9E08E-706A-458F-9C90-CD13CEDB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값 전달 약속을 배운 다음에는 빌린 메모리의 수명과 동시에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접근하는 공유 입력을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59A8F4F-16DF-4CEE-A0CF-C19643F9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L03     44 / 196</a:t>
            </a:r>
          </a:p>
        </p:txBody>
      </p:sp>
    </p:spTree>
    <p:extLst>
      <p:ext uri="{BB962C8B-B14F-4D97-AF65-F5344CB8AC3E}">
        <p14:creationId xmlns:p14="http://schemas.microsoft.com/office/powerpoint/2010/main" val="7446262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09ED90F-397B-4A8D-A700-98F37B6E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빌린 메모리의 수명과 공유 입력 잠금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936BC84-7D7F-44E1-8CCE-0226E978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메시지 뷰를 저장했는데 원본 버퍼가 사라지거나, 입력을 읽는 도중 다른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흐름이 값을 바꾸면 어떻게 될까요?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58E417B-6736-4EBD-8169-5B23BCE8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값의 존재 여부와 함께 사용 시점의 수명·동시 접근을 확인해야 읽기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전용이라는 이유만으로 안전하다고 착각하지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F79C466-2FD8-41F2-A7C6-67A95748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뷰·소유권·참조 캡처의 차이와 mutex/RAII가 보호하는 정확한 범위를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DD7F3904-38CF-404E-A6A1-E75521A4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L02의 스레드와 콜백, L03의 참조·포인터를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33A3FAA-AB20-4E4F-9AA5-BBE25AF2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45 / 196</a:t>
            </a:r>
          </a:p>
        </p:txBody>
      </p:sp>
    </p:spTree>
    <p:extLst>
      <p:ext uri="{BB962C8B-B14F-4D97-AF65-F5344CB8AC3E}">
        <p14:creationId xmlns:p14="http://schemas.microsoft.com/office/powerpoint/2010/main" val="116448904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6FD6D4-F27E-4DB4-9A5B-9091EC37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읽기 전용이어도 사라질 수 있는 메모리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6AE09F2-A5F6-4FBF-B753-F7F531C4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string_view와 TArrayView는 원본 메모리의 위치와 범위를 바라보는 가벼운 객체입니다. 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자체를 복사해도 원본 바이트 전체가 새로 생기지는 않습니다. 따라서 뷰를 오래 저장할수록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원본 버퍼의 수명을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D44BD29-290E-4454-9C34-87BDCC8B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const는 그 통로로 값을 바꾸지 않는 제한입니다. 원본 객체를 자동으로 살아 있게 만드는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약속은 아닙니다. 예를 들어 지역 문자열을 가리키는 뷰를 저장한 뒤 함수가 끝나 문자열이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사라지면 이후 읽기는 안전하지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A5B0F99-065E-4AA1-A0A9-BDEF6F87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메시지 처리와 자체 파서는 이런 뷰를 사용하므로, 파싱이 끝나는 범위와 바이트 보관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범위를 구분해서 읽어야 합니다. 나중에도 값을 써야 한다면 살아 있는 소유 객체를 유지하거나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데이터를 복사하는 방법이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7D90C63-6A9D-4611-B98D-0ED8EDD1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46 / 196</a:t>
            </a:r>
          </a:p>
        </p:txBody>
      </p:sp>
    </p:spTree>
    <p:extLst>
      <p:ext uri="{BB962C8B-B14F-4D97-AF65-F5344CB8AC3E}">
        <p14:creationId xmlns:p14="http://schemas.microsoft.com/office/powerpoint/2010/main" val="193338552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B0CF900-5CC2-42B1-9F48-635ED9A9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 복사와 빌린 메모리의 비유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e549970374408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50359474-0CDE-4601-9749-9E654A4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8E689CD4-F583-44F5-8F13-1195BC5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Original과 Copy는 별도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 공간입니다. 값은 같을 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C925B474-911F-444A-AF00-C6D4FD66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Reference는 기존 값을 다른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이름으로 읽습니다. 새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소유자가 생기지 않습니다.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73188F2D-3651-453D-97D2-6CEB4B8A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Lifetime의 원본이 사라지면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빌린 참조나 뷰도 계속 사용할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없습니다.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4E32CD22-1388-4D74-9DDC-7A9B9A19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D05C61B-7740-4154-906F-F8D1F488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47 / 196</a:t>
            </a:r>
          </a:p>
        </p:txBody>
      </p:sp>
    </p:spTree>
    <p:extLst>
      <p:ext uri="{BB962C8B-B14F-4D97-AF65-F5344CB8AC3E}">
        <p14:creationId xmlns:p14="http://schemas.microsoft.com/office/powerpoint/2010/main" val="163990852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5FC9B37-5380-485B-BCA7-8276F1FD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값 복사와 빌린 메모리의 비유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A312EAB-F67D-47CE-9BB0-9EC923B5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Copy는 값을 별도 객체에 보관하고, Reference는 같은 객체를 다른 이름으로 접근하는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차이를 보여 줍니다. 포인터를 포함한 객체를 복사한다고 가리킨 데이터까지 항상 깊게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복사되는 것은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C1BC09E-2963-428E-86FF-7AE3521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View는 원본의 일정 범위를 빌려 보는 통로입니다. 원본 문서가 사라지면 빌린 범위도 유효하지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않다는 비유로 읽습니다. const나 뷰의 복사가 원본 수명까지 자동으로 늘려 주지 않는다는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점이 핵심입니다.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601B996-B231-4B3A-A8CA-410F6A1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48 / 196</a:t>
            </a:r>
          </a:p>
        </p:txBody>
      </p:sp>
    </p:spTree>
    <p:extLst>
      <p:ext uri="{BB962C8B-B14F-4D97-AF65-F5344CB8AC3E}">
        <p14:creationId xmlns:p14="http://schemas.microsoft.com/office/powerpoint/2010/main" val="112303760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1E9264F-F50F-41E8-9BB4-A458604D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 객체와 빌린 접근 경로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F47DD7F-5D8E-4226-B309-16AD1359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unique_ptr는 한 객체를 소유하며 정상적인 수명 종료 때 해제할 책임을 표현합니다. 참조와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포인터, 뷰는 보통 이미 존재하는 객체에 접근하는 경로입니다. 접근할 수 있다는 사실과 해제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책임을 갖는 것은 서로 다른 약속입니다.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BEA3BAF-C172-4DEE-84D8-C8EC538E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앞에서 본 방송 람다는 ws_server를 참조 캡처했습니다. 이 캡처가 서버 객체를 새로 만들거나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늘려 주지는 않습니다. 콜백을 보관하는 곳과 캡처 대상이 사라지는 시점을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나중의 호출이 안전합니다.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1756B23-7C0E-4CAF-BEB2-4A0E29C3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메모리 문제를 읽을 때는 값을 누가 만들었는지, 누가 보관하는지, 마지막 사용이 언제인지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순서대로 적어 보세요. 이 세 질문은 네트워크 비동기 콜백처럼 등록 시점과 사용 시점이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떨어진 코드에서 특히 중요합니다.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EBBEC2B-FF5C-47FE-B122-5BDF002D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49 / 196</a:t>
            </a:r>
          </a:p>
        </p:txBody>
      </p:sp>
    </p:spTree>
    <p:extLst>
      <p:ext uri="{BB962C8B-B14F-4D97-AF65-F5344CB8AC3E}">
        <p14:creationId xmlns:p14="http://schemas.microsoft.com/office/powerpoint/2010/main" val="72759655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1DA38BE-AC3C-4796-9167-DF2E78AA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공유 입력에 mutex가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1EECE93-94AB-4C23-A716-223FCB02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입력을 쓰는 흐름과 물리 틱이 입력을 읽는 흐름이 같은 저장소에 접근할 수 있습니다. 읽는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도중 값이 바뀌면 스로틀은 새 입력이고 브레이크는 이전 입력인 불일치 상태를 관찰할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있으므로 접근을 조정해야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3819D91-2C61-4E11-8428-F1764654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mutex는 보호 대상에 접근하는 실행 흐름이 같은 잠금 규칙을 지키도록 하는 도구입니다.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잠금을 잡고 공유 데이터를 읽거나 쓰는 구간을 임계 구역이라고 부릅니다. 잠금은 선언만으로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효과가 생기지 않고 실제 접근 경로가 따라야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E08AEC-7FDB-467C-A7A3-35BF66A2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공유 입력을 짧게 복사한 뒤 긴 물리 계산은 복사본으로 진행하면 잠금을 오래 잡을 필요가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줄어듭니다. 잠금이 오래 유지되면 입력을 쓰려는 쪽도 기다릴 수 있기 때문에 정확한 범위와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함께 설계합니다.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ED4012D-A74A-40A6-8485-CD3EC3D7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50 / 196</a:t>
            </a:r>
          </a:p>
        </p:txBody>
      </p:sp>
    </p:spTree>
    <p:extLst>
      <p:ext uri="{BB962C8B-B14F-4D97-AF65-F5344CB8AC3E}">
        <p14:creationId xmlns:p14="http://schemas.microsoft.com/office/powerpoint/2010/main" val="20574121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1697D48-0F40-4D96-85EF-EFB0E49F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틱 시작에서 입력을 복사하는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94E75C4-834B-4398-8B0D-B0D0E83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cpp/host/src/physics/vehicle_physics.cpp:685-692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1D94BCC-E59B-4BDF-B12C-E0B23C3E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ADB136C-7645-4863-BC28-612291F4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509542E-AF29-40BC-AE11-3878077A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VehicleInput in;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std::lock_guard lock(input_mutex_);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 = input_;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fdt = static_cast&lt;float&gt;(dt);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refresh_runtime_tire_supports(dynamic_proxies);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4DF52E3-8E02-461A-AE3B-3949EF29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안쪽 블록은 공유 input_을 지역 변수 in에 복사하는 동안만 잠금을 유지합니다.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EC817038-3ED6-48C7-B57C-263E2F47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1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블록 뒤의 물리 계산은 잠금 객체가 사라진 뒤 실행됩니다.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224B2FC-111E-4573-A96E-A2082016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51 / 196</a:t>
            </a:r>
          </a:p>
        </p:txBody>
      </p:sp>
    </p:spTree>
    <p:extLst>
      <p:ext uri="{BB962C8B-B14F-4D97-AF65-F5344CB8AC3E}">
        <p14:creationId xmlns:p14="http://schemas.microsoft.com/office/powerpoint/2010/main" val="113348227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45774CF-00B2-4D51-94AD-4D6B4D7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RAII가 잠금 누락을 줄이는 원리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94CBA8B-5D90-46E2-964D-6C2AC78C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685행은 이번 틱이 사용할 지역 입력 in을 만듭니다. 686행에서 작은 블록을 열고, 687행의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lock_guard 생성자가 mutex를 잠급니다. 688행은 공유 input_을 in으로 복사하므로 이번 틱에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사용할 한 묶음의 입력을 확보합니다.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9832BA5-D761-421A-881E-13A79B95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689행에서 블록이 끝나면 lock 객체의 수명이 끝나고 소멸자가 잠금을 해제합니다. 자원의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획득과 해제를 객체 수명에 연결하는 방식을 RAII라고 부릅니다. 사람이 모든 정상 반환 위치에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해제 호출을 반복할 필요를 줄입니다.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639B3E8-AB10-47D9-93DF-80A43F0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691행 이후 계산은 지역 복사본을 쓸 수 있습니다. 이 구조의 목적은 계산 전체를 잠그는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공유 입력을 안전하게 얻는 데 있습니다. RAII가 있다고 다른 공유 객체나 잘못된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수명까지 자동으로 안전해지는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E3CF4EC-B19D-4F07-A3ED-6C6DAD05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52 / 196</a:t>
            </a:r>
          </a:p>
        </p:txBody>
      </p:sp>
    </p:spTree>
    <p:extLst>
      <p:ext uri="{BB962C8B-B14F-4D97-AF65-F5344CB8AC3E}">
        <p14:creationId xmlns:p14="http://schemas.microsoft.com/office/powerpoint/2010/main" val="38695638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F725A5E-52AC-411D-B2FC-30DA39A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변경 순서를 따라가는 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9DE2AF4-9A21-4A6C-A957-20A9AD34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공유 입력의 스로틀이 0.2라고 가정합니다. 물리 틱이 잠금을 잡고 in에 0.2를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복사한 뒤 잠금을 풉니다. 이후 다른 흐름이 공유 입력을 0.8로 바꾸어도 이미 복사한 이번 틱의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in은 0.2를 유지합니다.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8F58F68-24D8-4180-921A-E163349D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틱이 다시 잠금을 잡고 복사하면 0.8을 얻습니다. 한 틱 안에서 필요한 입력이 갑자기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바뀌지 않도록 시작 시점의 묶음을 사용하는 것입니다. 정확히 어느 틱부터 변경을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반영하는지는 실제 호출 순서와 실행 시점에 달려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9B1CE2E-5737-4ED2-9777-E3CF5C44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반면 지역 뷰만 복사했다면 원본 값까지 독립적으로 복사한 것이 아닙니다. 값 복사와 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복사를 같은 행동으로 읽으면 이 예를 잘못 예측하게 됩니다. 타입과 대입 대상을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하는 이유가 다시 드러납니다.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886F3D8-5BCC-4B73-A49E-BD50FFB0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53 / 196</a:t>
            </a:r>
          </a:p>
        </p:txBody>
      </p:sp>
    </p:spTree>
    <p:extLst>
      <p:ext uri="{BB962C8B-B14F-4D97-AF65-F5344CB8AC3E}">
        <p14:creationId xmlns:p14="http://schemas.microsoft.com/office/powerpoint/2010/main" val="124181356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F4E1E97-F200-4716-A4E2-FDD39D47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수명과 잠금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420B10C-F901-44EE-864A-8C67038B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읽기 전용 뷰를 멤버에 저장하면 원본 지역 문자열이 사라져도 안전한가요? const와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소유권이 각각 보장하는 것을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5044806-C093-4137-ADF9-E52F049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앞의 코드에서 잠금은 692행의 지면 지원 갱신까지 유지되나요? lock 객체가 생성되고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사라지는 줄을 근거로 답하세요.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ACE0331-75F2-42E2-8438-EF4ADBB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스로틀 0.2를 지역 in에 복사한 직후 공유 input_이 0.8로 바뀌면 이미 복사한 in은 어떻게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되나요? 뷰 복사였다면 왜 다시 확인해야 하나요?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5B7B043-53F0-49B0-A996-081CB67E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54 / 196</a:t>
            </a:r>
          </a:p>
        </p:txBody>
      </p:sp>
    </p:spTree>
    <p:extLst>
      <p:ext uri="{BB962C8B-B14F-4D97-AF65-F5344CB8AC3E}">
        <p14:creationId xmlns:p14="http://schemas.microsoft.com/office/powerpoint/2010/main" val="154387814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015F6A-B776-48EB-A114-D3E26112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어디까지 안전해지는가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B7363FB-0807-418D-9B6A-2EF6E5C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안전하지 않습니다. const는 수정 경로를 제한하지만 원본 수명을 연장하지 않습니다.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원본을 보관하는 소유 객체가 있어야 나중의 읽기를 보장할 수 있습니다. 람다의 참조 캡처도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수명 질문이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7CB18EC-6679-48DC-8582-6A5C4D85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687행에서 생성한 lock이 689행에서 사라지므로 그 뒤 계산까지 잠그지 않습니다. C에서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VehicleInput을 값으로 복사한 in은 0.2를 유지합니다. 뷰를 복사했다면 원본 저장소를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바라보므로 같은 결론을 바로 낼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B72B2D3-8CD2-4B13-80C3-392E63A4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단원까지 C++를 읽는 기준은 변경 권한, 값의 존재, 소유권, 접근 시점입니다. 다음에는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메모리 구조를 그대로 다른 프로그램에 복사할 수 없는 이유를 바탕으로 TCP와 WebSocket,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Protobuf의 역할을 나누어 보겠습니다.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E3F45EB-1D0E-4644-9B93-D91229AF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55 / 196</a:t>
            </a:r>
          </a:p>
        </p:txBody>
      </p:sp>
    </p:spTree>
    <p:extLst>
      <p:ext uri="{BB962C8B-B14F-4D97-AF65-F5344CB8AC3E}">
        <p14:creationId xmlns:p14="http://schemas.microsoft.com/office/powerpoint/2010/main" val="13785913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3F268BB-F307-4EDB-9B15-1CE2070E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63C8AD6-9F17-4A61-B766-A3E9FC7E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뷰·소유권·참조 캡처의 차이와 mutex/RAII가 보호하는 정확한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범위를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4392F9D-0734-4DEF-95F4-F1644F28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값의 존재 여부와 함께 사용 시점의 수명·동시 접근을 확인해야 읽기 전용이라는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이유만으로 안전하다고 착각하지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625F100-410B-431F-B9EF-6807AF11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메모리 내부의 안전한 전달을 알았으므로 다른 프로세스에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바이트를 보내는 통신 계층을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99B10F3-2D47-46B0-9B67-C4A5B17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C2  L04     56 / 196</a:t>
            </a:r>
          </a:p>
        </p:txBody>
      </p:sp>
    </p:spTree>
    <p:extLst>
      <p:ext uri="{BB962C8B-B14F-4D97-AF65-F5344CB8AC3E}">
        <p14:creationId xmlns:p14="http://schemas.microsoft.com/office/powerpoint/2010/main" val="44311311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2435E7A-9A51-4066-BC78-6701CB8C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통신 통로와 메시지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BDBDEB5-47FB-418B-B04A-5699F9FF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연결은 됐는데 조작이 안 되는 상황을 통로·메시지 경계·데이터 해석·입력 수락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단계로 나누어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C8DE9C8-9DD9-4AB1-8699-859DAE62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C2의 객체 수명과 입력/출력 개념을 사용합니다. 네트워크 사전 지식은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678BCDD-C4F8-44B3-A2F7-D6EF5A0A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TCP, WebSocket, Protobuf가 각각 해결하는 문제를 설명합니다. 스키마의 타입·필드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번호·단위와 생성 코드의 역할을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71C024F1-4267-40A2-92B0-708859E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vehicle.proto를 읽고 서버 생성 클래스와 Unreal 자체 파서를 함께 찾아갈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75E2F5F-0029-490E-961A-2BC519D2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   57 / 196</a:t>
            </a:r>
          </a:p>
        </p:txBody>
      </p:sp>
    </p:spTree>
    <p:extLst>
      <p:ext uri="{BB962C8B-B14F-4D97-AF65-F5344CB8AC3E}">
        <p14:creationId xmlns:p14="http://schemas.microsoft.com/office/powerpoint/2010/main" val="130462611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055685-D78C-4F01-8C76-4519B158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5B20190-BA31-4930-A6C8-CE0F453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L05 TCP, WebSocket과 직렬화의 역할 · 59쪽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통로·메시지 경계·직렬화·수락 정책을 구분하고 실제 분할 수신 코드를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768FC87-2B4D-42F2-BBA4-96361F6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L06 IDL, 생성 코드와 물리 단위 계약 · 71쪽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vehicle.proto와 protoc의 관계, 생성 클래스/자체 파서의 책임, ControlCommand/EntityState의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 차이를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35EDEB-981C-42F7-BBAB-6F9101D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   58 / 196</a:t>
            </a:r>
          </a:p>
        </p:txBody>
      </p:sp>
    </p:spTree>
    <p:extLst>
      <p:ext uri="{BB962C8B-B14F-4D97-AF65-F5344CB8AC3E}">
        <p14:creationId xmlns:p14="http://schemas.microsoft.com/office/powerpoint/2010/main" val="163767741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B9FF05E-0EE3-4C4A-9E24-40FA47B3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TCP, WebSocket과 직렬화의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54FFE8F-4110-4CD4-B551-B8B8F4FE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연결 로그는 정상인데 메시지를 해석하지 못합니다. TCP가 바이트를 전달했다는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사실만으로 운전 데이터가 완성됐다고 볼 수 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8620C9D-883B-45F6-80BA-047886A3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통신 통로와 데이터 형식을 분리해야 프레임 분할 문제를 Protobuf 필드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문제로 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8A3E3EA-D8D3-4059-B371-E90FE6EB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통로·메시지 경계·직렬화·수락 정책을 구분하고 실제 분할 수신 코드를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296E375-D305-480D-9298-48B4FC31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C2의 바이트 소유와 뷰 개념을 사용합니다. 네트워크 계층의 이름은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정의합니다.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F708A68-2BB5-4970-8AFC-E145FF5B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59 / 196</a:t>
            </a:r>
          </a:p>
        </p:txBody>
      </p:sp>
    </p:spTree>
    <p:extLst>
      <p:ext uri="{BB962C8B-B14F-4D97-AF65-F5344CB8AC3E}">
        <p14:creationId xmlns:p14="http://schemas.microsoft.com/office/powerpoint/2010/main" val="26584711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F802B79-47C0-4E93-894A-A03CAAEF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성공 뒤에도 남는 질문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6CCE59E-F13F-4407-BCA6-9DE68F47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 프로그램이 TCP로 연결되면 순서 있는 바이트 흐름을 주고받을 수 있습니다. 그러나 바이트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흐름 자체는 어디까지가 차량 상태 한 개인지, 어떤 숫자가 스로틀인지 알려 주지 않습니다. 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문제를 해결하는 약속이 추가로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BFF97E4-8FAD-49B7-AC6E-7B938144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WebSocket은 메시지를 구분하는 통신 규칙을 제공합니다. 이 프로젝트는 그 메시지의 내용을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바이너리로 보냅니다. Protobuf는 그 내부 바이트를 필드와 값으로 표현하는 규칙이며,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메시지를 전달하는 소켓을 대신 열지는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2F6C3DB-4C74-4643-A644-ED3B583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애플리케이션은 해석한 명령을 받아도 되는지 검사합니다. 연결이 정상이고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바이트도 파싱됐어도 지도나 현재 연결 식별이 다르면 거부할 수 있습니다. 실패한 층을 나누는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것이 디버깅의 첫 질문이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D99215D-FCFF-4166-93D8-7ED84161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60 / 196</a:t>
            </a:r>
          </a:p>
        </p:txBody>
      </p:sp>
    </p:spTree>
    <p:extLst>
      <p:ext uri="{BB962C8B-B14F-4D97-AF65-F5344CB8AC3E}">
        <p14:creationId xmlns:p14="http://schemas.microsoft.com/office/powerpoint/2010/main" val="1007746980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FC07D0-D714-4C6D-A9CF-AF1F34E9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계층마다 다른 확인 대상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871B99D-D2F6-47A6-9FBE-0CC06EC8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예를 들어 스로틀 0.5를 보낼 때 TCP는 바이트 전달을 담당하고 WebSocket은 바이너리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메시지의 경계를 담당합니다. Protobuf 파서는 해당 바이트에서 ControlCommand의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throttle이라는 값을 읽을 수 있게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64FFB8C-4B51-4927-B250-F441B9FB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서버는 그 값이 현재 제어 연결에서 왔는지와 최신 입력인지 다시 검사합니다. 따라서 연결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재시도, 메시지 조립, 필드 해석, 제어권 확인은 서로 다른 근거를 봐야 합니다. 모든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실패 한 종류로 묶으면 원인을 놓칩니다.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027081E-6C8D-472C-B608-5474F792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왕복의 메시지 내용은 Protobuf 바이너리입니다. 스키마 파일 전체를 매 패킷에 붙여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보내는 방식은 아닙니다. 송신자와 수신자가 같은 필드 의미를 미리 알고 있어야 하므로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 그 계약 파일을 함께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EBEA1CF-84A2-4359-983F-15AC76B3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61 / 196</a:t>
            </a:r>
          </a:p>
        </p:txBody>
      </p:sp>
    </p:spTree>
    <p:extLst>
      <p:ext uri="{BB962C8B-B14F-4D97-AF65-F5344CB8AC3E}">
        <p14:creationId xmlns:p14="http://schemas.microsoft.com/office/powerpoint/2010/main" val="1495517141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5CC77F4-2935-4FDC-AA01-F48B196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통신 계층 그림의 읽는 순서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2424897174a2a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E641A534-6B34-4FF3-B8F5-5C5FE414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CDED7EE7-B369-46C2-BA6F-9B9D973C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왼쪽은 값을 직렬화한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Protobuf 바이트입니다.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스키마 소스가 아닙니다.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6515AF9E-479C-497B-8A1B-01D5AE02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가운데 WebSocket은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바이트에 메시지 경계를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제공합니다.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E38CF874-B939-490E-9467-50E77EB9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오른쪽 TCP는 순서 있는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 흐름을 전달합니다. 각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계층의 일이 다릅니다.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138E5066-E25E-4FAD-8EBA-B26E51D9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4AE5E7B-D669-47B9-A6D1-C1EFB0E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62 / 196</a:t>
            </a:r>
          </a:p>
        </p:txBody>
      </p:sp>
    </p:spTree>
    <p:extLst>
      <p:ext uri="{BB962C8B-B14F-4D97-AF65-F5344CB8AC3E}">
        <p14:creationId xmlns:p14="http://schemas.microsoft.com/office/powerpoint/2010/main" val="14970825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74869D1-244E-40CD-AD59-03C95475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통신 계층 그림의 읽는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487B62-EC53-4EB2-B73B-37DB0046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TCP는 순서 있는 바이트 전달을, WebSocket은 메시지 경계를 담당합니다. 내부 Protobuf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바이트를 읽으면 throttle 같은 의미 있는 필드를 얻습니다. 각 층은 서로 다른 질문을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해결하므로 실패 원인도 나누어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9576B49-86EF-41C7-8635-DC6F0BD9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Schema는 양쪽이 미리 공유하는 해석 계약입니다. schema 파일 전체를 매번 통신 패킷 안에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넣어 보낸다는 뜻으로 읽지 마세요. 현재 운전 메시지는 필드 태그와 값 바이트를 담고 서버는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 값을 별도 조건으로 수락합니다.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536952B-65C5-4BD3-A299-F4D8F718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63 / 196</a:t>
            </a:r>
          </a:p>
        </p:txBody>
      </p:sp>
    </p:spTree>
    <p:extLst>
      <p:ext uri="{BB962C8B-B14F-4D97-AF65-F5344CB8AC3E}">
        <p14:creationId xmlns:p14="http://schemas.microsoft.com/office/powerpoint/2010/main" val="196116999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AA7B768-DE67-4E6B-8BF6-BF4DF7C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메시지가 나누어 도착하는 경우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4A7B2E0-26A8-4D60-9551-651543C4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소켓 이벤트 한 번을 곧 완성 메시지 한 개라고 가정하면 분할 수신에서 실패할 수 있습니다.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조각의 끝과 논리적인 메시지의 끝을 구분해야 하므로 현재 Unreal 수신 경로는 완료 여부를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확인하며 바이트를 모읍니다.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CA71899-2155-46FE-A50F-589DCA96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메시지 300바이트가 120바이트와 180바이트 조각으로 들어온다고 가정합니다. 첫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조각만 파서에 넘기면 뒤의 필드나 길이 범위가 잘린 상태일 수 있습니다. 마지막 조각이 온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300바이트를 해석해야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196D4A3-21D0-480D-A0E4-3D926FCC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조립 버퍼에는 크기 한도도 필요합니다. 끝나지 않는 데이터나 지나치게 큰 메시지를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모으면 메모리를 소모하기 때문입니다. 현재 수신 한도는 1MiB이며 초과 경로는 누적 메시지를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버리고 정상 표시 갱신에 사용하지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3DF459A-2650-438D-A58E-B469E6AA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64 / 196</a:t>
            </a:r>
          </a:p>
        </p:txBody>
      </p:sp>
    </p:spTree>
    <p:extLst>
      <p:ext uri="{BB962C8B-B14F-4D97-AF65-F5344CB8AC3E}">
        <p14:creationId xmlns:p14="http://schemas.microsoft.com/office/powerpoint/2010/main" val="87013135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F8B010B-1BA7-433B-86E8-3BB8873A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완성된 메시지만 다음 단계로 전달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A2BF803-8478-45B3-BA8E-201F3662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unreal/DriveIntegration/Source/DriveIntegration/SimCoreClientComponent.cpp:940-949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58F8A7A-BA7D-4708-BC96-1BAF2E3C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9D78BD8-BA21-4304-AF71-29FA3D3C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7540A7C-79CD-4C11-8B1C-EDE80D86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IncomingMessage.Append(Fragment);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(!bIsLastFragment)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TArray&lt;uint8&gt; CompleteMessage = MoveTemp(IncomingMessage);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IncomingMessage.Reset();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SimCoreProtocol::FHelloInfo Hello;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bIsHello =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FString Error;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(!SimCoreProtocol::TryParseHelloEnvelope(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CompleteMessage,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85534E2-BD10-496D-A4B9-157A3D49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940행에서 조각을 누적한 뒤, 마지막 조각인지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4F0109A1-7E8D-4595-982E-947A62AC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CompleteMessage를 만든 다음 Hello 여부를 포함한 메시지 해석을 시작합니다.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1AC84DD-C816-4701-AA1C-7635BBB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65 / 196</a:t>
            </a:r>
          </a:p>
        </p:txBody>
      </p:sp>
    </p:spTree>
    <p:extLst>
      <p:ext uri="{BB962C8B-B14F-4D97-AF65-F5344CB8AC3E}">
        <p14:creationId xmlns:p14="http://schemas.microsoft.com/office/powerpoint/2010/main" val="199731286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C41332C-9BA6-46C0-B01A-7C71600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분할 수신 코드의 줄별 해설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9A9FCC3-BD86-4573-9311-7E51867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940행의 Append는 새 조각을 기존 누적 바이트 뒤에 붙입니다. 941행은 마지막 조각이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아니면 반환하므로 아직 완성되지 않은 내용을 정상 메시지로 처리하지 않습니다. 이것이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조각과 메시지를 구분하는 실행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D31282E-4E75-4245-AAD7-95DF1009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943행의 MoveTemp는 누적 배열의 저장 내용을 완성 메시지 쪽으로 옮길 수 있게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944행에서 다음 메시지에 쓸 누적 상태를 초기화합니다. 여기서 값 소유를 옮기는 흐름은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원본을 계속 바라보는 뷰 복사와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3AC0EFC-A7A7-4B68-969F-9755D49C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945~949행은 해석에 필요한 임시 값과 오류 문자열을 준비하고 Hello Envelope 파서를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호출합니다. 이 단계까지 왔다는 것은 메시지 조립을 마쳤다는 뜻입니다. 이후 파싱과 지도·세션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검사가 모두 성공했다는 뜻은 아직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454BE2-AC02-4C65-87EF-AA236B53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66 / 196</a:t>
            </a:r>
          </a:p>
        </p:txBody>
      </p:sp>
    </p:spTree>
    <p:extLst>
      <p:ext uri="{BB962C8B-B14F-4D97-AF65-F5344CB8AC3E}">
        <p14:creationId xmlns:p14="http://schemas.microsoft.com/office/powerpoint/2010/main" val="201000253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C7AD970-E9E0-4908-8970-B9D5F225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객체를 바이트로 바꾸는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CFC47AA-06E0-4E7C-B1B3-475933F3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직렬화는 의미 있는 값을 정해진 바이트 표현으로 바꾸는 일입니다. 역직렬화는 바이트를 읽어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메시지 값으로 복원하는 일입니다. 송신 측 C++ 객체와 수신 측 Unreal 구조체의 메모리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배치가 같지 않아도 값을 교환할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3EE25F4-E46E-439D-8E1B-87118D4D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구조체 메모리를 그대로 복사하면 패딩, 포인터 주소, 타입 크기와 수명까지 상대가 같다고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가정하게 됩니다. 포인터가 가리킨 데이터까지 자동으로 전송되는 것도 아닙니다. 공통 직렬화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규칙을 사용하는 이유는 이런 구현 차이를 분리하기 위해서입니다.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814FDF2-CEC0-41E0-BDCB-E4C8A91E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서버는 생성된 Protobuf 클래스를 사용하고 Unreal은 자체 파서를 사용합니다. 구현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도구는 다르지만 필드 번호와 wire 형식, 물리 의미의 계약은 맞아야 합니다. 다음 단원은 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계약을 사람이 읽는 선언에서 출발합니다.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C3017C-7949-41BD-BBCA-22E8AFC0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67 / 196</a:t>
            </a:r>
          </a:p>
        </p:txBody>
      </p:sp>
    </p:spTree>
    <p:extLst>
      <p:ext uri="{BB962C8B-B14F-4D97-AF65-F5344CB8AC3E}">
        <p14:creationId xmlns:p14="http://schemas.microsoft.com/office/powerpoint/2010/main" val="110484646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205373B-A618-4FAD-91A2-B438F55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실패한 층 찾기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3AC6237-529B-4B46-93BB-CA57C30F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300바이트 메시지의 첫 120바이트를 받았습니다. 바이트가 있다는 이유로 완성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표시하면 어떤 문제가 생길 수 있나요?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121A878-B503-4D26-89BD-95300D9A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TCP가 순서를 보장하면 스로틀 필드의 단위와 현재 제어권까지 알 수 있나요? 각각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계약을 확인해야 하는지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77DE8E9-631F-4FB7-B996-54E3D87B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문자열 포인터가 든 C++ 구조체를 통째로 복사해 보내면 수신자가 문자열 내용까지 얻나요?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L04의 소유권과 프로세스 주소 공간을 함께 사용하여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4A9524-1318-4235-A89F-80549C6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68 / 196</a:t>
            </a:r>
          </a:p>
        </p:txBody>
      </p:sp>
    </p:spTree>
    <p:extLst>
      <p:ext uri="{BB962C8B-B14F-4D97-AF65-F5344CB8AC3E}">
        <p14:creationId xmlns:p14="http://schemas.microsoft.com/office/powerpoint/2010/main" val="186348536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A1DEFA6-20D2-4E93-B3C9-F5D841CE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통로와 의미를 구분하는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BD6C95D-F825-4D39-B6C3-766FC126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아직 잘린 메시지일 수 있습니다. 현재 코드는 마지막 조각까지 모은 뒤 파싱을 시작하므로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부분 수신을 완성 상태로 갱신하지 않습니다. 크기 제한은 파싱 전에 누적 버퍼가 무한히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커지는 위험도 제한합니다.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14CB66B-9F3F-4ED4-8B26-54C293A0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B에서 TCP 순서는 데이터 전달의 약속입니다. 스로틀 의미는 스키마와 애플리케이션 계약을,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제어권은 현재 세션 검사를 봐야 합니다. C의 포인터는 송신 프로세스의 주소이므로 문자열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내용을 자동으로 제공하지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55EA2FC-9A94-4178-9870-0907870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연결 정상이라는 증거가 어느 단계까지만 설명하는지 말할 수 있어야 합니다. 다음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단원에서는 스키마가 스로틀과 위치를 어떻게 선언하는지, 같은 선언을 서버 생성 코드와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수동 코드가 어떻게 소비하는지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E38D947-0E1A-4B0F-B097-97B32905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69 / 196</a:t>
            </a:r>
          </a:p>
        </p:txBody>
      </p:sp>
    </p:spTree>
    <p:extLst>
      <p:ext uri="{BB962C8B-B14F-4D97-AF65-F5344CB8AC3E}">
        <p14:creationId xmlns:p14="http://schemas.microsoft.com/office/powerpoint/2010/main" val="146916222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AC6AC7-4718-480F-AEF4-99147D7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8CB2358-AEB6-43C5-954A-720FFFE0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통로·메시지 경계·직렬화·수락 정책을 구분하고 실제 분할 수신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코드를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08F0792-6951-4E6F-8CF2-DBAB4EB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통신 통로와 데이터 형식을 분리해야 프레임 분할 문제를 Protobuf 필드 문제로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AD6ACB4-DC8F-4AAF-BB34-AD0308AA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공통 바이트 표현이 왜 필요한지 이해했으므로 그 약속을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선언하는 vehicle.proto를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021099C-BCBB-4300-B078-C4DD5649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L05     70 / 196</a:t>
            </a:r>
          </a:p>
        </p:txBody>
      </p:sp>
    </p:spTree>
    <p:extLst>
      <p:ext uri="{BB962C8B-B14F-4D97-AF65-F5344CB8AC3E}">
        <p14:creationId xmlns:p14="http://schemas.microsoft.com/office/powerpoint/2010/main" val="210566823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3F10399-C6F2-4805-8A4D-F4C01611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IDL, 생성 코드와 물리 단위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F7A0C67-12AF-4AD2-8327-2D222D9C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양쪽 모두 float를 읽는데도 속도나 회전이 틀릴 수 있습니다. 타입이 같다는 사실은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단위와 방향까지 같다는 뜻일까요?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FAC2E86-FD42-46D8-A31E-92FFB2BB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필드 번호와 저장 타입뿐 아니라 실제 의미를 함께 읽어야 컴파일·파싱 성공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뒤에 남는 단위 오류를 찾습니다.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1046D37-97C3-4276-B05D-20D25DD6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vehicle.proto와 protoc의 관계, 생성 클래스/자체 파서의 책임,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ControlCommand/EntityState의 단위 차이를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0CEA9045-D8F0-450D-BEF6-4B20AFC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L05의 직렬화 목적과 메시지 계층을 알고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4775C78-48D2-43C7-8370-3327063C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71 / 196</a:t>
            </a:r>
          </a:p>
        </p:txBody>
      </p:sp>
    </p:spTree>
    <p:extLst>
      <p:ext uri="{BB962C8B-B14F-4D97-AF65-F5344CB8AC3E}">
        <p14:creationId xmlns:p14="http://schemas.microsoft.com/office/powerpoint/2010/main" val="151086076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759FF8-797E-4EDB-BD9E-94E976FA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공유 계약을 파일에 적는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3A0D02F-6852-4D63-A427-097BDB9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서버는 어떤 숫자를 위치로 쓰는데 클라이언트는 속도로 읽는다면 바이트가 정상이어도 동작은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틀립니다. 두 프로그램이 공유할 데이터 모양과 식별 번호를 한 선언으로 적어 두면 서로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구현이 같은 기준을 확인할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80B9A97-43B8-4C73-B42E-BCFF1A10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IDL은 프로그램 사이의 데이터나 인터페이스 약속을 적는 언어라는 뜻입니다. 이 프로젝트의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vehicle.proto는 Protobuf 스키마이며 메시지 이름, 각 필드의 타입과 번호를 선언합니다.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번호는 초기값이 아니라 바이트 해석에 쓰는 식별자입니다.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18F665B-3A22-4C09-BE5A-257FD02B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스키마는 읽을 데이터의 형태를 알려 주지만 물리 계산식 전체를 만들지는 않습니다. 단위와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좌표 방향은 주석과 변환 코드까지 함께 봐야 합니다. 선언을 읽는 목적은 자동 생성의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편리함과 의미 계약의 책임을 동시에 이해하는 데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62F823-0BD9-4726-A69C-C6895C04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72 / 196</a:t>
            </a:r>
          </a:p>
        </p:txBody>
      </p:sp>
    </p:spTree>
    <p:extLst>
      <p:ext uri="{BB962C8B-B14F-4D97-AF65-F5344CB8AC3E}">
        <p14:creationId xmlns:p14="http://schemas.microsoft.com/office/powerpoint/2010/main" val="1535679991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E331EF3-1B49-4F9F-94B0-DD878083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스키마로 값의 의미를 복원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2d94e429d43ce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604005E0-5E73-481F-9AD6-D217120A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A4CF22D5-6F8C-4A6D-A37B-61FA6327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공통 스키마는 필드 번호와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자료형을 정하는 약속입니다.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20C0E4D7-1383-414E-B5D7-6AAEE0F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7599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송신 측은 실제 값을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바이트로 쓰고, 수신 측은 같은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약속으로 읽습니다.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6B970AEE-EA65-4415-B502-DD44F19B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8135"/>
            <a:ext cx="3152775" cy="1346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해석 성공만으로 조작을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허용하지 않습니다.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지도·Play·제어권도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9A1DAEB6-1EDF-44D7-8008-83EC9F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E12B325-E17E-440A-8480-47854FD1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73 / 196</a:t>
            </a:r>
          </a:p>
        </p:txBody>
      </p:sp>
    </p:spTree>
    <p:extLst>
      <p:ext uri="{BB962C8B-B14F-4D97-AF65-F5344CB8AC3E}">
        <p14:creationId xmlns:p14="http://schemas.microsoft.com/office/powerpoint/2010/main" val="1395221412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59012A-5D27-4EB6-A64F-B11AD78B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공통 스키마로 값의 의미를 복원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714A6B-01AF-42D3-B7E7-420F121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왼쪽 객체의 값을 직렬화하면 가운데 바이트가 되고, 오른쪽은 같은 스키마 계약으로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바이트를 해석합니다. 서로 다른 메모리 배치를 가진 프로그램도 필드 번호와 타입을 맞추어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의미 있는 값을 주고받을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B530D0-A634-4331-95FD-10C060A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위쪽 Schema는 Serialize와 Parse가 따라야 할 약속입니다. 스키마 문서 자체를 차량 상태에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매번 실어 보내는 그림이 아닙니다. 현재 서버는 생성 클래스를, Unreal은 같은 계약에 맞춘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자체 파서를 사용합니다.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9E2BE3B-C6A3-45E9-8B8B-B4A3C7A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74 / 196</a:t>
            </a:r>
          </a:p>
        </p:txBody>
      </p:sp>
    </p:spTree>
    <p:extLst>
      <p:ext uri="{BB962C8B-B14F-4D97-AF65-F5344CB8AC3E}">
        <p14:creationId xmlns:p14="http://schemas.microsoft.com/office/powerpoint/2010/main" val="122434079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6B63921-C552-4773-BCC2-81652671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Vector3d의 실제 스키마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4FD518A-FEAD-49D9-83D4-B6915ADE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protocol/vehicle.proto:46-50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169A5D3-4927-4C45-B54B-065DCCA1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3B1937A-AC23-4051-A0F9-EF4125BF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6A5B518-821A-4FFB-9E48-FD396DE3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message Vector3d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double x = 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double y = 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double z = 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5383E0D-9BFF-4A8C-AC34-5E937367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x, y, z는 double 타입이고 오른쪽 1, 2, 3은 필드 번호입니다.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01959EB4-B8DE-4A45-90FB-CE9F549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벡터가 위치인지 속도인지에 따라 의미와 단위는 사용하는 필드의 계약에서 정합니다.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DFB06DC-39B5-4870-9225-DE82D91B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75 / 196</a:t>
            </a:r>
          </a:p>
        </p:txBody>
      </p:sp>
    </p:spTree>
    <p:extLst>
      <p:ext uri="{BB962C8B-B14F-4D97-AF65-F5344CB8AC3E}">
        <p14:creationId xmlns:p14="http://schemas.microsoft.com/office/powerpoint/2010/main" val="990334686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60328E-1FFB-48AB-A802-09985505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선언의 숫자를 읽는 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9400516-EB79-4CA0-BA2D-6A1C59B0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46행은 Vector3d라는 중첩 가능한 메시지를 시작합니다. 47행의 double x = 1은 x라는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이름의 값을 1번 필드로 식별한다는 뜻입니다. x의 값이 언제나 1이라는 뜻으로 읽으면 모든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이후 바이트 계산이 잘못됩니다.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74BE1C9-F47F-40A9-8696-57507C58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48~49행은 y와 z에 서로 다른 번호를 줍니다. 세 성분의 타입이 같아도 필드 번호로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성분인지 구분합니다. 값 자체는 실행 중에 채우므로 교육용 위치 (2.0, 3.0, 0.5)를 동일한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선언으로 표현할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555F4FA-8519-46E0-B1B8-E8F5DD10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Vector3d를 position_enu에 쓰면 동·북·위 방향의 미터 단위 위치입니다. 다른 필드에서 속도나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각속도를 담을 때는 다른 단위를 가질 수 있습니다. 같은 메시지 타입을 재사용하는 편리함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때문에 사용 지점의 설명도 반드시 읽어야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0EF6B5C-9795-4C80-AF4E-2B8C0AD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76 / 196</a:t>
            </a:r>
          </a:p>
        </p:txBody>
      </p:sp>
    </p:spTree>
    <p:extLst>
      <p:ext uri="{BB962C8B-B14F-4D97-AF65-F5344CB8AC3E}">
        <p14:creationId xmlns:p14="http://schemas.microsoft.com/office/powerpoint/2010/main" val="1102146811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CF2E75B-D12D-460F-9D84-6DD1E8A2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protoc 생성이 연결된 CMake 설정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7C68678-CFD6-4D50-A4D2-81312286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cpp/host/CMakeLists.txt:39-45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8539C08-C694-437B-BEBB-484262F5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7D6FBD2-A38F-4627-BEA6-192D5216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3BFF845-EFBF-43ED-B5E1-37D96D08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protobuf_generate(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TARGET simcore_protocol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PROTOS "${SIMCORE_VEHICLE_PROTO}"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LANGUAGE cpp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IMPORT_DIRS "${SIMCORE_PROTOCOL_DIR}"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PROTOC_OUT_DIR ${CMAKE_CURRENT_BINARY_DIR}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24D1C801-00E5-438E-A5DD-CA272492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protobuf_generate가 스키마에서 C++ 결과를 만들도록 빌드에 연결합니다.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F6C6546-F52D-47C4-B3F4-09A61515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 결과를 고치기보다 원본 계약과 변환 코드를 구분해서 관리해야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99BC5E5-6FEC-49FD-809A-082CFFF9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77 / 196</a:t>
            </a:r>
          </a:p>
        </p:txBody>
      </p:sp>
    </p:spTree>
    <p:extLst>
      <p:ext uri="{BB962C8B-B14F-4D97-AF65-F5344CB8AC3E}">
        <p14:creationId xmlns:p14="http://schemas.microsoft.com/office/powerpoint/2010/main" val="1795879458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70E1DD8-CCCC-4476-B247-E0FAAC75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생성 코드와 Unreal 구현의 차이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7912548-138A-4F5E-8136-F691E9C8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39행은 protoc의 메시지 클래스 생성을 연결합니다. TARGET은 빌드 대상을, PROTOS는 입력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스키마를 지정합니다. LANGUAGE cpp는 C++ 결과를 뜻하고 출력 경로는 현재 빌드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폴더입니다.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7C878B2-F52A-4C75-9B16-75541C6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서버는 생성 클래스의 ParseFromArray와 SerializeAsString 같은 기능을 사용합니다. Unreal은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SimCoreProtocol의 자체 읽기·쓰기 코드를 사용합니다. 스키마를 바꿨다고 Unreal의 수동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분기와 화면 표시가 자동으로 늘어나지는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C1A01DA-CEE1-49A6-AEE6-F33355F0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새 필드는 선언, 서버 값 변환, Unreal 해석과 사용을 함께 확인합니다. 생성 파일은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계약의 결과이며 실제 차량 값을 채우는 일은 프로젝트 책임입니다. 생성 성공과 기능 완성을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6D2E78A-E969-4FE1-BB48-9583119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78 / 196</a:t>
            </a:r>
          </a:p>
        </p:txBody>
      </p:sp>
    </p:spTree>
    <p:extLst>
      <p:ext uri="{BB962C8B-B14F-4D97-AF65-F5344CB8AC3E}">
        <p14:creationId xmlns:p14="http://schemas.microsoft.com/office/powerpoint/2010/main" val="407335269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70C0FE6-40F0-4B93-8C71-36FD2DE7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Envelope가 감싸는 공통 정보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4D0F4CB-65C1-4E17-957A-5785AC0E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protocol/vehicle.proto:277-280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C684C8F-E3BB-42CD-9305-D12BE1E5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6317616-80AA-4578-B450-9BA220C4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52A4508-EB7D-4C99-AA4E-AA67CCBF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uint64 sequence = 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uint64 simulation_time_ns = 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string source_id = 4;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string map_package_checksum = 5;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E838AD4-AB73-4D9F-A7AF-E22E1144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Envelope는 실제 payload와 함께 메시지 순번, 계산 시간, 출처, 지도 식별을 담습니다.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9746FB91-11C1-4185-9BBA-763E62D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42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숫자를 왜 전달하는지는 연결과 제어권 단원에서 실제 거부 상황으로 확인합니다.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8DA9A9D-0A84-4E04-A154-9165F633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79 / 196</a:t>
            </a:r>
          </a:p>
        </p:txBody>
      </p:sp>
    </p:spTree>
    <p:extLst>
      <p:ext uri="{BB962C8B-B14F-4D97-AF65-F5344CB8AC3E}">
        <p14:creationId xmlns:p14="http://schemas.microsoft.com/office/powerpoint/2010/main" val="67697390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28236AD-C2D6-471E-B7E0-1CC901A4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요청값과 계산값, 타입과 단위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4E51A85-30A5-4817-8F01-E373F674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ControlCommand의 throttle 0.5는 운전 요청입니다. 목표 위치나 속도를 직접 지정하지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않으므로 차가 몇 미터 움직일지는 서버 계산 결과입니다. EntityState의 speed는 그 결과를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m/s로 표현합니다. 둘의 역할을 바꾸어 읽지 마세요.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2F81C91-F7A9-4006-8EB0-3381E056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10m/s를 계기판 km/h로 표시하려면 3.6을 곱해 36km/h로 바꿉니다. 이것은 단위 환산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예입니다. float라는 타입은 두 숫자를 모두 저장할 수 있으므로 타입 검사만으로 단위 오류를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발견할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8786B8D-560D-406F-A8E3-497544D8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heading은 북쪽 0도와 시계 방향 양수이며 yaw_rate는 왼쪽 양수인 rad/s입니다. steering 입력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-1~1과 실제 바퀴 각도 rad도 다릅니다. 정의를 적고 필요한 변환만 적용해야 방향과 크기를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2ACC9B9-B139-4E99-8FA3-EB8A52C1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80 / 196</a:t>
            </a:r>
          </a:p>
        </p:txBody>
      </p:sp>
    </p:spTree>
    <p:extLst>
      <p:ext uri="{BB962C8B-B14F-4D97-AF65-F5344CB8AC3E}">
        <p14:creationId xmlns:p14="http://schemas.microsoft.com/office/powerpoint/2010/main" val="35583609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25591CC-2A72-4B95-961A-41863D25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선언과 실행값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C25463A-78CC-4D76-940C-ED65D37E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double x = 1에서 숫자 1의 역할은 무엇인가요? 실제 위치 x=20m와 모순되는지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E17F05A-5A9D-4130-A89B-F33CF40E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서버 생성 코드 빌드가 성공했습니다. 새 필드를 Unreal 화면에서 사용하려면 어떤 수동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구현들을 더 확인해야 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0E145D3-D639-4B77-8BEC-AB2FF30B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speed=10을 km/h 계기판에 그대로 쓰면 왜 틀리나요? heading, yaw_rate, steering_angle의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타입이 모두 float여도 그대로 섞으면 안 되는 이유도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C92C663-ACAF-4A91-9432-88064022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81 / 196</a:t>
            </a:r>
          </a:p>
        </p:txBody>
      </p:sp>
    </p:spTree>
    <p:extLst>
      <p:ext uri="{BB962C8B-B14F-4D97-AF65-F5344CB8AC3E}">
        <p14:creationId xmlns:p14="http://schemas.microsoft.com/office/powerpoint/2010/main" val="889999347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768351-EFBB-4591-A532-F29EB695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형식과 의미의 이중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DE7E41E-7EB5-44DF-9F13-CCC65681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1은 필드 번호입니다. 실제 값 20은 실행 중 그 필드에 저장하므로 모순이 없습니다. B는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 자체 파서의 필드 분기와 저장 구조, 화면 소비를 확인해야 합니다. 서버에서도 생성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클래스에 실제 값을 채우는 변환이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7B7BCDC-020E-4C34-AEDB-72957DAD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C의 speed 단위는 m/s이므로 10은 36km/h입니다. heading의 degree와 yaw_rate의 rad/s는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종류와 단위가 다르며 방향 부호도 따로 확인해야 합니다. 같은 float라는 이유로 값을 그대로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대입하면 의미를 잃을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B96F652-F694-4D0B-A231-FCEDF2B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단원의 완료 기준은 선언을 보고 이름, 타입, 식별 번호, 실제 의미를 각각 말하는 것입니다.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단원에서는 필드 번호와 저장 방식이 태그라는 정수로 합쳐지는 과정을 직접 계산하여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파서의 비트 연산을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3C213B-EDB0-42B5-B4AF-168E3C5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82 / 196</a:t>
            </a:r>
          </a:p>
        </p:txBody>
      </p:sp>
    </p:spTree>
    <p:extLst>
      <p:ext uri="{BB962C8B-B14F-4D97-AF65-F5344CB8AC3E}">
        <p14:creationId xmlns:p14="http://schemas.microsoft.com/office/powerpoint/2010/main" val="189489678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535DDD-F4AA-4FC7-A1FA-30956A3C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A419F6A-C7C8-4B76-A4DA-0E09FB7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vehicle.proto와 protoc의 관계, 생성 클래스/자체 파서의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책임, ControlCommand/EntityState의 단위 차이를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279A3F5-DB25-44E2-BD79-666F62BB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필드 번호와 저장 타입뿐 아니라 실제 의미를 함께 읽어야 컴파일·파싱 성공 뒤에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남는 단위 오류를 찾습니다.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308807D-9C44-4FD0-A2C0-BEAC88A2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계약의 선언을 읽었으므로 다음에는 그 선언이 실제 태그와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바이트가 되는 과정을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7AAF3E1-639B-49A3-82D4-6A76E7E8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C3  L06     83 / 196</a:t>
            </a:r>
          </a:p>
        </p:txBody>
      </p:sp>
    </p:spTree>
    <p:extLst>
      <p:ext uri="{BB962C8B-B14F-4D97-AF65-F5344CB8AC3E}">
        <p14:creationId xmlns:p14="http://schemas.microsoft.com/office/powerpoint/2010/main" val="134683140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15995E1-28FC-427D-B54B-979968FC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4장 Protobuf 바이트의 실제 구조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C9CC734-5BA1-481D-89F3-BCAC7488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파서가 무엇을 읽고 어디서 실패하는지 이해하도록 실제 바이트를 필드 번호와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값으로 손계산합니다.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7DCC101-84F9-4C1D-BA9E-0C850CC6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C3의 스키마·타입·메시지 경계가 필요합니다. 2진수와 16진수는 예제에서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풉니다.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DE1BFD8-D0F9-4540-8116-52CBBAD6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태그, varint, 고정 32비트 값을 실제 숫자로 해석합니다. 문자열과 중첩 메시지의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길이를 바이트 단위로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761C2458-0D33-4C11-8083-F649D6CC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10 96 01과 5A 05 15 00 00 00 3F를 다른 층의 필드로 분해할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81BA98D-14A5-43B1-A0DB-2A3F852B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   84 / 196</a:t>
            </a:r>
          </a:p>
        </p:txBody>
      </p:sp>
    </p:spTree>
    <p:extLst>
      <p:ext uri="{BB962C8B-B14F-4D97-AF65-F5344CB8AC3E}">
        <p14:creationId xmlns:p14="http://schemas.microsoft.com/office/powerpoint/2010/main" val="1976398250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A635F59-A10C-4A3A-9FE9-BB71C37F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118D9B8-905B-423D-BAF0-47A471AA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L07 태그와 varint를 손으로 해석하기 · 86쪽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필드 번호와 wire type을 태그로 계산하고 varint 150을 쓰기/읽기 코드와 대응합니다.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9340B3E-E539-43BF-945F-FD55CF7D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L08 float, UTF-8과 중첩 메시지의 길이 · 100쪽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float 0.5의 네 바이트와 문자열 길이를 계산하고 Envelope 안쪽 ControlCommand를 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추적합니다.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8DA3DF-92A8-4539-BA74-05F795DF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   85 / 196</a:t>
            </a:r>
          </a:p>
        </p:txBody>
      </p:sp>
    </p:spTree>
    <p:extLst>
      <p:ext uri="{BB962C8B-B14F-4D97-AF65-F5344CB8AC3E}">
        <p14:creationId xmlns:p14="http://schemas.microsoft.com/office/powerpoint/2010/main" val="137867774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75D5656-80C8-4A0E-BB73-C883B54E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태그와 varint를 손으로 해석하기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CB457BF-FC90-49E8-8C8B-91E5A9E7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파서는 숫자 이름이 없는 바이트에서 어느 필드이고 몇 바이트를 읽어야 하는지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알아야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FD6565B-0D92-42C8-B27D-086F2427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태그와 varint의 구조를 알면 알 수 없는 필드를 건너뛰는 이유와 잘린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정수·범위 초과를 거부하는 이유를 코드로 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0AD466-34BF-46B5-B9C8-7F062966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필드 번호와 wire type을 태그로 계산하고 varint 150을 쓰기/읽기 코드와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대응합니다.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209371C-F051-477B-B4C2-86444B33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필드 번호와 저장 타입 개념이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AC8F20F-D2D8-4F70-AA67-479F06A8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86 / 196</a:t>
            </a:r>
          </a:p>
        </p:txBody>
      </p:sp>
    </p:spTree>
    <p:extLst>
      <p:ext uri="{BB962C8B-B14F-4D97-AF65-F5344CB8AC3E}">
        <p14:creationId xmlns:p14="http://schemas.microsoft.com/office/powerpoint/2010/main" val="21811259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BA4F694-3B0D-41B3-BCC8-3E3D094D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바이트에는 필드 이름이 반복되지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A493E40-767A-4667-8C75-3E5F306B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Protobuf 바이트를 읽는 파서는 문자열 throttle을 매번 찾는 방식으로 동작하지 않습니다. 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필드 앞의 태그에서 번호와 저장 방식을 읽습니다. 번호는 어떤 의미의 값인지 연결하고 저장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방식은 다음 값을 어떻게 읽을지 알려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9D86587-135C-4D6D-B61F-C238BE54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 정수는 필드 번호에 8을 곱한 뒤 wire type을 더합니다. 아래 세 비트를 저장 방식에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쓰므로 나머지 비트가 필드 번호가 됩니다. 예를 들어 2번 float는 wire type 5이므로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2×8+5=21입니다.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C64CF9E-E699-4C75-8483-BAAEDF76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21이라는 태그 정수와 스키마의 21번 필드는 전혀 다른 숫자입니다. 실제 bytes 표기는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16진수도 함께 사용하므로 10진수인지 16진수인지 표시해서 읽어야 합니다. 이 구분이 바퀴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목록의 태그를 풀 때 특히 중요합니다.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48E3227-021C-4530-A359-CAF57B3A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87 / 196</a:t>
            </a:r>
          </a:p>
        </p:txBody>
      </p:sp>
    </p:spTree>
    <p:extLst>
      <p:ext uri="{BB962C8B-B14F-4D97-AF65-F5344CB8AC3E}">
        <p14:creationId xmlns:p14="http://schemas.microsoft.com/office/powerpoint/2010/main" val="987289291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33FAE0B-490D-40C4-B4F2-59B1C7EE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 방식을 구분하는 표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wire type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규칙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프로젝트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계속 비트가 끝날 때까지 varint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sequence, bool, enum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8바이트 고정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Vector3d의 double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길이 varint 다음 지정 바이트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문자열, 중첩 메시지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4바이트 고정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throttle의 float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DF350D2C-C3B5-4A81-A60B-EEE5DA27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파서는 태그의 wire type을 보고 다음 값의 경계를 정합니다. fixed 길이는 정해진 바이트 수를 읽고,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varint와 LEN은 먼저 정수의 끝 또는 길이를 확인해야 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0069F3D0-E802-432D-8246-EE2910C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표는 현재 Unreal 파서가 다루는 번호입니다. 타입만으로 m/s 같은 물리 단위나 throttle이라는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의미까지 얻을 수는 없으므로 필드 번호와 스키마도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06F31C1-1F09-41A5-A173-6370C85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88 / 196</a:t>
            </a:r>
          </a:p>
        </p:txBody>
      </p:sp>
    </p:spTree>
    <p:extLst>
      <p:ext uri="{BB962C8B-B14F-4D97-AF65-F5344CB8AC3E}">
        <p14:creationId xmlns:p14="http://schemas.microsoft.com/office/powerpoint/2010/main" val="188674497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6BE541C-C04C-4F7A-BFA6-1B4F4239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태그에서 번호와 wire type을 꺼내기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8999760-7A9C-49C9-A3E2-CBE74AD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unreal/DriveIntegration/Source/DriveIntegration/SimCoreProtocol.cpp:73-82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7AF7FD7-414C-48A9-93C1-EC869531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E2E9BA5-ADFB-4AD3-A28F-75DC84E4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24F539B-BD84-4808-9D20-DE1EC94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ReadTag(uint32&amp; Field, uint8&amp; WireType)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uint64 Tag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(!ReadVarint(Tag) || Tag == 0)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uint64 FieldValue = Tag &gt;&gt; 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(FieldValue == 0 || FieldValue &gt; 0x1fffffffULL)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Field = static_cast&lt;uint32&gt;(FieldValue);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WireType = static_cast&lt;uint8&gt;(Tag &amp; 7);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98767B0-E456-454A-B8C9-0E34D86F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ReadTag는 태그 정수를 먼저 읽고 번호 범위를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84F5622-1026-4229-903F-5140618B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Tag &gt;&gt; 3과 Tag &amp; 7이 필드 번호와 아래 세 비트를 분리합니다.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4132C0F-ABFF-4AE7-A39A-AEBC50AD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89 / 196</a:t>
            </a:r>
          </a:p>
        </p:txBody>
      </p:sp>
    </p:spTree>
    <p:extLst>
      <p:ext uri="{BB962C8B-B14F-4D97-AF65-F5344CB8AC3E}">
        <p14:creationId xmlns:p14="http://schemas.microsoft.com/office/powerpoint/2010/main" val="326965683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64BF8C-4A39-4EF1-A998-89E50ADC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ReadTag의 줄별 해설과 값 21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385E89F-598A-4C40-893E-B67F16F9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75~76행에서 태그 정수를 읽고 0인 태그를 거부합니다. 77행의 오른쪽 이동 3비트는 아래 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비트를 제거하므로 번호를 얻습니다. 78행은 번호 0과 허용 범위를 넘는 번호를 거부하여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잘못된 필드로 진행하지 않게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A50E1BA-9601-4506-AC9B-602189D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79행은 검사한 번호를 출력하고 80행의 Tag &amp; 7은 아래 세 비트만 남깁니다. 교육용 태그 정수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21은 이진수 00010101이며, 오른쪽 세 비트를 빼면 2, 아래 세 비트는 5입니다. 따라서 2번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필드의 고정 32비트 형식입니다.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2677881-AF32-4955-85B6-D8E5E9BB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함수가 성공해도 해당 번호가 throttle인지, 읽은 값이 운전 범위 안인지는 아직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문제입니다. 태그 해석은 뒤의 분기가 필요한 바이트를 읽도록 준비합니다. 여러 검사를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단계로 뭉뚱그리지 않는 연습입니다.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0F4F1CB-1B28-4D04-B273-674DC01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90 / 196</a:t>
            </a:r>
          </a:p>
        </p:txBody>
      </p:sp>
    </p:spTree>
    <p:extLst>
      <p:ext uri="{BB962C8B-B14F-4D97-AF65-F5344CB8AC3E}">
        <p14:creationId xmlns:p14="http://schemas.microsoft.com/office/powerpoint/2010/main" val="387091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3D2A2D0-5997-46B8-89B6-7B4C0B5B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varint가 작은 정수를 짧게 담는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96F38A4-05FC-4854-AF1F-A9F36DE7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varint는 정수 크기에 따라 사용하는 바이트 수가 달라지는 표현입니다. 각 바이트의 아래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7비트가 값의 조각이고, 맨 위 비트는 뒤에 조각이 더 있는지 알립니다. 작은 수는 한 바이트로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끝낼 수 있어 공간을 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6CD2698-EBEC-401E-B288-B0ACC965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150을 128로 나누면 22와 1×128로 분해할 수 있습니다. 첫 조각 22에는 계속 표시 128을 더해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150, 즉 16진수 96을 씁니다. 다음 조각 1은 마지막이므로 계속 표시 없이 16진수 01을 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53C83BB-E48D-4B2A-B1FC-8D91A2DA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varint 150은 96 01입니다. 여기서 앞의 96은 10진수 96이 아니라 16진수 표기입니다.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읽을 때 첫 바이트의 아래 7비트 22와 다음 바이트의 1×128을 합하면 원래 값 150을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복원합니다.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93D911-82CE-4EBB-8292-58132F95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91 / 196</a:t>
            </a:r>
          </a:p>
        </p:txBody>
      </p:sp>
    </p:spTree>
    <p:extLst>
      <p:ext uri="{BB962C8B-B14F-4D97-AF65-F5344CB8AC3E}">
        <p14:creationId xmlns:p14="http://schemas.microsoft.com/office/powerpoint/2010/main" val="1320494523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A8D8F96-37A5-425E-A941-CBC3561A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비트 조각을 연결하여 150 쓰기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6ae4df1974926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3033DC48-66C5-47B9-88D1-A0875B9E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925DA64C-B200-456E-8395-A2AA6827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태그의 위쪽 비트는 필드 2,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아래 세 비트는 저장 방식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DBC60F8E-9B9D-4449-8613-C61C2785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주황 계속 비트가 1이면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바이트를 읽고 0이면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끝냅니다.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978B84F1-90FE-4473-BA2B-1C8338C2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교육용 조각 10 96 01에서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96 01은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22＋1×128＝150입니다.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B65E9D4A-6846-47F3-9253-A42D891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FA2F458-E959-4080-B36F-5D3FB3AB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92 / 196</a:t>
            </a:r>
          </a:p>
        </p:txBody>
      </p:sp>
    </p:spTree>
    <p:extLst>
      <p:ext uri="{BB962C8B-B14F-4D97-AF65-F5344CB8AC3E}">
        <p14:creationId xmlns:p14="http://schemas.microsoft.com/office/powerpoint/2010/main" val="78136543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5C832D7-3604-499A-A45C-74E1DF05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varint를 쓰는 실제 반복문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81A1C27-2A54-4ED4-9899-3C084EB1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unreal/DriveIntegration/Source/DriveIntegration/SimCoreProtocol.cpp:9-17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83A130C-43E2-4CBE-B039-371A43E5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D259958-E4B2-4193-A412-49E4E573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F2FA828-4881-4273-BF1E-2AFC8E38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WriteVarint(TArray&lt;uint8&gt;&amp; Out, uint64 Value)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while (Value &gt;= 0x80)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Out.Add(static_cast&lt;uint8&gt;(Value) | 0x80);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Value &gt;&gt;= 7;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Out.Add(static_cast&lt;uint8&gt;(Value));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E556543-941C-4F91-A7EA-BBCE36D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Value가 128 이상이면 계속 표시가 있는 바이트를 추가하고 7비트를 이동합니다.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B4680E67-7968-405C-9BDD-5F305493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작은 조각은 계속 표시 없이 씁니다.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FE85A09-96D9-4361-9144-4BEBD2D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93 / 196</a:t>
            </a:r>
          </a:p>
        </p:txBody>
      </p:sp>
    </p:spTree>
    <p:extLst>
      <p:ext uri="{BB962C8B-B14F-4D97-AF65-F5344CB8AC3E}">
        <p14:creationId xmlns:p14="http://schemas.microsoft.com/office/powerpoint/2010/main" val="1791732757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4E2CF9E-BD5F-4FD2-8DCE-A718156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반복문에 150과 300을 넣기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01F30C6-A6D9-4AA1-BDBC-044E982D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11행의 조건에서 150은 128 이상이므로 반복에 들어갑니다. 13행은 아래 바이트에 0x80을 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0x96을 추가하고 14행은 값을 7비트 이동하여 1로 만듭니다. 이제 반복을 끝내고 16행에서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0x01을 추가합니다.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DF77560-2E1A-4520-915D-3D29F73D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300은 44+2×128입니다. 첫 바이트는 44+128=172, 즉 AC이며 마지막은 02입니다. 127은 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 7F, 128은 80 01이므로 값이 1 커질 때 바이트 수가 늘어나는 경계를 직접 볼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3AE22D1-5EAB-447B-8624-DE991430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방식은 여기서 다루는 unsigned 정수 사례입니다. 음수의 ZigZag 규칙까지 같은 손계산으로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추정하지 마세요. 현재 sequence와 태그의 목적을 먼저 이해하고, 다른 타입을 만났을 때 공식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형식과 스키마를 확인하는 것이 안전합니다.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B14388F-C102-4AFD-A7A3-E1AEA446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94 / 196</a:t>
            </a:r>
          </a:p>
        </p:txBody>
      </p:sp>
    </p:spTree>
    <p:extLst>
      <p:ext uri="{BB962C8B-B14F-4D97-AF65-F5344CB8AC3E}">
        <p14:creationId xmlns:p14="http://schemas.microsoft.com/office/powerpoint/2010/main" val="112073729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AA40A8A-D7CD-45A3-8FD8-ACC20D0E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읽을 범위와 정수 한도를 검사하는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F21B24E-4191-496A-BB6D-D244C694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unreal/DriveIntegration/Source/DriveIntegration/SimCoreProtocol.cpp:57-68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38DC7D7-DFCF-425E-BC71-3A03432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8F7F6E9-C1DB-422D-A24D-A618D677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A94EEF0-FC16-456D-9F17-C20AF80E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ReadVarint(uint64&amp; Out)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(uint32 Shift = 0; Shift &lt; 64 &amp;&amp; Offset &lt; Data.Num(); Shift += 7)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const uint8 Byte = Data[Offset++];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(Shift == 63 &amp;&amp; (Byte &amp; 0xfe) != 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Out |= static_cast&lt;uint64&gt;(Byte &amp; 0x7f) &lt;&lt; Shift;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((Byte &amp; 0x80) == 0) 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F70208E-0BFE-455F-AE6B-EEA23B28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반복은 입력 범위와 최대 64비트 범위를 동시에 제한합니다.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D6CDB7BA-4C8A-4C7A-9C30-2843DCDA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40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63행의 마지막 바이트 검사와 68행의 계속 비트 종료 조건을 구분합니다.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B819014-2BA0-4A49-AF68-2879006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95 / 196</a:t>
            </a:r>
          </a:p>
        </p:txBody>
      </p:sp>
    </p:spTree>
    <p:extLst>
      <p:ext uri="{BB962C8B-B14F-4D97-AF65-F5344CB8AC3E}">
        <p14:creationId xmlns:p14="http://schemas.microsoft.com/office/powerpoint/2010/main" val="5799483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885020-DBA2-4616-8D51-ECBD284A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잘린 정수와 넘치는 정수를 거부하는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5C280D8-5910-46B1-ADBB-D970F6C8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59행은 출력 누적값을 0으로 시작합니다. 60행은 읽을 바이트가 남아 있는지와 이동량이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64보다 작은지를 확인합니다. 62행에서 바이트를 가져오고 67행은 아래 7비트를 올바른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자리로 이동해 결과에 합칩니다.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495388F-5190-4E64-872D-9F5DB666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63~65행은 마지막 64비트 경계에서 허용되지 않는 상위 값이 있으면 실패합니다. 68행은 계속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비트가 0인 바이트를 만나면 읽기를 끝냅니다. 끝 표시 없이 데이터가 끝난 경우와 숫자가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범위를 넘는 경우 모두 정상 정수로 사용하면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351B0A9-F541-4DCE-9CA8-EFE12E25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검사가 없다면 손상된 길이 값으로 버퍼 바깥을 읽거나 비트 넘침으로 다른 값을 만들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바이트를 받는 함수는 신뢰할 수 없는 길이와 값을 다룬다는 관점이 필요합니다. 읽기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 뒤에도 태그와 명령의 의미 검사가 이어집니다.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D51B003-86AB-4C2A-9AD5-1C139341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96 / 196</a:t>
            </a:r>
          </a:p>
        </p:txBody>
      </p:sp>
    </p:spTree>
    <p:extLst>
      <p:ext uri="{BB962C8B-B14F-4D97-AF65-F5344CB8AC3E}">
        <p14:creationId xmlns:p14="http://schemas.microsoft.com/office/powerpoint/2010/main" val="110666598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5C4A998-C8E9-4A50-ACF4-F0461894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번호와 값의 계산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C4328C3-D35D-4C3F-B371-993A4FD3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Envelope sequence는 2번 uint64 필드입니다. 태그 정수와 16진수 태그, 값 150의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varint를 합친 바이트를 계산하세요.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2434F93-DE92-47AF-8ADB-B0974A23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21번 wheels가 LEN일 때 태그 정수는 얼마인가요? 그 정수를 varint로 쓰면 왜 한 바이트가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아닌가요?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703E51-9DFB-4EF8-90A5-76ED5FB2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마지막 바이트 표시가 없는 잘린 varint를 0으로 처리해 계속 진행해도 될까요? 범위 검사와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 유효성 관점에서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5E3D10F-EA9E-4A9D-BCA3-C117004C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97 / 196</a:t>
            </a:r>
          </a:p>
        </p:txBody>
      </p:sp>
    </p:spTree>
    <p:extLst>
      <p:ext uri="{BB962C8B-B14F-4D97-AF65-F5344CB8AC3E}">
        <p14:creationId xmlns:p14="http://schemas.microsoft.com/office/powerpoint/2010/main" val="171913069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BAE450D-B427-4207-88D8-6D4A0C08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태그와 varint의 연결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5D9DFF7-EC20-4289-8168-100D35BF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2×8+0=16이고 태그는 16진수 10입니다. 값 150은 96 01이므로 전체 조각은 10 96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01입니다. 필드 태그 뒤에 값의 varint가 이어진다는 순서를 스키마와 함께 읽어야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FF1AA05-826A-4E01-A69A-9676B1CE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21×8+2=170입니다. 170은 42+1×128이므로 첫 바이트 AA와 마지막 01로 표현합니다.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태그 AA 01 뒤에는 LEN의 길이 varint가 추가로 옵니다. 태그 자체도 정수이므로 varint 규칙을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57ADE4D-3A04-438F-9604-BFD1107F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C는 실패로 처리해야 합니다. 잘린 입력을 임의의 0으로 만들면 실제 0과 손상된 데이터를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구분할 수 없습니다. 다음 단원에서는 길이가 고정된 float와, 길이를 별도 정수로 적는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문자열·중첩 메시지를 비교하겠습니다.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23D251C-F0E5-442D-A4C7-63D0C180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98 / 196</a:t>
            </a:r>
          </a:p>
        </p:txBody>
      </p:sp>
    </p:spTree>
    <p:extLst>
      <p:ext uri="{BB962C8B-B14F-4D97-AF65-F5344CB8AC3E}">
        <p14:creationId xmlns:p14="http://schemas.microsoft.com/office/powerpoint/2010/main" val="676927263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A4F970-0CF6-4A84-9B2C-966A6334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969348B-1122-4FEA-BB16-2E3EEB2B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필드 번호와 wire type을 태그로 계산하고 varint 150을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쓰기/읽기 코드와 대응합니다.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C339567-7A59-43D3-8AB5-8AC69F6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태그와 varint의 구조를 알면 알 수 없는 필드를 건너뛰는 이유와 잘린 정수·범위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초과를 거부하는 이유를 코드로 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C929E14-226B-4391-B90D-83DEDB82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길이가 달라지는 정수를 배운 뒤 고정 32비트와 LEN을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C6BF40F-40B8-4912-8CDA-E78A5FB6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L07     99 / 196</a:t>
            </a:r>
          </a:p>
        </p:txBody>
      </p:sp>
    </p:spTree>
    <p:extLst>
      <p:ext uri="{BB962C8B-B14F-4D97-AF65-F5344CB8AC3E}">
        <p14:creationId xmlns:p14="http://schemas.microsoft.com/office/powerpoint/2010/main" val="499913127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41AF382-8486-4D56-9E38-24D79720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float, UTF-8과 중첩 메시지의 길이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1D7F856-DC9A-43B6-B01B-1A4C1119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0.5를 정수로 바꾸면 값이 사라지고, 한글 길이를 글자 수로 적으면 메시지가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잘립니다. 같은 숫자와 길이도 저장 규칙에 따라 해석이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22CD737-7E01-4E98-9462-36C13233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비트 패턴 보존과 바이트 길이를 이해해야 타입 변환과 직렬화, 문자열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길이와 메시지 경계를 혼동하지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83B65CD-8B95-484E-978B-AF2F984B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float 0.5의 네 바이트와 문자열 길이를 계산하고 Envelope 안쪽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ControlCommand를 손으로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477A66B-FE4C-479A-85F6-FB95667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태그·varint·wire type과 L04의 뷰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B87D997-AF4F-4D04-BE4F-67EFE076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100 / 196</a:t>
            </a:r>
          </a:p>
        </p:txBody>
      </p:sp>
    </p:spTree>
    <p:extLst>
      <p:ext uri="{BB962C8B-B14F-4D97-AF65-F5344CB8AC3E}">
        <p14:creationId xmlns:p14="http://schemas.microsoft.com/office/powerpoint/2010/main" val="36302956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E723B17-BF22-4D9C-8F04-360BB83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 변환과 비트 보존의 차이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0672596-C00D-4014-A4D7-D7AF00FC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float 0.5를 정수 값으로 형변환하면 소수 부분을 유지할 수 없습니다. 직렬화에서 필요한 것은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값을 정수로 반올림하는 일이 아니라 수신자가 같은 float를 복원할 수 있도록 저장된 32비트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패턴을 전달하는 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A446BC4-7CD9-4DE4-BE09-8C087489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IEEE 754의 float 0.5 패턴은 16진수 3F000000입니다. Protobuf의 고정 32비트 표현은 낮은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바이트부터 쓰므로 바이트 순서는 00 00 00 3F입니다. 같은 32비트라도 어떤 규칙으로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읽는지가 의미를 결정합니다.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9875A98-442F-46C4-AB88-530058C5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ControlCommand의 throttle은 2번 float 필드이므로 앞에서 계산한 태그 15를 붙입니다. 결과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 00 00 00 3F는 교육용 단일 필드 조각입니다. 지도와 세션 정보를 갖춘 전체 운전 메시지로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수락되는 패킷은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7FD7A31-005A-4B41-90A0-66329F1F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101 / 196</a:t>
            </a:r>
          </a:p>
        </p:txBody>
      </p:sp>
    </p:spTree>
    <p:extLst>
      <p:ext uri="{BB962C8B-B14F-4D97-AF65-F5344CB8AC3E}">
        <p14:creationId xmlns:p14="http://schemas.microsoft.com/office/powerpoint/2010/main" val="1702857689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34B67D9-76A2-4003-AAF5-6C1B81E0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float의 원래 비트를 꺼내는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1A466AD-50F4-4F1B-8D8F-9C801330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unreal/DriveIntegration/Source/DriveIntegration/SimCoreProtocol.cpp:24-33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A5A02E6-BCDF-469B-A977-01F5B29D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2F4D7FC-3FBA-4F4E-B2B3-8034866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FD18712-61BC-45CC-8F95-793DEA73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WriteFixed32(TArray&lt;uint8&gt;&amp; Out, float Value)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uint32 Bits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static_assert(sizeof(Bits) == sizeof(Value));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FMemory::Memcpy(&amp;Bits, &amp;Value, sizeof(Bits));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(int32 Index = 0; Index &lt; 4; ++Index)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Out.Add(static_cast&lt;uint8&gt;(Bits &gt;&gt; (Index * 8)));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24640DE-16B9-4D34-B6CC-FB77FA6A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Memcpy는 float의 비트 패턴을 Bits로 복사합니다. 숫자를 정수 값으로 변환하지 않습니다.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2159E9EC-C2E7-46FE-A65B-B7BE1C5A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반복문은 낮은 바이트부터 네 바이트를 차례로 씁니다.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263FDB6-8286-4348-B164-1C6E6D9D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102 / 196</a:t>
            </a:r>
          </a:p>
        </p:txBody>
      </p:sp>
    </p:spTree>
    <p:extLst>
      <p:ext uri="{BB962C8B-B14F-4D97-AF65-F5344CB8AC3E}">
        <p14:creationId xmlns:p14="http://schemas.microsoft.com/office/powerpoint/2010/main" val="163487730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FE66F02-365C-43AF-B1A7-809E693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WriteFixed32의 줄별 추적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45E572C-C88D-4596-9B60-A39C17D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26행은 uint32를 준비합니다. 27행의 static_assert는 두 객체의 크기가 같은지 컴파일할 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확인합니다. 28행은 Value의 저장 비트를 Bits로 복사하므로 0.5의 패턴 3F000000을 그대로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67A542D-3FB1-4499-B701-3AE18F0B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29~31행은 Index를 0부터 3까지 바꾸며 각각 0, 8, 16, 24비트를 오른쪽 이동합니다. uint8로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바꾸어 맨 아래 바이트를 추가하므로 순서대로 00, 00, 00, 3F가 출력됩니다. 수신자는 이 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바이트로 원래 패턴을 복원합니다.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46D849A-5ED0-4107-A0AC-453334A6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발췌에서 32비트 크기 확인이 모든 물리 의미까지 검증하는 것은 아닙니다. 각도인지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스로틀인지, NaN 같은 비정상 값인지에 대한 조건은 해당 메시지의 의미 검사에서 다룹니다.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표현을 보존하는 단계와 값의 허용 조건을 나누어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A614E28-CE18-4CB1-ADF6-FEED2E9D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103 / 196</a:t>
            </a:r>
          </a:p>
        </p:txBody>
      </p:sp>
    </p:spTree>
    <p:extLst>
      <p:ext uri="{BB962C8B-B14F-4D97-AF65-F5344CB8AC3E}">
        <p14:creationId xmlns:p14="http://schemas.microsoft.com/office/powerpoint/2010/main" val="2112811297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C8B2DDD-E64E-4694-B180-760BB3FF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LEN이 문자열과 내부 메시지를 담는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81200A9-9D51-4698-89DA-1C2635F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LEN은 태그 뒤에 길이 varint를 쓰고, 그만큼의 바이트를 이어 붙이는 형식입니다. 길이로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문자열이나 내부 메시지의 끝을 정하면 그 뒤의 다른 필드까지 잘못 읽는 일을 막을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E2BEE47-277E-4AE7-B475-331B1BA3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Envelope의 source_id가 교육용 문자열 car라면 태그는 4×8+2=34, 즉 22입니다. UTF-8에서 c,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a, r는 각각 63, 61, 72이므로 전체 필드 조각은 22 03 63 61 72입니다. 03은 뒤 데이터의 바이트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703C697-2DEC-4F53-A1DF-BE0BB844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한글 가는 UTF-8에서 EA B0 80의 세 바이트입니다. 글자 한 개라고 길이 1을 적으면 남은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바이트를 다음 필드로 오해할 수 있습니다. 실제 식별자의 허용 문자 정책은 별도이므로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현재 source_id 허용 규칙으로 해석하지 마세요.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8963BF-5709-416C-BA1B-238AC8B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104 / 196</a:t>
            </a:r>
          </a:p>
        </p:txBody>
      </p:sp>
    </p:spTree>
    <p:extLst>
      <p:ext uri="{BB962C8B-B14F-4D97-AF65-F5344CB8AC3E}">
        <p14:creationId xmlns:p14="http://schemas.microsoft.com/office/powerpoint/2010/main" val="1462962246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13B442F-F1BC-4B18-9926-936EE201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길이와 바이트를 쓰는 공통 함수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A75A449-EE2D-4705-AD83-D3E9AC59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unreal/DriveIntegration/Source/DriveIntegration/SimCoreProtocol.cpp:35-40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D6D8C67-9ACE-4530-B6E9-1036E9A9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65268EB9-8446-45B0-9DE7-4BD85CAA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5023404-5D24-4027-BB7C-E3DE28BB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WriteBytes(TArray&lt;uint8&gt;&amp; Out, uint32 Field, TArrayView&lt;const uint8&gt; Bytes)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WriteTag(Out, Field, 2);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WriteVarint(Out, Bytes.Num());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Out.Append(Bytes.GetData(), Bytes.Num());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17B3D9B-E681-4A82-BBFC-8FE64DD6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37행은 LEN 태그를, 38행은 바이트 길이를, 39행은 원본 내용을 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7EC2BF1E-7150-4A75-9B81-A0E4B41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67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함수는 문자열이나 이미 완성된 내부 메시지의 바이트를 담는 데 사용할 수 있습니다.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65FCA1FE-C223-43CA-BC43-7D5F049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105 / 196</a:t>
            </a:r>
          </a:p>
        </p:txBody>
      </p:sp>
    </p:spTree>
    <p:extLst>
      <p:ext uri="{BB962C8B-B14F-4D97-AF65-F5344CB8AC3E}">
        <p14:creationId xmlns:p14="http://schemas.microsoft.com/office/powerpoint/2010/main" val="834544950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B0F5A02-644A-4553-B1A2-06E29402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WriteBytes와 바깥 메시지의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FBED20C-01FE-4B58-972B-13E3F1A2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35행의 Bytes는 원본 바이트를 바라보는 뷰입니다. 함수는 37행에서 요청받은 필드 번호와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wire type 2를 쓰고 38행에서 Bytes.Num()을 varint로 씁니다. 39행에서 실제 바이트를 출력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배열 뒤에 붙입니다.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FDF8E3B-CEE6-4BD3-A5E5-082305FC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내부 ControlCommand가 이미 5바이트라면 이 함수는 그 내용의 의미를 다시 계산하지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바깥 Envelope의 11번 필드에 길이 5와 내부 바이트를 담습니다. 내부 필드 번호와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바깥 필드 번호는 각 메시지 안에서 별도로 해석합니다.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3D2080F-BD80-4FCC-813D-6169168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길이는 바이트 수를 세기 때문에 원본의 첫 바이트부터 마지막 바이트까지 정확히 포함해야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 길이 5라고 적고 4바이트만 보낸 경우 정상 중첩 메시지로 읽을 수 없습니다. 수신 측도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길이 범위를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B3A3247-887C-4B8E-864F-007776C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106 / 196</a:t>
            </a:r>
          </a:p>
        </p:txBody>
      </p:sp>
    </p:spTree>
    <p:extLst>
      <p:ext uri="{BB962C8B-B14F-4D97-AF65-F5344CB8AC3E}">
        <p14:creationId xmlns:p14="http://schemas.microsoft.com/office/powerpoint/2010/main" val="814891435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47EB3CF-6533-4ABC-A195-238F3A69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읽을 바이트 범위를 제한하는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8FE7003-6AFC-4CA6-90AD-1EABAE2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unreal/DriveIntegration/Source/DriveIntegration/SimCoreProtocol.cpp:102-109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A9547CF-F991-4A50-A0BA-41CAAD96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4C25D12-D323-40C5-8674-4B8444BA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BC9D8A5-BF7B-4E54-B895-E020A822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ReadMessage(TArrayView&lt;const uint8&gt;&amp; Out)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uint64 Length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(!ReadVarint(Length) || Length &gt; static_cast&lt;uint64&gt;(Data.Num() - Offset))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 = Data.Slice(Offset, static_cast&lt;int32&gt;(Length));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Offset += static_cast&lt;int32&gt;(Length);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CD95DE0-2519-479A-BC6B-1EA15C5B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길이를 먼저 읽고 현재 입력에서 남은 바이트보다 큰지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92BE599A-A6B8-4C5C-9AA6-5FB89B9A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 시 내부 범위를 뷰로 돌려주고 읽기 위치를 그 길이만큼 이동합니다.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78103EE-9639-411F-9D80-EFF60507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107 / 196</a:t>
            </a:r>
          </a:p>
        </p:txBody>
      </p:sp>
    </p:spTree>
    <p:extLst>
      <p:ext uri="{BB962C8B-B14F-4D97-AF65-F5344CB8AC3E}">
        <p14:creationId xmlns:p14="http://schemas.microsoft.com/office/powerpoint/2010/main" val="1504860848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E5EAA4B-8A67-4B43-8451-69B147D5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중첩 조각 5A 05 15 00 00 00 3F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97F0988-44BB-4633-86AF-599C1714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교육용 조각에서 5A는 10진수 90이며 90을 8로 나누면 필드 11과 wire type 2를 얻습니다.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다음 05는 내부 길이 5바이트입니다. 따라서 내부 파서는 15 00 00 00 3F의 다섯 바이트만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4934F70-8C92-45D6-B010-11E0A1BD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내부의 15는 10진수 21이므로 ControlCommand의 필드 2, wire type 5입니다. 뒤 네 바이트 00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00 00 3F는 float 0.5로 복원됩니다. Envelope의 11번과 ControlCommand의 2번은 서로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층의 번호입니다.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D318E5C-6D7D-4A40-AFD8-7EAD8B8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ReadMessage의 105행은 길이가 남은 입력을 넘으면 거부하고, 106~107행은 허용된 내부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범위와 다음 읽기 위치를 정합니다. 이 조각에는 Hello나 지도·세션 조건이 없으므로 바이트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 실습용으로만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FC3A6F4-4B78-451C-B6F6-8CFA727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108 / 196</a:t>
            </a:r>
          </a:p>
        </p:txBody>
      </p:sp>
    </p:spTree>
    <p:extLst>
      <p:ext uri="{BB962C8B-B14F-4D97-AF65-F5344CB8AC3E}">
        <p14:creationId xmlns:p14="http://schemas.microsoft.com/office/powerpoint/2010/main" val="1933206323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3B90AF08-8331-4F17-9310-64186019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안쪽 메시지의 범위와 문자열 바이트 수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efb93958441d4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51276F54-F589-4B96-9DCB-63B3C851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C84ED98D-FE73-47D1-9DEA-F337574B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주황 괄호는 내부 태그와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값을 합친 5바이트입니다.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F04C64B0-1188-41A7-90F4-70E95200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7599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마지막 네 바이트 00 00 00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3F가 float 0.5입니다.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38F7A77E-24F7-411F-94E7-D787CF99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03523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U+AC00은 ‘가’이며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3바이트입니다. 그림은 교육용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조각입니다.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C09BC6CD-05D9-4938-B559-4D39BA29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44AA126-6A32-413B-A9A1-4819BF6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109 / 196</a:t>
            </a:r>
          </a:p>
        </p:txBody>
      </p:sp>
    </p:spTree>
    <p:extLst>
      <p:ext uri="{BB962C8B-B14F-4D97-AF65-F5344CB8AC3E}">
        <p14:creationId xmlns:p14="http://schemas.microsoft.com/office/powerpoint/2010/main" val="1114523089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A2C1081-B468-4B7E-BF49-BCC4DF62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값과 길이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33E3CBE-B620-49F3-B1F6-40793DA2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float 0.5를 정수 값 0으로 변환해 보낸 경우와 비트 패턴 3F000000을 복사해 보낸 경우의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차이를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839B87E-122D-4292-A9E8-7A621C20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22 03 63 61 72에서 태그, 길이, 값 범위를 나누세요. 한글 가를 길이 1로 쓰면 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잘못되나요?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B92645A-9553-480F-9520-0542B67E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5A 05 다음에 실제로 4바이트만 남았습니다. ReadMessage의 어느 검사에서 왜 실패해야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하나요? 정상 5바이트라면 내부 float 값을 계산하세요.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04CABF7-D3E2-4B5B-A036-840DFA8C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110 / 196</a:t>
            </a:r>
          </a:p>
        </p:txBody>
      </p:sp>
    </p:spTree>
    <p:extLst>
      <p:ext uri="{BB962C8B-B14F-4D97-AF65-F5344CB8AC3E}">
        <p14:creationId xmlns:p14="http://schemas.microsoft.com/office/powerpoint/2010/main" val="2109785240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C14DF5A-B204-46E2-947A-B48E6E4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안쪽과 바깥쪽의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0C85E96-C1D3-4FDA-97EF-9805ABB5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 정수 값 0으로 변환하면 0.5를 복원할 정보가 사라집니다. 비트 복사는 패턴을 보존하여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수신자가 float 규칙으로 같은 값을 읽게 합니다. B의 22는 4번 LEN 태그, 03은 길이, 나머지 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바이트는 car입니다.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B76877C-1C98-47E6-B886-40AAC12B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한글 가는 UTF-8에서 세 바이트이므로 길이 1은 내용과 일치하지 않습니다. C는 길이 5가 남은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4바이트를 넘으므로 105행에서 실패합니다. 정상 조각의 내부 태그 15 뒤 네 바이트는 float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0.5입니다.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EAE9A7E-519D-4639-B06A-100E0EDA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중첩 메시지를 볼 때 바깥 길이를 먼저 표시하고 그 범위 안에서 새 필드 번호를 해석해 보세요.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단원은 같은 내부 메시지가 여러 번 등장하는 바퀴 목록과, Envelope가 한 payload 종류를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선택하는 방식을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8B57D1C-5B55-483B-81CB-124C2704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111 / 196</a:t>
            </a:r>
          </a:p>
        </p:txBody>
      </p:sp>
    </p:spTree>
    <p:extLst>
      <p:ext uri="{BB962C8B-B14F-4D97-AF65-F5344CB8AC3E}">
        <p14:creationId xmlns:p14="http://schemas.microsoft.com/office/powerpoint/2010/main" val="1212093934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F3A4D9-0DF3-4008-9FB9-FFB699AF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90886E1-8D6F-4168-B3D3-48E3A2B6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float 0.5의 네 바이트와 문자열 길이를 계산하고 Envelope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안쪽 ControlCommand를 손으로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9D66B67-0E97-4490-B538-8997D033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비트 패턴 보존과 바이트 길이를 이해해야 타입 변환과 직렬화, 문자열 길이와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경계를 혼동하지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DBAFD3F-85EF-425B-A7E6-239735CE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중첩 구조를 이해했으므로 같은 번호가 반복되는 목록과 payload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선택의 의미를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69C8192-63EC-4776-BD73-7F608098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C4  L08     112 / 196</a:t>
            </a:r>
          </a:p>
        </p:txBody>
      </p:sp>
    </p:spTree>
    <p:extLst>
      <p:ext uri="{BB962C8B-B14F-4D97-AF65-F5344CB8AC3E}">
        <p14:creationId xmlns:p14="http://schemas.microsoft.com/office/powerpoint/2010/main" val="238476919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AA63468-D7D1-4DFA-B14F-0F838F76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목록, 존재 여부와 호환성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798BA66-7541-4D4D-8715-7BFE88A5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바이트를 읽는 데 성공했어도 바퀴 위치나 기어 의미를 잘못 해석할 수 있는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이유를 학습합니다.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990227E-937E-49B9-99A0-BD8B440A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C4의 필드 번호, wire type, LEN 중첩 구조를 알고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E7831F2-800A-4B05-A5CC-0B1240D0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repeated·oneof·optional을 서로 다른 표현 수단으로 설명합니다. 기본값과 정보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부재를 구분하고 스키마 확장의 양쪽 변경 지점을 찾습니다.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BAE1393-9F56-428C-8C86-61EA431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바퀴 21번 필드와 위치값 3을 구분하고, gear 부재가 현재 Drive로 남는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이유를 설명합니다.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23DA6E5-EE0C-47A4-B03E-360016E6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   113 / 196</a:t>
            </a:r>
          </a:p>
        </p:txBody>
      </p:sp>
    </p:spTree>
    <p:extLst>
      <p:ext uri="{BB962C8B-B14F-4D97-AF65-F5344CB8AC3E}">
        <p14:creationId xmlns:p14="http://schemas.microsoft.com/office/powerpoint/2010/main" val="1447676447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13C08FE-3B10-4228-8D5C-CEE86223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A6F7A8D-E3EB-4FC6-8053-2DD0271F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L09 바퀴 목록과 payload 선택 · 115쪽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repeated WheelState와 wheel_index를 실제 수신 코드에 대응하고 oneof의 역할을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362DD05-EC29-4F8F-8E54-F29C2400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L10 값의 부재, 기본값과 스키마 호환성 · 127쪽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optional gear 분기와 기본값을 추적하고 unknown 필드 처리·파싱 성공·의미 검증을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구분합니다.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6B71D1B-A08C-405E-A57F-E20693ED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   114 / 196</a:t>
            </a:r>
          </a:p>
        </p:txBody>
      </p:sp>
    </p:spTree>
    <p:extLst>
      <p:ext uri="{BB962C8B-B14F-4D97-AF65-F5344CB8AC3E}">
        <p14:creationId xmlns:p14="http://schemas.microsoft.com/office/powerpoint/2010/main" val="1323321644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4A17EF3-8BE1-4E99-9928-5EBC2B70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목록과 payload 선택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494798C-A0B0-44B2-BD1A-4C14061C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wheels=21을 바퀴 21개로 읽거나, 목록 두 번째 원소를 무조건 앞오른쪽 바퀴로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표시하면 정상 데이터를 잘못 그릴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F21097E-5427-4BCD-A523-5E4E9E48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목록의 필드 번호, 원소의 위치 식별값, 메시지 종류 선택을 구분해야 수신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순서나 숫자의 모양에 의존하지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89FA371-BAA7-4D35-A663-78889EBC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repeated WheelState와 wheel_index를 실제 수신 코드에 대응하고 oneof의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역할을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1D890986-D2D3-4951-A5E3-FA781264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L07~L08의 태그·LEN·중첩 메시지 경계를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D8107FD-2EC8-44DE-BAA6-1A181691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115 / 196</a:t>
            </a:r>
          </a:p>
        </p:txBody>
      </p:sp>
    </p:spTree>
    <p:extLst>
      <p:ext uri="{BB962C8B-B14F-4D97-AF65-F5344CB8AC3E}">
        <p14:creationId xmlns:p14="http://schemas.microsoft.com/office/powerpoint/2010/main" val="9291568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2E390E7-96DC-49C1-AF6A-D2393B8C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목록이 필요한 실제 상황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DE629DA-C1CD-48D3-BEC6-62EE5839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차량에는 여러 바퀴의 접지 여부와 회전값이 필요합니다. 왼쪽과 오른쪽의 값이 다를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있으므로 차량 값 하나만으로 모든 바퀴 상태를 설명할 수 없습니다. 같은 형태의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WheelState를 여러 개 담는 목록이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662605D-C7E0-4C31-806C-B50A5F99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repeated는 같은 필드에 원소를 여러 개 담을 수 있다는 선언입니다. EntityState의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wheels=21에서 21은 그 목록을 구분하는 필드 번호입니다. 원소 수는 실제 보낸 목록에 따라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달라지며 숫자 21이 바퀴 개수를 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0171AAB-CE62-4585-8542-3742ABB7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원소는 별도 wheel_index로 위치를 알려 줍니다. 목록의 첫 번째라는 순서와 앞왼쪽이라는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의미를 무조건 같게 취급하면, 정상 식별값을 가진 다른 순서의 데이터도 잘못 표시할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위치 계약을 별도로 읽어야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8BC0766-A1D6-40E2-81F0-FD0D9F16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116 / 196</a:t>
            </a:r>
          </a:p>
        </p:txBody>
      </p:sp>
    </p:spTree>
    <p:extLst>
      <p:ext uri="{BB962C8B-B14F-4D97-AF65-F5344CB8AC3E}">
        <p14:creationId xmlns:p14="http://schemas.microsoft.com/office/powerpoint/2010/main" val="1305379334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77AA090-7F7B-4070-9459-72E015D9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원소의 실제 선언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BE22330-9138-4D16-9200-7FBE4C5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protocol/vehicle.proto:52-57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C90D4FC-9FD2-44FA-970F-FFB3954A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CCB9AF4-92F5-4CEC-984B-11AEAF4B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CA2650E-CEEA-44F3-9E80-B03F4BAC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message WheelState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uint32 wheel_index = 1; // 0=front-left, 1=front-right, 2=rear-left,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3=rear-right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bool in_contact = 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steering_angle = 3; // wheel-local radians, positive = left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angular_speed = 4; // rad/s, signed in the vehicle's forward direction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float normal_load = 5;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E133800-26E0-45ED-9BB0-8DF750A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wheel_index는 WheelState 안의 1번 필드이며 그 값이 바퀴 위치를 나타냅니다.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A7FD206C-2083-441C-8106-B0A4104F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접지와 조향각, 회전 속도도 같은 원소 안에 들어갑니다.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2157248-3CBE-4E20-B61A-251DB98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117 / 196</a:t>
            </a:r>
          </a:p>
        </p:txBody>
      </p:sp>
    </p:spTree>
    <p:extLst>
      <p:ext uri="{BB962C8B-B14F-4D97-AF65-F5344CB8AC3E}">
        <p14:creationId xmlns:p14="http://schemas.microsoft.com/office/powerpoint/2010/main" val="1029894623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B5BAAEF-9C29-4374-83E5-276D4EB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선언과 위치 번호의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2D5C59-935E-422F-9E76-9611C06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52행은 원소 하나의 타입을 시작합니다. 53행의 오른쪽 1은 wheel_index 필드 번호이고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 0, 1, 2, 3이 각각 앞왼쪽, 앞오른쪽, 뒤왼쪽, 뒤오른쪽을 뜻합니다. 같은 줄 안의 숫자도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역할이 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52974AE-6F3B-4B8C-AAD4-DB9F1B73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54행은 접지 여부를, 55행은 해당 바퀴의 조향각을 담습니다. 56행의 angular_speed는 rad/s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단위이며 전진 방향 부호의 회전 속도입니다. 실제 화면 표시도 이 계약에 맞는 바퀴와 축을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찾아 값을 적용해야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CCE8F93-3C7E-47F0-AB91-97B9D484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목록 두 번째 원소의 wheel_index가 3이라면 그 원소는 뒤오른쪽 바퀴입니다. 목록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인덱스가 1이므로 앞오른쪽이라고 바꾸어 읽지 않습니다. 여기서는 바이트를 읽은 뒤 의미를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어디에 적용할지가 핵심입니다.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3B498D7-FD98-4882-8C1A-54F070B3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118 / 196</a:t>
            </a:r>
          </a:p>
        </p:txBody>
      </p:sp>
    </p:spTree>
    <p:extLst>
      <p:ext uri="{BB962C8B-B14F-4D97-AF65-F5344CB8AC3E}">
        <p14:creationId xmlns:p14="http://schemas.microsoft.com/office/powerpoint/2010/main" val="1513251668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2C04A97-0491-44E0-8792-2CEAE48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21번 필드를 만날 때 원소를 추가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EF6AEA4-7679-4FA3-999C-4A4E43FC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unreal/DriveIntegration/Source/DriveIntegration/SimCoreProtocol.cpp:542-549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F9F9766-8837-4F50-B049-B8D705A8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F2952FC-D0AB-428C-8C65-D1947E71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68AFD7B-AED4-495A-8EEE-760E015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case 21: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(State.Wheels.Num() &gt;= 32)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(Wire != 2) return false; TArrayView&lt;const uint8&gt; WheelData;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(!Reader.ReadMessage(WheelData))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FVehicleState::FWheelState Wheel;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(!ParseWheel(WheelData, Wheel))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State.Wheels.Add(Wheel); break;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BD30614-44D0-4E0D-B1F7-33DF0FBC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LEN 필드를 WheelState 하나로 파싱하여 목록에 추가합니다.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115523B4-B877-46B8-8889-8DAF5E4C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1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32개 제한은 과도한 입력을 막는 수신 한도이며 정상 바퀴 수의 선언이 아닙니다.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5C52783-E8C4-4A16-A539-231175EB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119 / 196</a:t>
            </a:r>
          </a:p>
        </p:txBody>
      </p:sp>
    </p:spTree>
    <p:extLst>
      <p:ext uri="{BB962C8B-B14F-4D97-AF65-F5344CB8AC3E}">
        <p14:creationId xmlns:p14="http://schemas.microsoft.com/office/powerpoint/2010/main" val="1692022022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5DBFEB7-AB5B-44E4-B8D8-E0BE4482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 수신 코드의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71E25B6-5E39-43DA-8E2F-0F3C45CE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542행은 EntityState의 21번 필드를 처리합니다. 543행은 누적 원소가 이미 32개면 실패하여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비정상적으로 큰 목록을 제한합니다. 544행은 LEN 형식인지 확인하고 545행은 해당 원소의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내부 바이트 범위를 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DF720E9-974B-492E-972E-7E4C0320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546행은 임시 Wheel 객체를 만들고 547행에서 내부 필드를 파싱합니다. 실패하면 목록에 넣지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548행은 성공한 원소만 추가하므로, 다음 21번 필드가 오면 같은 과정을 반복하여 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다른 바퀴 상태를 쌓습니다.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B4616A5-B906-4A85-8916-58BA3C5F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원소가 반복되는 이 구조를 숫자 배열의 packed 표현과 섞어 이해하지 마세요. 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바퀴는 자체 필드와 길이를 가진 내부 메시지입니다. 바깥 반복 횟수와 내부 wheel_index 값은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각각 별도로 검사하고 사용해야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5311421-51FD-427D-A0C3-6F31ABF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120 / 196</a:t>
            </a:r>
          </a:p>
        </p:txBody>
      </p:sp>
    </p:spTree>
    <p:extLst>
      <p:ext uri="{BB962C8B-B14F-4D97-AF65-F5344CB8AC3E}">
        <p14:creationId xmlns:p14="http://schemas.microsoft.com/office/powerpoint/2010/main" val="1703992502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485BE8C-20F9-43D4-BBA0-E2CF8CF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Envelope가 선택하는 payload 종류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F5BAF9C-EA3F-4A72-BD80-2B8FB019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protocol/vehicle.proto:284-290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D724A82-174F-42FA-948B-4DDB5071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244DF02-9282-4378-B505-BC5FBD8B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290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C3F921C-C8C0-40F6-935C-A737825E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oneof payload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Hello hello = 10;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ControlCommand control_command = 11;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WorldState world_state = 12;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Health health = 13;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SimulationReset simulation_reset = 14;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B95D545-1A3E-44AC-9001-8BD00B82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oneof는 여러 종류 중 어떤 payload가 활성인지 표현합니다. 아무 종류도 선택되지 않은 상태도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가능합니다.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F0E5ACF5-0539-4850-A2A4-9F191F2E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안의 여러 엔티티 목록과 Envelope의 payload 선택은 다른 층입니다.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A2613CE-6F31-4811-852A-08BB8D5C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121 / 196</a:t>
            </a:r>
          </a:p>
        </p:txBody>
      </p:sp>
    </p:spTree>
    <p:extLst>
      <p:ext uri="{BB962C8B-B14F-4D97-AF65-F5344CB8AC3E}">
        <p14:creationId xmlns:p14="http://schemas.microsoft.com/office/powerpoint/2010/main" val="821555299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E9414FD-CE22-4120-A8E4-8168EE93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oneof가 서로 다른 요청을 구분하는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E48CD55-5D28-4735-92B3-4FF4FA92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Envelope가 Hello인지 운전 명령인지 구분해야 합니다. 여러 필드를 동시에 활성 요청으로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취급하면 행동이 모호해집니다. oneof는 생성 메시지에서 한 payload 종류의 활성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EA8B17B-CB40-4EFF-BF98-FD29DB9F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284행의 payload 아래 10~14번은 각각 다른 종류의 내부 메시지입니다. Hello를 설정했다가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ControlCommand를 설정하면 활성 종류가 바뀝니다. 여러 알려진 종류가 반복된 바이트는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종류를 선택하므로 첫 종류만 쓴다고 가정하지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B967B10-E81C-4893-8951-BE3AFB6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안에는 여러 차량과 바퀴가 들어갑니다. 내부 repeated의 개수는 바깥 oneof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선택과 충돌하지 않습니다. 알려지지 않은 미래 종류는 구 수신기의 해석 한계도 따로 검토해야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A7D143F-3832-4542-8B47-7E633560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122 / 196</a:t>
            </a:r>
          </a:p>
        </p:txBody>
      </p:sp>
    </p:spTree>
    <p:extLst>
      <p:ext uri="{BB962C8B-B14F-4D97-AF65-F5344CB8AC3E}">
        <p14:creationId xmlns:p14="http://schemas.microsoft.com/office/powerpoint/2010/main" val="1397894667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7852FF5-2D53-49D1-9DB0-A1E3BEA1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위치 식별과 메시지 종류 선택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6dcc1aacb43fa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AD66BB85-5E97-4EBC-B89B-AE6B1C2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BF09526B-149A-4B9F-B3D0-742EC300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21은 목록 필드 번호이고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wheel_index는 원소의 바퀴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4C170977-2AFD-4FE0-AE8F-337E7195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두 번째 예시 원소의 값 3은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뒤오른쪽 바퀴로 연결됩니다.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BE06B110-3394-4901-AB4A-4A4A975C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813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선택된 종류는 WorldState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하나이며, 그 안에 여러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엔티티를 담습니다.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9D8079A7-ED3E-42C5-8F5B-6CB1EC5C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C1C696B-2488-4960-975C-A2CD9A0F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123 / 196</a:t>
            </a:r>
          </a:p>
        </p:txBody>
      </p:sp>
    </p:spTree>
    <p:extLst>
      <p:ext uri="{BB962C8B-B14F-4D97-AF65-F5344CB8AC3E}">
        <p14:creationId xmlns:p14="http://schemas.microsoft.com/office/powerpoint/2010/main" val="1979052331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C7AD3A-AF31-43CE-A06E-5685550E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세 종류의 번호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90CC6E6-0050-421A-962E-8031B06A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repeated WheelState wheels=21, wheel_index=1이라는 선언, 실제 wheel_index 값 3을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각각 한 문장으로 풀어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24DF03F-492F-441B-B1F8-53783620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수신 코드의 32개 제한을 보고 정상 차량이 바퀴 32개를 보낸다고 결론 내릴 수 있나요?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543행과 548행의 목적을 구분하세요.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0FC1BF4-E05C-4BAA-BFEF-5E4D13C6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Envelope가 WorldState payload를 선택하면서 그 안에 NPC 8개를 담는 것은 oneof와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모순되나요? 종류 선택과 원소 개수를 나누어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393688A-C0C6-4D78-B335-C39A27F0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124 / 196</a:t>
            </a:r>
          </a:p>
        </p:txBody>
      </p:sp>
    </p:spTree>
    <p:extLst>
      <p:ext uri="{BB962C8B-B14F-4D97-AF65-F5344CB8AC3E}">
        <p14:creationId xmlns:p14="http://schemas.microsoft.com/office/powerpoint/2010/main" val="948428603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1FD72C0-6244-45B3-8C90-D65831F1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필드, 위치값, 종류 선택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8ACBD4A-1B3C-45B5-826E-B74B0451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A의 21은 EntityState 안에서 바퀴 목록을 식별하고, 선언의 1은 WheelState 안에서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wheel_index 필드를 식별합니다. 실제 값 3은 뒤오른쪽 위치를 뜻합니다. 메시지의 층과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숫자의 역할을 함께 적으면 혼동을 줄일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3BCA918-BA2F-4463-9169-39A8E9A4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B의 32는 파서가 과도한 입력을 거부하는 한도입니다. 548행은 성공한 원소를 하나씩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추가합니다. C는 모순이 아닙니다. 바깥 Envelope의 활성 종류는 WorldState 하나이고 그 내부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목록에는 여러 엔티티를 담을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84C9DB-ED5B-42D7-90FB-E2F4A12D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데이터의 위치와 개수를 읽을 수 있어야 합니다. 다음 단원은 필드가 아예 오지 않은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경우를 살펴봅니다. 특히 기어 값 0과 기어 정보를 보내지 않은 상태가 왜 서로 다른 운전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결과가 되는지 실제 코드로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638EABE-1CDC-4529-A7BB-33FC8CD8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125 / 196</a:t>
            </a:r>
          </a:p>
        </p:txBody>
      </p:sp>
    </p:spTree>
    <p:extLst>
      <p:ext uri="{BB962C8B-B14F-4D97-AF65-F5344CB8AC3E}">
        <p14:creationId xmlns:p14="http://schemas.microsoft.com/office/powerpoint/2010/main" val="2116171621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F7C3791-6824-45FF-B481-7D2365BD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2EF361D-A264-49F8-9871-640E7B31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repeated WheelState와 wheel_index를 실제 수신 코드에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대응하고 oneof의 역할을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6CE357D-D770-41FB-87F8-657A239D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목록의 필드 번호, 원소의 위치 식별값, 메시지 종류 선택을 구분해야 수신 순서나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숫자의 모양에 의존하지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FB1BE06-ADC2-4049-AEE7-7941923F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여러 값의 구조를 알았으므로 다음에는 값이 없는 상태와 기본값,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호환성 문제를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85B4C1-7A82-446D-BAF1-6FE24481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L09     126 / 196</a:t>
            </a:r>
          </a:p>
        </p:txBody>
      </p:sp>
    </p:spTree>
    <p:extLst>
      <p:ext uri="{BB962C8B-B14F-4D97-AF65-F5344CB8AC3E}">
        <p14:creationId xmlns:p14="http://schemas.microsoft.com/office/powerpoint/2010/main" val="51963019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85EF688-9C5A-4B95-B708-97B23A2E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값의 부재, 기본값과 스키마 호환성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57A1A83-AA9B-4FC0-AEEA-0620959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구 클라이언트가 gear를 보내지 않는 경우와 운전자가 Neutral을 선택한 경우를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0으로 처리하면 기존 동작이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78E8F8F-070A-4AE5-8AA5-1C98052A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부재와 명시적 값의 차이를 보존하고 구 수신기의 한계를 이해해야 필드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추가가 기존 운전을 조용히 바꾸지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F92857B-0879-45DB-A3BC-90A9BD51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optional gear 분기와 기본값을 추적하고 unknown 필드 처리·파싱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성공·의미 검증을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BD31B41-CE81-47EA-9D47-EBE9BCF5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L09의 필드와 oneof, L03의 optional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A952965-7AF1-4562-938C-02A2B4A9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127 / 196</a:t>
            </a:r>
          </a:p>
        </p:txBody>
      </p:sp>
    </p:spTree>
    <p:extLst>
      <p:ext uri="{BB962C8B-B14F-4D97-AF65-F5344CB8AC3E}">
        <p14:creationId xmlns:p14="http://schemas.microsoft.com/office/powerpoint/2010/main" val="774200741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BE24125-F09A-4F6E-A676-0686D327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기어를 보내지 않은 클라이언트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ED0C901-FDC4-42B3-B1A3-B1B80E52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 클라이언트가 gear를 보내지 않는다고 가정합니다. 부재를 Neutral로 처리하면 기본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Drive로 움직이던 클라이언트가 업데이트 뒤 움직이지 않을 수 있습니다. 부재 정책도 동작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계약입니다.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FE32218-AE7C-424C-8A99-51A41D94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반대로 운전자가 명시적으로 Neutral을 선택했다면 그 요청은 실제 중립으로 반영해야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gear의 enum 값 0이 Neutral이므로 기본 숫자 0만 보면 정보가 없었는지 사용자가 중립을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보냈는지 구분하기 어렵습니다.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3016E55-63BA-47E9-9D1E-2D325CD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Protobuf optional은 필드가 존재했는지와 저장된 값을 구분하게 합니다. 현재 decoder는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존재할 때만 기어를 변환하며, 없으면 내부 VehicleInput의 기본 Drive를 유지합니다. 이 정책은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문법에서 자동으로 정한 것이 아니라 프로젝트가 선택한 동작입니다.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BE2CC4-2E98-4F56-B223-A254295B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128 / 196</a:t>
            </a:r>
          </a:p>
        </p:txBody>
      </p:sp>
    </p:spTree>
    <p:extLst>
      <p:ext uri="{BB962C8B-B14F-4D97-AF65-F5344CB8AC3E}">
        <p14:creationId xmlns:p14="http://schemas.microsoft.com/office/powerpoint/2010/main" val="225727808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B47D9D1-A7B6-42BA-8886-2DB6E2C3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존재 여부를 보존하는 gear 선언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49C316C-815F-4969-8287-B1CCF34C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protocol/vehicle.proto:237-242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6E643E9-B8F8-4220-B896-BB975CAF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EEE112A-8EE2-410D-A3A0-D8D43789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E339053-442E-435D-ACD2-EA96264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float brake = 3;         // 0 ~ 1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float steering = 4;      // -1(right) ~ 1(left), canonical FLU contract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handbrake = 5;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optional VehicleGear gear = 6;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estop = 7;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uint64 client_time_ns = 8;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DC611D0-25FE-46DB-B499-5EC4557C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240행의 optional은 gear 값과 필드 존재 여부를 구분하게 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7FE62C52-C1E5-4939-86DE-8E18EA99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67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숫자 필드와 달리 has_gear 분기를 통해 부재를 확인할 수 있습니다.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421F3A5-520C-4DEE-92B4-DAE49216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129 / 196</a:t>
            </a:r>
          </a:p>
        </p:txBody>
      </p:sp>
    </p:spTree>
    <p:extLst>
      <p:ext uri="{BB962C8B-B14F-4D97-AF65-F5344CB8AC3E}">
        <p14:creationId xmlns:p14="http://schemas.microsoft.com/office/powerpoint/2010/main" val="1764526740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2FA827F-C7C9-47C3-8F46-155C4E88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gear가 있을 때만 바꾸는 실제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EAA70A4-E2D7-4A0C-9E83-241BBF9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cpp/host/src/protocol/vehicle_message_decoder.cpp:75-83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60E55D1-A160-4757-8F4A-C103B516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51E4A5C-640D-4744-9504-B9CB3836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056A639-54A0-4D4E-9D47-7750C5F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input.throttle = command.throttle();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input.brake = command.brake();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input.steering = command.steering();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input.handbrake = command.handbrake();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(command.has_gear())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input.gear = to_host_gear(command.gear());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ParsedClientMessage{std::move(parsed)};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877F738-9043-404E-87D9-99BADEF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스로틀·브레이크·조향을 읽은 뒤, has_gear가 참일 때만 기어를 대입합니다.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E862BF7A-FB97-40FA-84D7-51D431EF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분기가 기본 Drive와 명시적 Neutral의 차이를 유지합니다.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10EAB0E-0B25-4CDD-810F-C6C7B922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130 / 196</a:t>
            </a:r>
          </a:p>
        </p:txBody>
      </p:sp>
    </p:spTree>
    <p:extLst>
      <p:ext uri="{BB962C8B-B14F-4D97-AF65-F5344CB8AC3E}">
        <p14:creationId xmlns:p14="http://schemas.microsoft.com/office/powerpoint/2010/main" val="1713032451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CA2C9C7-0833-4BC1-847A-D6FC3408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 가지 입력을 넣은 기어 추적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BEF1F5-76BD-49C0-8B23-5022EA67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75~78행은 운전 값들을 내부 입력으로 옮깁니다. 79행의 has_gear가 거짓이면 80행을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실행하지 않으므로 기본 Drive가 남습니다. 앞의 VehicleInput 초기값을 함께 읽어야 이 분기의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결과를 알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8D2A951-38BC-4719-B607-21564BBC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gear를 명시적으로 0, 즉 Neutral로 보냈다면 has_gear는 참이고 80행에서 중립으로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변환합니다. Reverse를 보낸 경우도 같은 분기로 해당 값을 변환합니다. 값 0이라는 이유만으로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필드가 없다고 판단하면 명시적 중립 요청을 잃습니다.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BC97A39-11A6-4976-B693-B79B9DDB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83행은 파싱한 메시지 결과를 반환합니다. 아직 현재 연결이 운전할 권한을 얻었다는 뜻은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이 추적은 decoder의 기어 해석 정책을 설명하며, 이후 호스트의 지도·세션·시간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검사가 추가로 입력을 거부할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E1A4200-DE79-4E1C-B61D-6E0F47BD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131 / 196</a:t>
            </a:r>
          </a:p>
        </p:txBody>
      </p:sp>
    </p:spTree>
    <p:extLst>
      <p:ext uri="{BB962C8B-B14F-4D97-AF65-F5344CB8AC3E}">
        <p14:creationId xmlns:p14="http://schemas.microsoft.com/office/powerpoint/2010/main" val="310562363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D3213AC-340F-4943-9D6A-09924FB7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기본값을 최신 정보로 오해하는 경우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C683DA5-86E6-44DB-806C-FFBDC605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proto3의 일반 숫자 필드는 바이트에서 생략되면 getter가 기본값 0을 돌려줍니다. 이때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0이라는 숫자만으로 정보가 실제로 제공됐는지 알 수 없는 경우가 있습니다. 값이 의미를 갖는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조건을 다른 필드나 실행 맥락에서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83158C5-E5C3-46C7-B981-D4614D0A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Health의 입력 나이가 0이라고 해서 방금 정상 명령을 받았다고 단정할 수 없습니다.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has_control_command가 정상 입력 수락 이력이 있는지를 별도로 알려 줍니다. 초기 상태와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최신 입력 상태를 구분하기 위한 정보입니다.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3FCEB02-43E4-40FE-B267-62D88DB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화면에 숫자를 그릴 때도 단위뿐 아니라 유효성 조건을 확인합니다. 없는 지면을 높이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0으로 만든 L03의 오류와 같은 원리입니다. 기본값을 읽을 수 있다는 사실이 그 값의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관측이나 수락 이력을 증명하지는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4900C92-45D0-4200-83D7-763521D2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132 / 196</a:t>
            </a:r>
          </a:p>
        </p:txBody>
      </p:sp>
    </p:spTree>
    <p:extLst>
      <p:ext uri="{BB962C8B-B14F-4D97-AF65-F5344CB8AC3E}">
        <p14:creationId xmlns:p14="http://schemas.microsoft.com/office/powerpoint/2010/main" val="55551274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3C0DE44-5946-468D-9FC3-890F68FF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 추가가 기존 프로그램에 미치는 영향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C186920-F7BF-47B4-821D-8939F96E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새 번호로 필드를 추가하면 구 수신기는 그 필드의 의미를 모를 수 있습니다. 구조를 건너뛰고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기존 값으로 계속 동작할 수 있는지, 새 값이 없을 때도 안전한 기본 동작이 있는지를 먼저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확인해야 호환성을 설명할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FD22465-CF0E-4566-8824-9CBBF7F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기존 번호를 다른 뜻에 재사용하면 과거 기록을 새 의미로 잘못 읽을 수 있습니다. 제거한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번호를 다시 쓰지 않도록 reserved를 검토하는 이유입니다. 이름만 바꾸거나 타입이 같다는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사실로 바이트와 의미의 호환성을 보장할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C73B18C-F095-4CD2-A92B-A758EE20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단위를 바꾸는 변경은 파싱이 성공해도 의미를 깨뜨릴 수 있습니다. 새 기능이 반드시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필요하다면 Hello의 기능 협상 정책도 바뀔 수 있습니다. 호환성은 파서가 죽지 않는지뿐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어떤 동작을 계속 보장하는지까지 포함합니다.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79BB41-2F37-4267-83DD-34510F19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133 / 196</a:t>
            </a:r>
          </a:p>
        </p:txBody>
      </p:sp>
    </p:spTree>
    <p:extLst>
      <p:ext uri="{BB962C8B-B14F-4D97-AF65-F5344CB8AC3E}">
        <p14:creationId xmlns:p14="http://schemas.microsoft.com/office/powerpoint/2010/main" val="922172170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1ADC983-0A3D-4664-B084-332EAB3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알 수 없는 필드를 넘기는 실제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32F5D6E-1FDB-4B13-9519-E67E6CB3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unreal/DriveIntegration/Source/DriveIntegration/SimCoreProtocol.cpp:130-138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419A886-F1A3-4B8C-9C18-E3F9DBE6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B439170-3990-4943-BA9F-055BE176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ADC76D3-F8BD-4C34-9D59-94FF8E2E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switch (WireType)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0: { uint64 Ignored; return ReadVarint(Ignored);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1: if (Offset + 8 &gt; Data.Num()) return false; Offset += 8;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2: { TArrayView&lt;const uint8&gt; Ignored; return ReadMessage(Ignored);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case 5: if (Offset + 4 &gt; Data.Num()) return false; Offset += 4;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default: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26E8298-AB21-4DF3-9D73-7022318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 의미를 몰라도 wire type으로 길이를 읽어 다음 필드 위치로 갈 수 있습니다.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E4E21B3B-0CF2-4295-BA5B-681851B2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자체 파서는 0, 1, 2, 5만 지원하며 다른 wire type은 실패합니다.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27363A0-EBAB-4387-9236-135742AA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134 / 196</a:t>
            </a:r>
          </a:p>
        </p:txBody>
      </p:sp>
    </p:spTree>
    <p:extLst>
      <p:ext uri="{BB962C8B-B14F-4D97-AF65-F5344CB8AC3E}">
        <p14:creationId xmlns:p14="http://schemas.microsoft.com/office/powerpoint/2010/main" val="1940096967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243EE47-668A-4B27-9570-9BF0D7B7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건너뛰기 코드와 호환성의 한계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818BE1E-694E-4F50-8A90-DF11A7D9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132행은 varint 하나를 읽어 버립니다. 133행은 남은 데이터가 충분할 때 8바이트를 넘깁니다.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134행은 길이를 읽어 내부 메시지 범위를 건너뛰고 135행은 같은 방식으로 4바이트를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넘깁니다. 모두 입력 범위 확인이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12E6942-9213-4333-AF10-C2CCE7EB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코드는 알 수 없는 필드의 기능을 구현하지 않습니다. 예를 들어 새 상태 플래그를 건너뛰면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 클라이언트는 그 플래그를 표시하거나 판단에 사용할 수 없습니다. 구조적 통과와 기능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지원을 구분해야 새 기능의 지원 범위를 정확히 말할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E326EC0-ACC3-4705-9100-102DAF9B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136행에서 지원하지 않는 wire type은 실패합니다. Unreal 파서를 모든 Protobuf 형식의 범용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구현이라고 부르면 실제 한계를 숨깁니다. 스키마를 확장할 때 해당 형식과 수신 분기를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하는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D147F1F-7F4D-4354-8361-8FAA893D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135 / 196</a:t>
            </a:r>
          </a:p>
        </p:txBody>
      </p:sp>
    </p:spTree>
    <p:extLst>
      <p:ext uri="{BB962C8B-B14F-4D97-AF65-F5344CB8AC3E}">
        <p14:creationId xmlns:p14="http://schemas.microsoft.com/office/powerpoint/2010/main" val="2038057079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4C09AD2-BFF3-4A0E-9B99-B78B6C0F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 부재와 명시적 값, 건너뛰기의 한계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eabbc8d0e42a2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BF0A00C4-6D04-4A5B-A047-B6C9FFEF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E0E400BF-BB49-4521-9424-FFC6970F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gear 부재는 기본 Drive를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유지하고 명시적 0은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Neutral로 바꿉니다.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EE6B8CCA-5B12-4111-924D-E2EC34A8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모르는 LEN 필드는 길이와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남은 범위를 확인한 뒤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건너뜁니다.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CA1B1E0C-1046-4CAF-8C8A-2528616F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건너뛴 필드의 기능은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여전히 모르며, 파싱 성공 뒤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 검사가 남습니다.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1AC9B7E2-0E1F-400B-9DEC-073A3856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3B29DCC-9849-4F84-9537-C08AD65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136 / 196</a:t>
            </a:r>
          </a:p>
        </p:txBody>
      </p:sp>
    </p:spTree>
    <p:extLst>
      <p:ext uri="{BB962C8B-B14F-4D97-AF65-F5344CB8AC3E}">
        <p14:creationId xmlns:p14="http://schemas.microsoft.com/office/powerpoint/2010/main" val="1818911180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68937FC-6E54-4CC6-AC87-65566D3C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형식 파싱 실패를 반환하는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2EE964B-0B57-4B6C-94B3-1DA750F9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cpp/host/src/protocol/vehicle_message_decoder.cpp:39-43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5BF1AC6-D95F-4E27-B834-190DE856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1B4B140-1C96-4972-9335-07C3DBBD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9B0A0B7-B07D-4E33-964C-2FE0C383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simcore::Envelope envelope;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(!envelope.ParseFromArray(data.data(), static_cast&lt;int&gt;(data.size())))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set_error(error, "failed to parse protobuf Envelope");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std::nullopt;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E626D38-31B8-489E-AAD4-14CB1058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ParseFromArray가 Envelope를 복원하지 못하면 오류를 남기고 nullopt로 끝냅니다.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9B08007C-6E73-440E-82BA-07E31914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파싱 성공 뒤에는 schema_version과 명령 의미 조건을 이어서 검사합니다.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465077B-EC3E-466D-B9D0-8857C888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137 / 196</a:t>
            </a:r>
          </a:p>
        </p:txBody>
      </p:sp>
    </p:spTree>
    <p:extLst>
      <p:ext uri="{BB962C8B-B14F-4D97-AF65-F5344CB8AC3E}">
        <p14:creationId xmlns:p14="http://schemas.microsoft.com/office/powerpoint/2010/main" val="1563736975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99B62A-FA14-48AF-9CA9-AF0C144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파싱 성공이 입력 수락과 다른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01DAB56-8502-46CF-AC76-B232F1B6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39행은 생성 Envelope 객체를 준비하고 40행은 받은 바이트를 해석합니다. 실패하면 41행이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오류 문장을 채우고 42행은 결과 부재를 반환합니다. 이 경로의 실패는 우선 바이트에서 계약된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형태를 복원하지 못했다는 뜻입니다.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22B5C1D-347A-4036-8946-365CABA8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형태 복원에 성공해도 다음 검사에서 현재 schema_version과 다르면 거부할 수 있습니다.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값은 왼쪽 양수 FLU 스칼라 계약을 나타내는 버전 2입니다. 같은 숫자를 다른 방향 계약으로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해석하는 일을 막기 위해 버전을 확인합니다.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76B7560-7056-4F06-9A99-0327E7D2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 뒤 호스트는 지도와 조종 연결, 시간까지 검사합니다. 오래된 명령도 문법적으로 완전한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메시지일 수 있으므로 파서 성공을 안전한 입력의 증거로 쓰면 안 됩니다. 이 구분이 다음 연결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생명주기 단원의 출발점입니다.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06938A2-D66C-4BA2-95EA-213F798F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138 / 196</a:t>
            </a:r>
          </a:p>
        </p:txBody>
      </p:sp>
    </p:spTree>
    <p:extLst>
      <p:ext uri="{BB962C8B-B14F-4D97-AF65-F5344CB8AC3E}">
        <p14:creationId xmlns:p14="http://schemas.microsoft.com/office/powerpoint/2010/main" val="10329278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F946D92-C37C-4859-8F22-09558505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0과 부재, 확장과 수락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1D4B0E7-3FE7-4D82-BF5B-FCE39B8D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gear 부재와 명시적인 gear=Neutral은 현재 decoder에서 각각 어떤 내부 값이 되나요?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has_gear와 초기값을 근거로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5947D61-41CC-4671-A161-5446706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Health의 age가 0이면 반드시 방금 입력을 받은 상태인가요? 추가로 볼 필드를 적으세요.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필드를 건너뛰었다는 사실은 새 기능 지원을 뜻하나요?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86CEE7C-28B2-4128-95AD-A9F210B3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이미 쓰인 필드 번호에 새 의미를 넣으면 어떤 기록 문제가 생기나요? ParseFromArray가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성공했는데도 버전이나 세션 때문에 거부할 수 있는 이유도 적으세요.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42749A3-7503-4546-AEC1-76871191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139 / 196</a:t>
            </a:r>
          </a:p>
        </p:txBody>
      </p:sp>
    </p:spTree>
    <p:extLst>
      <p:ext uri="{BB962C8B-B14F-4D97-AF65-F5344CB8AC3E}">
        <p14:creationId xmlns:p14="http://schemas.microsoft.com/office/powerpoint/2010/main" val="650793979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E676039-0538-46C0-9866-C993D4A4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형식만 맞아서는 충분하지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139E6AF-A903-4BC6-A8ED-2AA1AE0B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 부재는 기본 Drive를 유지하고 명시적 Neutral은 Neutral로 변환합니다. B는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has_control_command를 함께 봐야 합니다. 필드 건너뛰기는 구조적 진행일 뿐 새 의미를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화면이나 계산에 적용했다는 증거가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B5C9540-7674-4755-9B91-92D8141F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C에서 번호 재사용은 과거 바이트를 새로운 뜻으로 오해하게 만듭니다. 파싱은 값을 복원하는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단계이고 버전·세션 검사는 그 값을 현재 계약과 제어 흐름에서 받아도 되는지 판단하는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단계이므로 뒤에서 실패할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F53DAE-D2E1-4364-9F2A-5D9D1C4F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이제 스키마 변경을 설명할 때 생성 성공이나 파싱 성공만 말하지 말고 기본 동작과 구 수신기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처리, 의미 검증을 함께 적어 보세요. 다음 단원은 현재 세계와 운전 주체를 구분하는 식별자를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재연결 사례로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1BF7E7E-94B7-4F28-8083-38306066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140 / 196</a:t>
            </a:r>
          </a:p>
        </p:txBody>
      </p:sp>
    </p:spTree>
    <p:extLst>
      <p:ext uri="{BB962C8B-B14F-4D97-AF65-F5344CB8AC3E}">
        <p14:creationId xmlns:p14="http://schemas.microsoft.com/office/powerpoint/2010/main" val="1388276452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60A4C7A-3F60-46D2-A5C7-ADA596F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0897FAD-8C37-4AB9-9472-A1737AD9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optional gear 분기와 기본값을 추적하고 unknown 필드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처리·파싱 성공·의미 검증을 구분합니다.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20C478C-41AA-489E-B1AB-8A12C206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부재와 명시적 값의 차이를 보존하고 구 수신기의 한계를 이해해야 필드 추가가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기존 운전을 조용히 바꾸지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01AA57C-4DB0-43C2-AD75-0B86D3D4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유효한 값이라도 현재 지도와 조종 연결에 속해야 하므로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Hello와 세션 검사를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D3BD4A5-6E09-4975-A10B-02D890B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C5  L10     141 / 196</a:t>
            </a:r>
          </a:p>
        </p:txBody>
      </p:sp>
    </p:spTree>
    <p:extLst>
      <p:ext uri="{BB962C8B-B14F-4D97-AF65-F5344CB8AC3E}">
        <p14:creationId xmlns:p14="http://schemas.microsoft.com/office/powerpoint/2010/main" val="608276128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24B7457-34CF-4C62-BC38-9FBEBD7B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현재 입력을 안전하게 수락하는 조건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70B7CEA-3812-41BD-B645-90034D2F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과거 입력이나 끊어진 조종 연결이 차량을 계속 움직이지 않도록 하는 실제 제어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수락 정책을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3C3E847-4F26-4514-8A17-15B97165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왕복 구조와 C3~C5의 Envelope·파싱·존재 여부가 필요합니다. 시간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단위는 본문에서 환산합니다.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7AED096-8EBD-4BE3-952D-0696DAD3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Hello·지도·연결·Play·순번이 각각 막는 오류를 설명합니다. ControlLease의 입력 지연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거부와 무입력 안전 정지, 연결 폐기를 시간 예제로 판정합니다.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9A6617F-DA8A-4BE8-981F-F182EB9E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연결 성공과 조작 가능을 구분하고, 실제 송수신 코드와 회귀검사로 판단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근거를 제시합니다.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63F1744-588C-4936-B52D-D0BB2FAB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   142 / 196</a:t>
            </a:r>
          </a:p>
        </p:txBody>
      </p:sp>
    </p:spTree>
    <p:extLst>
      <p:ext uri="{BB962C8B-B14F-4D97-AF65-F5344CB8AC3E}">
        <p14:creationId xmlns:p14="http://schemas.microsoft.com/office/powerpoint/2010/main" val="472168917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42A5C1B-F287-4575-B41B-23CEBE1F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891ACED-CE61-4BD8-9D53-DD8D8CB1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L11 Hello, 지도, 연결과 Play의 구분 · 144쪽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Hello의 필수 기능, 지도 checksum, source/session/play 식별, 순번과 거부 후 상태 보존을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8E5FCF6-4CD0-4851-9504-673C0824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L12 ControlLease가 오래된 운전을 막는 방법 · 160쪽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관측 시각과 클라이언트 생성 시각을 구분하고, 100ms 지연 추정·250ms SafeStop·1000ms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폐기를 코드와 숫자로 판정합니다.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B1CE926-5584-4A4A-B07C-82B8EB16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L13 한 입력의 왕복과 종합 실습 · 180쪽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송신·서버 수락·WorldState 작성·Unreal 반영을 현재 함수로 추적하고 종합 문제와 기존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회귀검사를 설명합니다.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6433B2-42FE-4CA4-B365-17EE873F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   143 / 196</a:t>
            </a:r>
          </a:p>
        </p:txBody>
      </p:sp>
    </p:spTree>
    <p:extLst>
      <p:ext uri="{BB962C8B-B14F-4D97-AF65-F5344CB8AC3E}">
        <p14:creationId xmlns:p14="http://schemas.microsoft.com/office/powerpoint/2010/main" val="907126556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260E82E-7FF8-4EDB-8F7D-C896715B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Hello, 지도, 연결과 Play의 구분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EA6C14C-DA37-4D1C-950F-E2A9FB29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다른 지도 자료를 쓰는 클라이언트나 이미 끝난 Play의 늦은 메시지가 현재 차량을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조종하거나 초기화하면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E57695F-EBD4-4642-B3A6-5B428FD1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연결이 열렸다는 사실만으로 같은 기능·세계·실행이라고 가정하지 않도록 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식별 정보의 목적을 나누어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B4592BF-FF67-4089-9E1B-97878509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Hello의 필수 기능, 지도 checksum, source/session/play 식별, 순번과 거부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 상태 보존을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3FAA05E-7821-4B98-83A7-C7809FC2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Envelope와 L10의 형식/의미 검증 차이를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E36AD7A-E40A-4ED7-95FD-B34413CE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144 / 196</a:t>
            </a:r>
          </a:p>
        </p:txBody>
      </p:sp>
    </p:spTree>
    <p:extLst>
      <p:ext uri="{BB962C8B-B14F-4D97-AF65-F5344CB8AC3E}">
        <p14:creationId xmlns:p14="http://schemas.microsoft.com/office/powerpoint/2010/main" val="396245308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0272989-2124-4B90-AFD4-EB9B284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바이트가 잘못된 세계에 도착한 경우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4CFBAC4-6154-433D-AF88-CBD4D9D5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Unreal은 언덕을 측정했는데 서버가 예전 평지 자료를 쓰고 있다고 가정합니다. 좌표 숫자가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같아도 지면과 충돌 해석이 다르므로 두 프로그램은 같은 세계에서 계산한다고 볼 수 없습니다.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지도 식별 검사 없이 운전 명령을 받으면 오류가 커집니다.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024C82-7D81-4DCD-8C34-E2FF3FF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또한 이전 Play에서 만들어 둔 초기화 메시지가 늦게 도착할 수 있습니다. 새 Play가 이미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시작됐는데 이를 받아들이면 현재 차량이 출발점으로 돌아가거나 시뮬레이션 시간이 바뀔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메시지 내용 외에 어느 실행의 요청인지가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A06DB25-3155-4D56-A40B-31D571BC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호스트는 Hello의 기능 조건과 지도 계약, 연결과 Play 식별을 확인합니다. 각 검사는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위험을 막으므로 이름이 비슷하다고 하나의 문자열로 합칠 수 없습니다. 먼저 기능을 맞추는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Hello부터 보겠습니다.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42114A-F776-46AB-AE08-FC31FCBD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145 / 196</a:t>
            </a:r>
          </a:p>
        </p:txBody>
      </p:sp>
    </p:spTree>
    <p:extLst>
      <p:ext uri="{BB962C8B-B14F-4D97-AF65-F5344CB8AC3E}">
        <p14:creationId xmlns:p14="http://schemas.microsoft.com/office/powerpoint/2010/main" val="745994780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1615A49-8B2C-4FFC-82FD-CCA88392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Hello의 필수 기능 목록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82CDD34-FF1B-467C-8480-D26D7050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cpp/host/src/simulation_host_session.cpp:248-257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DB2430D-E38D-4FAA-9030-DD0E911D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705E100C-D719-4843-9F04-DEEA168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257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1946957-D11A-45B6-A461-3F89EBF6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constexpr std::string_view required_capabilities[] =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"world-state.v2",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"control.v2",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"simulation-reset.v1",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"map-package-checksum.v1",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 required : required_capabilities)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(!has_capability(hello.capabilities, required))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std::cerr &lt;&lt; "[Hello] rejected missing capability=" &lt;&lt; required &lt;&lt; "\n";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ClientMessageResult::Rejected;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3411DA7-5CA8-42C5-9925-311730AD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생산 경로는 네 가지 capability가 모두 있는지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1C0FFB48-517A-4243-922E-D5E6EA76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WebSocket 연결 성공 뒤에도 이 애플리케이션 Hello 검사가 필요합니다.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5AB9102-1265-4494-8190-00D6A627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146 / 196</a:t>
            </a:r>
          </a:p>
        </p:txBody>
      </p:sp>
    </p:spTree>
    <p:extLst>
      <p:ext uri="{BB962C8B-B14F-4D97-AF65-F5344CB8AC3E}">
        <p14:creationId xmlns:p14="http://schemas.microsoft.com/office/powerpoint/2010/main" val="532662856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DBBE9BF-5139-43FA-8D89-4E7712F9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 검사와 지도 checksum의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77B18AB-0B24-49F1-8EAC-7C40A59D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248~253행은 WorldState v2, Control v2, reset, 지도 checksum의 필수 기능을 선언합니다.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254행부터 순회하고 255행에서 없으면 256~257행이 이유를 남기고 거부합니다. Hello는 기능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계약을 확인하는 절차입니다.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70B3316-61F0-4D80-8EB0-FE2627B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지도 이름은 사람이 자료를 찾는 이름이고 checksum은 자료 일치 확인의 단서입니다.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레벨 이름으로 다시 bake해도 내용이 바뀌면 설정한 checksum과 맞아야 합니다.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맞지 않는 지도의 입력을 거부합니다.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320E98-B448-4598-8A6B-204416F8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checksum 일치가 사용자 인증이나 해시 충돌 가능성 제거를 뜻하지는 않습니다. 여기서는 계산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자료를 맞추려는 계약입니다. 기능 협상, 자료 식별, 사용자를 인증하는 보안 문제를 구분해야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7442D64-90B1-4207-9578-E9AEA8F9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147 / 196</a:t>
            </a:r>
          </a:p>
        </p:txBody>
      </p:sp>
    </p:spTree>
    <p:extLst>
      <p:ext uri="{BB962C8B-B14F-4D97-AF65-F5344CB8AC3E}">
        <p14:creationId xmlns:p14="http://schemas.microsoft.com/office/powerpoint/2010/main" val="2095780253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4E14E73-48F1-49E6-B472-0BC0D59A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식별자가 나누는 수명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구분하는 대상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재연결 예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source_id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명령을 보내는 출처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클라이언트 출처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session_id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수명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연결이면 새 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play_session_id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Play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Play면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connection_generation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서버가 발급한 소켓 세대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이전 소켓의 늦은 콜백 차단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2B101C0-2881-4AB8-ABB2-85EF67EB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source_id는 누가 보낸 흐름인지 나타내고 session_id는 어느 연결 수명인지 구분합니다. 같은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클라이언트가 재연결하면 출처는 같아도 새 연결은 새 session_id를 사용합니다.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40EEAB0E-E31D-4226-B983-9F56E22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1062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play_session_id는 어느 Play 실행인지를 구분합니다. 한 Play 안에서 연결을 다시 맺을 수 있으므로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연결과 Play의 수명이 다릅니다. 서버의 connection_generation은 이전 소켓 콜백을 구분하는 로컬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세대 정보입니다.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E8B0274-66DE-4C67-B43F-7B428D58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148 / 196</a:t>
            </a:r>
          </a:p>
        </p:txBody>
      </p:sp>
    </p:spTree>
    <p:extLst>
      <p:ext uri="{BB962C8B-B14F-4D97-AF65-F5344CB8AC3E}">
        <p14:creationId xmlns:p14="http://schemas.microsoft.com/office/powerpoint/2010/main" val="1621416967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DB3BF51-B77B-47D0-BA49-5751C35A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Play와 연결의 서로 다른 생명주기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dfbec85cf4494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5A2E39B5-D192-442A-8217-5C9DB34D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0FA37829-F016-412C-BBB2-5619CFA3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연결은 메시지가 오가는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통로이고, Play는 한 번의 게임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4FE1E995-A8F9-4084-BD26-C688B1F2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같은 Play에서 통로만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바뀌면 기존 차량 상태를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보존할 수 있습니다.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B2E1A0CE-7B51-4539-A204-11B7ABED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새 Play에는 이전 실행의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상태가 섞이지 않도록 별도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초기화가 필요합니다.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4C33B02C-DE91-4FA3-ACEF-79B7F9A9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D106F4D-74EE-4AA3-9140-5EC0FAD1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149 / 196</a:t>
            </a:r>
          </a:p>
        </p:txBody>
      </p:sp>
    </p:spTree>
    <p:extLst>
      <p:ext uri="{BB962C8B-B14F-4D97-AF65-F5344CB8AC3E}">
        <p14:creationId xmlns:p14="http://schemas.microsoft.com/office/powerpoint/2010/main" val="1681055728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211ACA-6525-48AC-9F01-EED54193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Play와 연결의 서로 다른 생명주기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C171BC4-C9C9-4678-83AC-D97F7B43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위쪽 도로는 Play 실행, 아래 케이블은 통신 연결의 수명을 비유합니다. 한 Play에서 연결을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다시 맺어도 차량 상태를 보존할 수 있습니다. 따라서 연결이 바뀌었다는 사실만으로 새 Play의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초기화를 실행하면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3AEACB8-BE8D-4B27-B528-A6F53DC8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그림은 수명 구분용 개념도이며 케이블의 가로 정렬을 실제 소켓 재사용 절차로 읽지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현재 새 Play는 새 연결 절차를 거치며, 동일 소켓 세대에서 play_session_id를 바꾸는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요청은 서버가 거부합니다.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4EF916F-2995-418A-ABF8-EACD876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150 / 196</a:t>
            </a:r>
          </a:p>
        </p:txBody>
      </p:sp>
    </p:spTree>
    <p:extLst>
      <p:ext uri="{BB962C8B-B14F-4D97-AF65-F5344CB8AC3E}">
        <p14:creationId xmlns:p14="http://schemas.microsoft.com/office/powerpoint/2010/main" val="314382636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D832A15-38C4-4F14-B10D-2481744A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 재연결과 새 Play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652B338-F9EE-4FC5-B0FC-2FEBF4A5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출처 U, Play P1, 연결 A가 운전 중입니다. 연결이 끊겨 B로 다시 연결되어도 Play가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P1이면 차량을 출발점으로 되돌릴 이유가 없습니다. 정상 재연결은 물리 상태를 보존하고 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제어 연결을 묶습니다.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8857E2-01F1-4C4F-9514-7AB5328A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반면 사용자가 Stop 뒤 새 Play P2를 시작하면 초기화해야 할 실행이 달라집니다. 현재 정상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 reset은 플레이어와 교통 상태, 구조물, 계산 시간을 초기화합니다. 같은 단어 reset이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등장해도 어떤 실행에 대한 요청인지 검사해야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2CB200D-66DC-46EF-B1B0-20E05D11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끝난 P1의 지연 reset은 P2를 덮어쓰면 안 됩니다. 서버는 옛 Play 이력과 소켓 세대를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확인합니다. 동일 연결 세대에서 신원을 바꾸거나 같은 Play에서 차종을 바꾸는 요청도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재연결로 취급하지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3E422AE-7A69-4925-9811-2C6540B5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151 / 196</a:t>
            </a:r>
          </a:p>
        </p:txBody>
      </p:sp>
    </p:spTree>
    <p:extLst>
      <p:ext uri="{BB962C8B-B14F-4D97-AF65-F5344CB8AC3E}">
        <p14:creationId xmlns:p14="http://schemas.microsoft.com/office/powerpoint/2010/main" val="1005534618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9110EC1-D2DE-4221-B9AC-909EDD2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Play의 재연결에서 먼저 하는 일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3D268A1-E24F-4AA0-B70A-EE3C5BA9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cpp/host/src/simulation_host_session.cpp:509-518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C765ABE-FF80-4925-B9BC-A47B4228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68A3C3F-CDFF-4F07-A5AD-8AD4CA5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518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3489A39-A91C-40AC-9792-3F822BC9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reconnect = control_lease_.reset_for_reconnect(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reset.source_id, reset.session_id);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(reconnect == ControlLeaseResetDecision::RetiredSession)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std::cerr &lt;&lt; "[Lifecycle] reset from retired connection rejected source="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reset.source_id &lt;&lt; " session=" &lt;&lt; reset.session_id &lt;&lt; "\n";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ClientMessageResult::Rejected;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(reconnect == ControlLeaseResetDecision::Ready)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last_logged_input_ = make_safe_stop_input();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apply_vehicle_input(last_logged_input_);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469B359-B3BA-4C7C-8AC7-9590F7F1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 후보가 이미 폐기된 세션이면 거부하고, 허용되면 우선 안전 입력을 적용합니다.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6998B9E9-7B16-47C0-B2A6-9DB7207E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경로는 위치 초기화를 호출하지 않으며 새 정상 입력을 다시 기다립니다.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CB56645-ECCA-4FED-A889-7949D96A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152 / 196</a:t>
            </a:r>
          </a:p>
        </p:txBody>
      </p:sp>
    </p:spTree>
    <p:extLst>
      <p:ext uri="{BB962C8B-B14F-4D97-AF65-F5344CB8AC3E}">
        <p14:creationId xmlns:p14="http://schemas.microsoft.com/office/powerpoint/2010/main" val="284478323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08EE1F4-388E-4EAB-90F8-BE37F24F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 코드의 줄별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031178F-E792-46E8-B40B-C757703A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509~510행은 새 연결 식별을 ControlLease에 전달합니다. 511~515행은 이미 폐기한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세션이면 다시 제어하도록 허용하지 않습니다. 오래된 연결의 패킷이 나중에 도착해도 현재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운전을 되살리지 않게 하는 경계입니다.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369F606-D200-4C72-9900-8F8D9A64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516행에서 준비된 재연결이면 517행이 안전 정지 입력을 만들고 518행이 적용합니다.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연결의 식별을 갱신하지만 플레이어 위치를 초기화하는 호출은 이 분기에 없습니다.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명령이 다시 수락되기 전까지 이전 스로틀을 계속 쓰지 않도록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AB68F87-4922-4C87-8ACD-E6F732E6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Play라는 정보만으로 권한을 얻지 않습니다. 앞뒤의 지도·신원·세대 검사를 통과한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재연결만 이 경로를 사용합니다. E-stop이 이미 걸린 상태는 별도 정책이므로 일반 재연결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설명으로 자동 해제된다고 추정하면 안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4C5D655-4234-418D-A3B2-A4D7B1E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153 / 196</a:t>
            </a:r>
          </a:p>
        </p:txBody>
      </p:sp>
    </p:spTree>
    <p:extLst>
      <p:ext uri="{BB962C8B-B14F-4D97-AF65-F5344CB8AC3E}">
        <p14:creationId xmlns:p14="http://schemas.microsoft.com/office/powerpoint/2010/main" val="395516280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A156702-0493-4A4B-8D59-5F8AF8BB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Play가 초기화하는 실제 상태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BA85127-8D33-4921-9BF2-0B445FC3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cpp/host/src/simulation_host_session.cpp:551-562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591D7EF-7F50-4F9A-8ADE-F424DD0B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EBCF1D3-F712-43DA-84F1-DD3461AC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562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8B3B24F-4E33-404B-B08D-DD14AE0F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reset_player_vehicle(requested_class);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(config_.physics_replay)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config_.physics_replay-&gt;event(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simcore_host::PhysicsReplayEvent::Reset, requested_class);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runtime_entities_ = initial_runtime_entities_;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structure_damage_.reset();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rebuild_lane_npc();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rebuild_pedestrians();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last_logged_input_ = make_safe_stop_input();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apply_vehicle_input(last_logged_input_);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simulation_clock_.reset_elapsed();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23FE5D9-A4F3-4405-A9AB-5DB996F9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Play 검증을 통과한 분기에서 차량과 런타임 상태를 초기화합니다.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EDA2559F-99EA-4EFF-AC6E-F78655E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40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마지막에 안전 입력을 적용하고 시뮬레이션 경과 시간을 다시 시작합니다.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CBD3724-1321-4A74-9749-2D0D1140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154 / 196</a:t>
            </a:r>
          </a:p>
        </p:txBody>
      </p:sp>
    </p:spTree>
    <p:extLst>
      <p:ext uri="{BB962C8B-B14F-4D97-AF65-F5344CB8AC3E}">
        <p14:creationId xmlns:p14="http://schemas.microsoft.com/office/powerpoint/2010/main" val="2036980987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98AEB54-F419-47FD-9FC1-88117015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순번이 필요한 이유와 거부 후 상태 보존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6E04954-3F2E-4232-8088-6CD0B7E3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제어 흐름에서 sequence는 이미 처리한 입력보다 새로운지 판단하는 번호입니다. 101을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수락한 뒤 100이 오면 TCP 연결이 살아 있어도 최신 입력으로 채택하면 안 됩니다. 재접속과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재전송 맥락은 단순 전달 순서만으로 해결되지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769118D-FD36-4BAE-996C-F9587B4E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비교는 마지막 정상 순번 이하를 거부합니다. 중요한 점은 거부한 높은 번호가 마지막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번호를 갱신하면 안 된다는 것입니다. 예를 들어 잘못된 시간의 1000을 거부한 뒤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102가 영구히 오래된 것으로 막히면 검사가 상태를 오염시킨 것입니다.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81F40F1-637D-450B-A11B-249517D2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그래서 검증을 모두 통과한 뒤 순번과 마지막 수신 시각을 저장합니다. 바이트가 왔다는 기록과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운전 명령을 수락했다는 기록을 구분하는 이유입니다. 다음 단원의 시간 검사도 이 마지막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입력을 기준으로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08481E3-EE88-41D0-ACCA-E6C1F629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155 / 196</a:t>
            </a:r>
          </a:p>
        </p:txBody>
      </p:sp>
    </p:spTree>
    <p:extLst>
      <p:ext uri="{BB962C8B-B14F-4D97-AF65-F5344CB8AC3E}">
        <p14:creationId xmlns:p14="http://schemas.microsoft.com/office/powerpoint/2010/main" val="998213546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759AFD2-E4F3-4030-B255-19BC9BFB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오래된 순번을 즉시 거부하는 비교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DACD4D8A-588A-41E1-A1D0-3CCBE743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cpp/host/src/control/control_lease.hpp:109-116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7519540-F49B-48EE-A327-88095D4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C10AC89-04E3-4D97-AC0F-B5D3769C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9778C11-1580-497F-A0EA-979F8D09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std::uint64_t previous_client_time_ns = same_session ? last_client_time_ns_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Clock::time_point previous_receive_time = same_session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last_receive_time_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Clock::time_point::min();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(command.sequence &lt;= previous_sequence)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ControlLeaseDecision::StaleSequence;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0A23B62-C503-4853-9E90-1BE64EEF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연결의 마지막 정상 상태를 기준으로 이번 sequence를 비교합니다.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6969568A-F886-41AC-B913-220962FA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비교에서 실패하면 뒤의 수락 상태 저장까지 진행하지 않습니다.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447BE200-13D5-4F5A-8D22-22A28D8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156 / 196</a:t>
            </a:r>
          </a:p>
        </p:txBody>
      </p:sp>
    </p:spTree>
    <p:extLst>
      <p:ext uri="{BB962C8B-B14F-4D97-AF65-F5344CB8AC3E}">
        <p14:creationId xmlns:p14="http://schemas.microsoft.com/office/powerpoint/2010/main" val="1240450583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55503E-3DE3-49BA-A02F-75F8C943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세션과 과거 메시지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3C584A1-412C-4F33-99FA-987915C0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U/P1/A가 끊긴 뒤 U/P1/B로 정상 재연결했습니다. 차량 위치 초기화 여부와 다시 필요한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 조건을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F2A92E5-1F5C-4491-8648-0D13DA19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현재 P2를 플레이 중인데 이미 끝난 P1의 reset이 도착했습니다. 지도 checksum과 순번이 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보이면 받아도 되나요?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D384A6A-FE77-4682-978F-67A19B63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마지막 정상 순번 101에서 시간 검사를 실패한 1000이 왔고 다음에 정상 102가 왔습니다.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순번 저장을 어느 시점에 해야 102를 올바르게 평가할 수 있나요?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7A05AED-8F41-4D8A-9D59-DDC488AE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157 / 196</a:t>
            </a:r>
          </a:p>
        </p:txBody>
      </p:sp>
    </p:spTree>
    <p:extLst>
      <p:ext uri="{BB962C8B-B14F-4D97-AF65-F5344CB8AC3E}">
        <p14:creationId xmlns:p14="http://schemas.microsoft.com/office/powerpoint/2010/main" val="862187651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3769920-B15C-4D4F-91E7-3BE5E13A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현재 실행의 권한만 유지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66B2302-D9C9-4E5A-90CC-A2CC996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같은 Play의 정상 재연결이므로 물리 위치를 보존합니다. 제어 연결을 B로 바꾸고 안전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 상태에서 새 정상 명령을 기다립니다. B는 옛 Play의 지연 reset이므로 현재 상태를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초기화하도록 수락하면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550F29F-D7B4-4331-A20A-68D4F276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C는 모든 검증을 통과한 뒤에만 순번을 저장해야 합니다. 거부된 1000은 정상 기준 101을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바꾸지 않아야 다음 102를 새 입력으로 평가할 수 있습니다. 높은 순번만으로 지도나 연결, 시간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조건을 우회할 수는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7B36C98-4962-4DE1-BED3-3DFB6A0D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현재라는 말은 시간만 뜻하지 않습니다. 기능과 지도, 출처와 연결, Play, 순번이 모두 맞아야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 다음 단원은 이 조건이 맞는 명령도 지연되거나 끊기면 왜 거부하거나 안전 정지해야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 시간선으로 설명합니다.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156D8B-5567-4038-A55A-11DDE755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158 / 196</a:t>
            </a:r>
          </a:p>
        </p:txBody>
      </p:sp>
    </p:spTree>
    <p:extLst>
      <p:ext uri="{BB962C8B-B14F-4D97-AF65-F5344CB8AC3E}">
        <p14:creationId xmlns:p14="http://schemas.microsoft.com/office/powerpoint/2010/main" val="1423349340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1B90236-64A3-4229-86CD-7C45A42A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F66CCB0-27BA-4234-8D03-586D11BD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Hello의 필수 기능, 지도 checksum, source/session/play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식별, 순번과 거부 후 상태 보존을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7DD4534-33BC-4124-BEFF-270666F1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연결이 열렸다는 사실만으로 같은 기능·세계·실행이라고 가정하지 않도록 각 식별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정보의 목적을 나누어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31FA633-20C1-4DC9-80FE-310D3D02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같은 주체의 순서 있는 명령도 너무 늦으면 위험하므로 마지막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 시각과 ControlLease를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3E09EFD-D8C9-4197-9211-90826FEC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L11     159 / 196</a:t>
            </a:r>
          </a:p>
        </p:txBody>
      </p:sp>
    </p:spTree>
    <p:extLst>
      <p:ext uri="{BB962C8B-B14F-4D97-AF65-F5344CB8AC3E}">
        <p14:creationId xmlns:p14="http://schemas.microsoft.com/office/powerpoint/2010/main" val="1613428238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77CE6CE-AFE6-40DD-B0F3-6A2C6BC9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ControlLease가 오래된 운전을 막는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E7B9E7A-22A6-481E-BFB6-A7658D97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스로틀 1을 마지막으로 받은 뒤 조종 연결이 끊겼습니다. 서버가 같은 입력을 계속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계산하면 운전자가 손을 뗐는데도 차가 가속할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79CB88-5756-478B-8D86-B4EC44D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현재 입력을 보내는 주체에게만 제한된 시간 동안 제어를 맡기고, 지연된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명령이나 무입력 상태를 별도 기준으로 처리해야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6E5FB47-3CEF-4A9C-B083-A3D89D8B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서버 관측 시각과 클라이언트 생성 시각을 구분하고, 100ms 지연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추정·250ms SafeStop·1000ms 연결 폐기를 코드와 숫자로 판정합니다.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11A0162-CA8F-436E-8DA5-74A8C7F5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L11의 현재 연결·순번·수락 상태 저장과 L02의 이벤트 루프 개념을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2D303B7-31D7-4435-8CF3-94F7401B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160 / 196</a:t>
            </a:r>
          </a:p>
        </p:txBody>
      </p:sp>
    </p:spTree>
    <p:extLst>
      <p:ext uri="{BB962C8B-B14F-4D97-AF65-F5344CB8AC3E}">
        <p14:creationId xmlns:p14="http://schemas.microsoft.com/office/powerpoint/2010/main" val="934098694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36F15B0-2B5D-4998-B108-74DF565B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스로틀을 언제까지 믿을 수 있을까요?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6F0770A-97D5-44AA-AE27-F4973C6E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서버가 스로틀 1을 받은 다음 조종 프로그램이 멈췄다고 가정합니다. 입력 갱신이 없다는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이유로 기존 스로틀을 계속 유지하면 운전자는 이미 제어할 수 없는데 차는 가속할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입력이 끊겼을 때의 안전 정책이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20ABE2F-746A-46F0-A5A1-C2E5121C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ControlLease는 현재 제어 주체와 마지막 정상 입력을 관리하는 시간 제한 제어권입니다.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연결과 순서를 가진 명령만 수락하고, 한동안 정상 입력이 없으면 안전 입력으로 바꿉니다. 오래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끊기면 이전 연결을 폐기하여 다시 연결하도록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E6DF46-CC14-427C-A112-2421BC77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동시에 너무 늦게 도착한 명령도 그대로 실행하면 안 됩니다. 이미 손을 뗀 과거 스로틀이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뒤늦게 적용되면 반응이 쌓여 보일 수 있기 때문입니다. 그래서 입력의 지연 추정과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입력이 없는 기간을 서로 다른 기준으로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FCD63C2-E6CC-40D7-ABB4-C2A6624C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161 / 196</a:t>
            </a:r>
          </a:p>
        </p:txBody>
      </p:sp>
    </p:spTree>
    <p:extLst>
      <p:ext uri="{BB962C8B-B14F-4D97-AF65-F5344CB8AC3E}">
        <p14:creationId xmlns:p14="http://schemas.microsoft.com/office/powerpoint/2010/main" val="572847083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70E400-41AE-49EE-9342-9E43529F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 숫자 세 종류의 목적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6DACDD5-B185-4A1C-B956-A109F016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단조 시계는 뒤로 가지 않으며 경과 시간을 재는 데 씁니다. client_time_ns는 클라이언트의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 생성 시각, received_at은 서버의 메시지 처리 입구 관측 시각입니다. 시작 기준이 다른 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시계의 절대값 차이는 정확한 통신 지연이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227CE59-07B6-4B45-B441-EF215DB9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now는 검사를 실행하는 현재 서버 시각입니다. 여기서 마지막 정상 received_at을 빼면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입력이 없던 기간입니다. 같은 서버 시계의 차이이므로 클라이언트 시계와 맞출 필요가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DE7BDC6-EB64-4682-82C3-23317B5B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ns는 10억분의 1초이며 1ms는 100만ns입니다. simulation_time_ns는 고정 틱의 누적 계산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시간, EntityState.timestamp는 Unix 초입니다. 이 값들을 제어권의 단조 경과 시간과 섞으면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잘못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41863CB-8D9A-45EC-ADA5-56FD57E9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162 / 196</a:t>
            </a:r>
          </a:p>
        </p:txBody>
      </p:sp>
    </p:spTree>
    <p:extLst>
      <p:ext uri="{BB962C8B-B14F-4D97-AF65-F5344CB8AC3E}">
        <p14:creationId xmlns:p14="http://schemas.microsoft.com/office/powerpoint/2010/main" val="88419361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ECE34E43-AC73-4ABA-AD9E-52CC8F31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시각과 무입력 기간의 구분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0f040a114415f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793397F2-B08F-406E-B507-978CFACC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960A65FC-466A-451F-86D8-EE2F8038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Client stamp는 생성 시각,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Server arrival은 수신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시각입니다.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CB53CE9D-B37C-4B0A-93B1-926E0D70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서로 다른 시계의 절대값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대신 각각의 변화량을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2D163262-CC6B-4065-8BBF-343E0B59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3460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Silence duration은 정상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입력의 공백입니다. 안전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정지와 연결 폐기에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FA943526-0567-4E60-AFD4-B9B79B8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4B15A12-1AD4-4918-B155-EE477D18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163 / 196</a:t>
            </a:r>
          </a:p>
        </p:txBody>
      </p:sp>
    </p:spTree>
    <p:extLst>
      <p:ext uri="{BB962C8B-B14F-4D97-AF65-F5344CB8AC3E}">
        <p14:creationId xmlns:p14="http://schemas.microsoft.com/office/powerpoint/2010/main" val="599215113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5BDDF68-AFD2-428E-8CDC-0B21C6F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입력 시각과 무입력 기간의 구분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1C26AF4-3530-4BED-A3E1-E0D8A231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Client stamp와 Server arrival은 각각 입력 생성과 서버 수신 관측 시점을 뜻합니다.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서로 다른 시계의 숫자를 직접 빼지 않고, 각 시계 안에서 이전 정상 입력과의 간격을 먼저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E955D95-C97C-4877-BFF3-E6E0B5FE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Silence duration과 Safe stop, Disconnect는 정상 입력 후 서버 경과 시간을 설명합니다. 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임계값을 같은 축에 놓은 수치 그래프가 아닙니다. 100·250·1000ms 조건은 다음 코드와 표에서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따로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99011DF-0DE2-4D28-B076-8E6C270D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164 / 196</a:t>
            </a:r>
          </a:p>
        </p:txBody>
      </p:sp>
    </p:spTree>
    <p:extLst>
      <p:ext uri="{BB962C8B-B14F-4D97-AF65-F5344CB8AC3E}">
        <p14:creationId xmlns:p14="http://schemas.microsoft.com/office/powerpoint/2010/main" val="1340403409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743F7A1-A178-41E7-9D3F-D4E520F8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간격 차이로 지연을 추정하는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29EE716-1D43-4A16-9B03-2DC0A763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이전 정상 입력의 클라이언트 시각을 1000ms, 서버 수신 시각을 5000ms라고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두겠습니다. 다음 입력의 클라이언트 시각이 1020ms이면 생성 간격은 20ms입니다. 서버가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입력을 5180ms에 처리하면 수신 간격은 180ms입니다.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C192191-3B70-40A8-9DBC-3A31B22B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시계 시작점 차이 4000ms를 지연으로 쓰지 않습니다. 각 시계 안의 차이를 구한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180−20=160ms를 계산합니다. 입력이 만들어진 간격보다 서버가 관측한 간격이 더 늘어난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양을 대기시간 추정으로 사용하는 것입니다.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6770B7-193B-47EB-9612-D32CB143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최대 추정 대기는 100ms이므로 이 입력은 거부됩니다. 이 수치는 모든 네트워크 지연을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정확히 측정하는 장치가 아닙니다. 이전 정상 입력 이후 상대적인 지연 증가를 보는 보호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조건이며 첫 입력에는 이전 비교 기준도 아직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5A9C5B2-D816-4FE8-AD6A-DEC2130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165 / 196</a:t>
            </a:r>
          </a:p>
        </p:txBody>
      </p:sp>
    </p:spTree>
    <p:extLst>
      <p:ext uri="{BB962C8B-B14F-4D97-AF65-F5344CB8AC3E}">
        <p14:creationId xmlns:p14="http://schemas.microsoft.com/office/powerpoint/2010/main" val="994241709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1492C76-2913-4335-B321-A02044C5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대기시간 추정과 거부 조건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1D03FDC-3455-4A66-B87E-B70FCAFA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cpp/host/src/control/control_lease.hpp:123-132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1D04940-A28D-4B8C-9903-ABB9F921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6CBDA11-CFE7-40F4-BD48-6CD833F7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0EE50B3-ADA4-4252-8DBD-54A0E65E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server_elapsed = received_at - previous_receive_time;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client_elapsed = std::chrono::nanoseconds(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command.client_time_ns - previous_client_time_ns);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estimated_queue_age = server_elapsed &gt; client_elapsed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std::chrono::duration_cast&lt;std::chrono::nanoseconds&gt;(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server_elapsed - client_elapsed)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std::chrono::nanoseconds::zero();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(estimated_queue_age &gt; max_queue_age_)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ControlLeaseDecision::ExcessiveQueueAge;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57E94A7-700C-4844-B874-DAF193A4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수신 간격에서 클라이언트 생성 간격을 뺀 양수 부분을 사용합니다.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00165C8A-E6CA-4CA2-8E4F-59F52E8E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추정값이 한도를 초과하면 ExcessiveQueueAge로 거부합니다.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AE833AB-574E-419D-B030-7B1B196A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166 / 196</a:t>
            </a:r>
          </a:p>
        </p:txBody>
      </p:sp>
    </p:spTree>
    <p:extLst>
      <p:ext uri="{BB962C8B-B14F-4D97-AF65-F5344CB8AC3E}">
        <p14:creationId xmlns:p14="http://schemas.microsoft.com/office/powerpoint/2010/main" val="1961338879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37DD375-7F13-4D79-9330-73E5A404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 검사 코드의 줄별 해설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DF0251F-E55F-4B10-8F08-4FBF410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123행은 이번 received_at에서 이전 정상 수신 시각을 뺍니다. 124~125행은 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client_time_ns의 차이를 나노초 기간으로 만듭니다. 두 간격을 비교하므로 서로 다른 컴퓨터의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절대 시계 시작점은 직접 빼지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C4B85F3-ED08-4898-93B6-BE0129AB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126~129행은 서버 간격이 더 클 때만 차이를 쓰고 그 외에는 0으로 제한합니다. 130행의 &gt;는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한도와 같으면 이 조건만으로 거부하지 않고 초과할 때 거부한다는 뜻입니다. 131행에서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반환하면 정상 수락 기록을 갱신하지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5BBA64C-56B4-44CF-8237-B572112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간격 80ms, 생성 간격 100ms면 추정값은 0입니다. 서버 간격 120ms, 생성 간격 20ms면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정확히 100ms이고, 121ms라면 101ms로 이 검사를 실패합니다. 다른 세션·순번 조건은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정상이라는 가정입니다.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03D5D2-36BC-45DA-A928-D4811E3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167 / 196</a:t>
            </a:r>
          </a:p>
        </p:txBody>
      </p:sp>
    </p:spTree>
    <p:extLst>
      <p:ext uri="{BB962C8B-B14F-4D97-AF65-F5344CB8AC3E}">
        <p14:creationId xmlns:p14="http://schemas.microsoft.com/office/powerpoint/2010/main" val="1835017796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1C4B3B1-65FE-435F-B6DE-FEBC98A5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거부한 패킷이 정상 입력을 연장하지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A4E1DE5-1CE8-4F27-8CE7-A4460750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이전 정상 수신이 5000ms인데 5180ms의 명령이 지연으로 거부됐다면 마지막 정상 수신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시각은 5000ms에 남습니다. 다음 시간 검사에서 5180을 기준으로 수명을 연장하면 잘못된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명령도 계속 제어권을 살리는 결과가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884FA20-7E62-4935-BF4D-C9D5B54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원리로 거부한 높은 sequence도 마지막 정상 순번을 바꾸지 않습니다. 수신된 패킷 수와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정상적으로 수락한 입력 수가 다른 이유입니다. 입력이 계속 들어와도 모두 지연·세션 검사에서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실패하면 무입력 안전 정지에 도달할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3513760-645A-4924-BF19-B076B13F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로그에서 통신이 계속 있다는 사실만으로 제어권이 정상이라고 판단하지 않습니다.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 여부와 거부 이유, 마지막 정상 입력의 나이를 함께 봅니다. 이제 그 정상 입력이 끊긴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기간을 검사하는 soft timeout 코드로 이어집니다.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4B90BE8-63F0-44C4-8D63-57B892C1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168 / 196</a:t>
            </a:r>
          </a:p>
        </p:txBody>
      </p:sp>
    </p:spTree>
    <p:extLst>
      <p:ext uri="{BB962C8B-B14F-4D97-AF65-F5344CB8AC3E}">
        <p14:creationId xmlns:p14="http://schemas.microsoft.com/office/powerpoint/2010/main" val="66802740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26D5B5E-6F80-4E5A-86FF-50E6E3D9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입력 공백을 검사하는 soft timeout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B16BF2E-EE41-4597-9AFF-088D64F7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cpp/host/src/control/control_lease.hpp:155-165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E7A1C37-2950-4CFE-A1A5-D2E798D7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182DFB6-5836-4F7C-B590-21FBD4A5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50133CF-A52E-4795-9476-40ADBF8B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(safe_stop_active_ || last_receive_time_ == Clock::time_point::min())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(now - last_receive_time_ &lt;= 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F0035C4F-0917-4820-AFF9-F050FD85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서버 시각 now와 마지막 정상 수신 시각의 차이를 timeout_과 비교합니다.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A5B2A9BC-9BAD-47D9-B0FC-80AE0431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SafeStop은 먼저 제어를 안전한 상태로 바꾸되 현재 소유권을 유지합니다.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632E57F-DFDC-41DF-A6F0-3A0D2EF1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169 / 196</a:t>
            </a:r>
          </a:p>
        </p:txBody>
      </p:sp>
    </p:spTree>
    <p:extLst>
      <p:ext uri="{BB962C8B-B14F-4D97-AF65-F5344CB8AC3E}">
        <p14:creationId xmlns:p14="http://schemas.microsoft.com/office/powerpoint/2010/main" val="1892406075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14A87AF-0835-47BF-B9BE-97626DD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250ms 안전 정지는 어떤 일을 하나요?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9FDAB82-AAE8-4220-8B8D-9AFA501A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157~159행은 이미 SafeStop이거나 정상 입력을 아직 받지 않았다면 새 전환을 만들지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 160~162행은 공백이 한도 이하이면 그대로 둡니다. 초과하면 163~164행이 안전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정지 전환을 알려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66D43DE-FDE3-455F-B3EA-27D175C3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이 결과를 받아 안전 입력을 적용합니다. 현재 make_safe_stop_input은 기본 스로틀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0에 브레이크 1과 handbrake를 설정합니다. 차 위치를 순간 고정하는 대신 물리 계산이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입력으로 감속하도록 하므로 속도가 한순간에 0이 된다는 뜻은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72E1090-64AA-4324-A77E-AE574A61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잠깐의 지연마다 끊으면 재접속 비용이 늘므로 soft timeout은 소유권을 유지합니다.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소유자의 새롭고 순서가 맞는 입력이 다시 모든 검사를 통과하면 연결을 끊지 않고 조작을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회복할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CF539DB-BA22-4A06-B3A6-960ED62F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170 / 196</a:t>
            </a:r>
          </a:p>
        </p:txBody>
      </p:sp>
    </p:spTree>
    <p:extLst>
      <p:ext uri="{BB962C8B-B14F-4D97-AF65-F5344CB8AC3E}">
        <p14:creationId xmlns:p14="http://schemas.microsoft.com/office/powerpoint/2010/main" val="1421199182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49E298D-4DD8-49C5-A048-97BDCBEA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 정지에 사용하는 실제 운전 입력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254C9CF-914F-4C28-A4E5-7157A83E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cpp/host/src/simulation_host.cpp:315-321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B4EE635-A157-4CB9-832D-4BE444F9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DF1E5665-A725-401A-9E11-E10467CC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63F5013-B74D-4DC7-A801-0BE10ED8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VehicleInput SimulationHost::make_safe_stop_input()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VehicleInput input;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input.brake = 1.f;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input.handbrake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input;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4E67BE0-CFE2-4B05-A654-425C5568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 객체의 기본 스로틀은 0이며, 이 함수는 브레이크와 handbrake를 명시적으로 설정합니다.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7A64EC15-8A16-46DB-B893-EB412D6C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 정지 상태 선언과 실제 물리 입력 적용은 연결해서 읽어야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6541992-CEC0-4719-B041-0CECB7AD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171 / 196</a:t>
            </a:r>
          </a:p>
        </p:txBody>
      </p:sp>
    </p:spTree>
    <p:extLst>
      <p:ext uri="{BB962C8B-B14F-4D97-AF65-F5344CB8AC3E}">
        <p14:creationId xmlns:p14="http://schemas.microsoft.com/office/powerpoint/2010/main" val="757393170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CB6C9FD-6F89-44E3-A530-34FACAFC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 오래 끊긴 연결을 폐기하는 hard timeout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B67176D-8E2C-4365-9610-AF5F9EF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cpp/host/src/control/control_lease.hpp:170-180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D0FEA6C-CA3C-460A-A7ED-0EDA58DD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4AA5194-C323-4254-BDCC-DDDAE362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BCAAA0D-A3E4-4C30-8367-56E5BE13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update_hard_timeout(Clock::time_point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(last_receive_time_ == Clock::time_point::min()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active_key_.empty()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now - last_receive_time_ &lt;= hard_timeout_)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retired_sessions_.insert(active_key_);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active_key_.clear();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D8B4355-F08C-49E1-AFF6-F8AF4B9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입력 공백이 hard_timeout_을 넘으면 현재 세션을 폐기 목록에 넣고 소유 키를 지웁니다.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5CC6E5C2-3AB5-4932-8499-4FE08905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이전 세션의 늦은 명령으로 다시 운전을 시작하지 못하게 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01891C9-3EFD-4F4C-93A3-C3DA65AF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172 / 196</a:t>
            </a:r>
          </a:p>
        </p:txBody>
      </p:sp>
    </p:spTree>
    <p:extLst>
      <p:ext uri="{BB962C8B-B14F-4D97-AF65-F5344CB8AC3E}">
        <p14:creationId xmlns:p14="http://schemas.microsoft.com/office/powerpoint/2010/main" val="1284071273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0A8D826-C595-4F4D-BB41-6EB975A7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1000ms 연결 폐기가 추가로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01DD859-A9E7-4751-B95C-7D49E14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172~176행은 아직 정상 입력이 없거나 소유자가 없거나 공백이 한도 이하이면 전환하지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 한도를 넘으면 177행이 안전 정지를 유지하고 178행이 이전 세션을 폐기 목록에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넣습니다. 179행은 현재 소유 키를 비웁니다.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17A33E3-71D9-4827-8CCA-2B3B48B7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이 hard timeout 결과를 받아 제어 연결 종료 콜백도 호출합니다. 이제 단순히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세션으로 명령 하나를 다시 보내는 것으로 회복할 수 없습니다. 클라이언트는 새 연결과 수명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절차를 거쳐 정상 제어권을 다시 얻어야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1345676-5AE5-401C-B189-C54F4DEF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soft는 일시 중단 뒤 같은 소유자의 회복을 허용하고 hard는 오래 끊긴 연결을 명확히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차단합니다. 둘을 하나로 합치면 짧은 지연마다 재연결하거나, 반대로 오래된 연결을 계속 믿게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서로 다른 목적 때문에 임계값도 나누어 둡니다.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1A50823-F2EA-4036-BA16-777390F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173 / 196</a:t>
            </a:r>
          </a:p>
        </p:txBody>
      </p:sp>
    </p:spTree>
    <p:extLst>
      <p:ext uri="{BB962C8B-B14F-4D97-AF65-F5344CB8AC3E}">
        <p14:creationId xmlns:p14="http://schemas.microsoft.com/office/powerpoint/2010/main" val="980086455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154672A-69A8-42CE-BB12-32F5699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무입력 시간선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now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입력 공백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 조건의 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soft 한도 이하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SafeStop 전환, 소유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 한도 이하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6001ms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 폐기, 재연결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293D513D-B808-442B-BEBC-CE9F60C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1062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정상 수신을 서버 5000ms로 두고 이후 정상 입력이 없다고 가정합니다. 표의 now는 서버가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검사를 실행한 시각입니다. 무입력 기간은 그때의 서버 now에서 마지막 정상 수신 시각 5000ms를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빼서 계산합니다.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1D7AAEB3-5E09-4336-8FF8-0A2D648B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2088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비교는 한도를 초과할 때 전환합니다. 실제 실행은 검사 함수가 호출되는 틱에 이뤄지므로 정확히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해당 벽시각에 별도 알람 스레드가 강제 실행한다는 뜻은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AA5926F-9081-4006-AE2F-3354770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174 / 196</a:t>
            </a:r>
          </a:p>
        </p:txBody>
      </p:sp>
    </p:spTree>
    <p:extLst>
      <p:ext uri="{BB962C8B-B14F-4D97-AF65-F5344CB8AC3E}">
        <p14:creationId xmlns:p14="http://schemas.microsoft.com/office/powerpoint/2010/main" val="1871526449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EEF1EAA-9829-466B-91D1-1FB1CBD5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회복되는 입력과 회복되지 않는 입력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73E7084-4426-448C-BD75-BF1110B4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마지막 정상 입력은 client 1000ms, server 5000ms입니다. server 5300ms에서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SafeStop 후 client 1410ms의 입력을 server 5410ms에 받으면 두 간격이 410ms로 같아 지연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추정은 0입니다.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28ED5DF-9298-44C9-871A-86E36AA5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소유자이고 다른 조건도 맞으면 수락하여 SafeStop을 해제합니다. 반면 client 1020ms의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옛 명령이 server 5410ms에 오면 410−20=390ms이므로 거부하고 정상 수신 기준을 갱신하지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8827FDF-5902-40AC-864B-A87BE85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timeout으로 폐기한 연결은 신선한 시각만 넣어도 되살릴 수 없습니다. E-stop도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정책입니다. SafeStop 회복 규칙을 모든 정지 상태의 공통 해제 방법으로 해석하면 실제 안전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잘못 설명하게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851B997-A515-4271-B8DA-81FB4CD1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175 / 196</a:t>
            </a:r>
          </a:p>
        </p:txBody>
      </p:sp>
    </p:spTree>
    <p:extLst>
      <p:ext uri="{BB962C8B-B14F-4D97-AF65-F5344CB8AC3E}">
        <p14:creationId xmlns:p14="http://schemas.microsoft.com/office/powerpoint/2010/main" val="620745953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C49E2AB-7429-4CE6-8D8E-F36617CA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 뒤에만 기록하는 수락 상태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75FA6E8-7A9C-4B9B-8334-3502FC93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cpp/host/src/control/control_lease.hpp:145-149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958E2DC-0DDF-49BF-B91A-5E31845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E84B0C6-A86B-4603-AAC3-BAA481E6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BACB941-5EDE-4E1F-9FC2-6AA1147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highest_sequence_ = command.sequence;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last_client_time_ns_ = command.client_time_ns;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last_receive_time_ = received_at;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safe_stop_active_ =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ControlLeaseDecision::Accepted;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14B33BF-AEB3-4420-9C3F-699A023A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수락할 때만 최고 순번, 클라이언트 시각, 서버 수신 시각을 갱신합니다.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0EAFAE9A-439F-410B-89A1-8D93D2B4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04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148행이 일반 SafeStop을 해제하고 Accepted를 반환합니다.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32C9B1DF-53F9-4241-BF27-B6FD81DF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176 / 196</a:t>
            </a:r>
          </a:p>
        </p:txBody>
      </p:sp>
    </p:spTree>
    <p:extLst>
      <p:ext uri="{BB962C8B-B14F-4D97-AF65-F5344CB8AC3E}">
        <p14:creationId xmlns:p14="http://schemas.microsoft.com/office/powerpoint/2010/main" val="742781902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484C0B-FB2B-4B75-BA4F-B7E2ABA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문제: 시간값으로 직접 판정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91B9460-254A-4CC1-ADC8-00D66974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이전 정상 입력은 client 2000ms/server 9000ms입니다. 다음은 client 2020ms/server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9180ms입니다. 수신 간격, 생성 간격, 지연 추정과 결과를 계산하세요.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A55DE11-DA71-4890-BAFD-DFC1D9F0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이후 정상 입력이 없고 server now가 9300ms와 10100ms입니다. 마지막 정상 수신은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값에 남으며 각각 어떤 전환이 필요한가요?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FDD3843-25FD-46DE-B82F-8268CAA7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B의 첫 SafeStop 직후 같은 연결에서 fresh 입력이 오면 항상 회복하나요? hard timeout 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세션, E-stop까지 포함하여 회복 조건의 한계를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3B508E6-FB3F-4DB4-B7D1-D4FCF566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177 / 196</a:t>
            </a:r>
          </a:p>
        </p:txBody>
      </p:sp>
    </p:spTree>
    <p:extLst>
      <p:ext uri="{BB962C8B-B14F-4D97-AF65-F5344CB8AC3E}">
        <p14:creationId xmlns:p14="http://schemas.microsoft.com/office/powerpoint/2010/main" val="1383879092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11F6731-1CEC-4403-85C5-5FCC5A7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해설: 지연 거부, 안전 정지, 폐기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4EF4CDD-8551-4060-978D-67228550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서버 간격 180ms, 클라이언트 간격 20ms이므로 지연 추정 160ms입니다. 100ms를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초과하여 거부합니다. 마지막 정상 수신은 9180ms로 바뀌지 않고 9000ms에 남아야 다음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무입력 계산도 올바릅니다.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0F059E6-A90D-4F45-95A6-1C10E30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B의 9300ms는 정상 입력 공백 300ms이므로 SafeStop을 적용하되 소유권을 유지합니다.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10100ms는 공백 1100ms이므로 hard timeout으로 세션을 폐기하고 재연결을 요구합니다.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속도를 순간이동처럼 0으로 만드는 규칙은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9BFA375-6EF8-42EA-98A4-BE796AB1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C는 같은 소유자의 순서 있고 지연 한도도 통과하는 정상 입력일 때 회복합니다. 이미 폐기한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세션은 새 연결 절차가 필요하며 E-stop은 별도 정책입니다. 서버 루프 자체가 늦으면 검사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실행도 늦을 수 있으므로 시간 한도를 늘리는 것으로 원인을 숨기면 안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161B26F-8AD6-47E4-A506-AB318813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178 / 196</a:t>
            </a:r>
          </a:p>
        </p:txBody>
      </p:sp>
    </p:spTree>
    <p:extLst>
      <p:ext uri="{BB962C8B-B14F-4D97-AF65-F5344CB8AC3E}">
        <p14:creationId xmlns:p14="http://schemas.microsoft.com/office/powerpoint/2010/main" val="442130888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4E19CE5-6735-45A8-9402-DDB14655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92044DB-377B-46D0-8296-56557E50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서버 관측 시각과 클라이언트 생성 시각을 구분하고, 100ms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지연 추정·250ms SafeStop·1000ms 연결 폐기를 코드와 숫자로 판정합니다.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58F7C53-1EDD-411B-871D-5043EF3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현재 입력을 보내는 주체에게만 제한된 시간 동안 제어를 맡기고, 지연된 명령이나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무입력 상태를 별도 기준으로 처리해야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3AEC5C9-21E0-4368-879B-2785410D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입력 수락 조건을 모두 배웠으므로 마지막 단원에서 송신부터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 반영까지 한 명령을 전체 경로로 추적합니다.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3DF1762-E3C9-4EF2-A433-0632CA73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L12     179 / 196</a:t>
            </a:r>
          </a:p>
        </p:txBody>
      </p:sp>
    </p:spTree>
    <p:extLst>
      <p:ext uri="{BB962C8B-B14F-4D97-AF65-F5344CB8AC3E}">
        <p14:creationId xmlns:p14="http://schemas.microsoft.com/office/powerpoint/2010/main" val="1080347664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9E12B78-3729-408A-A7FF-D4C3102B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입력의 왕복과 종합 실습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335A545-29C4-44E6-A9A7-564A0650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각 함수는 읽었지만 W 입력이 어디서 바이트가 되고 어떤 검사 뒤 화면에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표시되는지 연결하여 설명하기 어렵습니다.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153B893-EF36-4DBE-8DDA-A93CC65E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부분 지식을 전체 경로에 연결해야 파싱 단위 검사가 실제 연결 수락까지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검증했다고 과장하지 않고 문제 위치를 찾아갈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24C77F6-7BA3-4298-A613-88EFBE54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송신·서버 수락·WorldState 작성·Unreal 반영을 현재 함수로 추적하고 종합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기존 회귀검사를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D3D5183-42B5-43D7-96D6-E647EB25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8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L01~L12를 읽고 태그, 필드 부재, 현재 연결, ControlLease 시간 조건을 설명할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E675BF3-7D36-4C53-821F-70447418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180 / 196</a:t>
            </a:r>
          </a:p>
        </p:txBody>
      </p:sp>
    </p:spTree>
    <p:extLst>
      <p:ext uri="{BB962C8B-B14F-4D97-AF65-F5344CB8AC3E}">
        <p14:creationId xmlns:p14="http://schemas.microsoft.com/office/powerpoint/2010/main" val="1917454416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2154572-E2CE-4F26-8128-702D52E9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추적할 명령과 가정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6CC50A4-6305-4C5A-B5E6-F611A8AE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현재 정상 연결에서 throttle 0.5, steering 0, gear Drive인 입력을 보낸다고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두겠습니다. 지도와 Hello, Play 초기화가 이미 정상이라는 가정입니다. 이 가정을 적어야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실제로 거부할 수 있는 조건을 설명에서 빠뜨리지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E6A4CD5-1278-43BE-8057-C3668BD6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이번 추적의 목표는 입력이 속도 몇 km/h를 반드시 만든다고 계산하는 것이 아닙니다. 서버가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수락한 의도는 지면·차량 상태와 함께 물리 계산에 들어갑니다. 여기서는 어떤 값이 어느 계약과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 경계를 통과하는지 확인합니다.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D2D9265-8447-44C3-9336-D833C678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읽는 순서는 클라이언트의 바이트 작성, 서버 해석과 수락, 결과 메시지 작성, 클라이언트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저장입니다. 각 단계에서 성공을 보장하는 범위를 한 문장으로 적으면 조작이 안 될 때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증거가 빠졌는지 파악할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5D82510-A3F3-40D2-8AAF-7DDA0D3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181 / 196</a:t>
            </a:r>
          </a:p>
        </p:txBody>
      </p:sp>
    </p:spTree>
    <p:extLst>
      <p:ext uri="{BB962C8B-B14F-4D97-AF65-F5344CB8AC3E}">
        <p14:creationId xmlns:p14="http://schemas.microsoft.com/office/powerpoint/2010/main" val="522772057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59D3E7D-B4C2-4650-926D-E6756F2D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검증을 통과한 입력에서 화면의 상태까지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b657d79684f77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F30631B6-285B-4A4E-B0DE-96CD192B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0D2DE0FE-7564-4FEB-ADC1-96F3F99A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위쪽은 운전 의도의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송신이며, 서버 검사를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통과해야 물리에 적용됩니다.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B806A370-32DD-45A0-8A7F-BC140DD8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아래쪽은 계산된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WorldState의 귀환과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클라이언트 재검증입니다.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8AA4B908-1C4B-4169-9ABB-EF3E50E7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현재 연결·지도·Play가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정상인 예시입니다. 스로틀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0.5가 속도를 정하지 않습니다.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7D8DAC7D-1D00-47A8-9C7E-A99160D6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5DB2301-B46E-48FB-8A64-09C1BC42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182 / 196</a:t>
            </a:r>
          </a:p>
        </p:txBody>
      </p:sp>
    </p:spTree>
    <p:extLst>
      <p:ext uri="{BB962C8B-B14F-4D97-AF65-F5344CB8AC3E}">
        <p14:creationId xmlns:p14="http://schemas.microsoft.com/office/powerpoint/2010/main" val="372580342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A543751-E7DB-4F70-8A7B-ECC05EF8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클라이언트의 실제 송신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AE2C613-2C69-406C-A0E1-CE97BEBA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unreal/DriveIntegration/Source/DriveIntegration/SimCoreClientComponent.cpp:754-763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B6EEDCB-DA0A-4478-BA52-BA3C787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EC186DB-2BB6-486B-8030-2001B016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61991B5-DBEE-4669-BAA3-ED2EBC91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TArray&lt;uint8&gt; Message = SimCoreProtocol::SerializeControlEnvelope(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PendingControl,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OutgoingSequence++,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SourceId,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SessionId,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MapPackageChecksum);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Socket-&gt;Send(Message.GetData(), Message.Num(), true);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LastSentControl = PendingControl;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bHasSentControl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bControlDirty = false;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358A45D-DD90-46E8-8280-C1CF7E7D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PendingControl과 순번·출처·연결·지도 정보를 SerializeControlEnvelope에 넘깁니다.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FB855935-F635-4B74-AA21-8E9932BC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161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Socket-&gt;Send의 마지막 true는 바이너리 메시지를 선택합니다.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2E376E86-9FBC-4EA8-B32B-37BE964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183 / 196</a:t>
            </a:r>
          </a:p>
        </p:txBody>
      </p:sp>
    </p:spTree>
    <p:extLst>
      <p:ext uri="{BB962C8B-B14F-4D97-AF65-F5344CB8AC3E}">
        <p14:creationId xmlns:p14="http://schemas.microsoft.com/office/powerpoint/2010/main" val="832746353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3124E0A-FC6D-4F4C-9427-B7F1AC98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송신 코드의 줄별 해설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4B5F46D-00C7-48BF-A54C-71EFB7F2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754~759행은 입력과 Envelope 정보를 바이트 배열로 만듭니다. 756행의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OutgoingSequence++는 이번 번호를 전달하고 다음 번호를 준비합니다. 출처와 연결, 지도도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넣으므로 스로틀 조각만 보내는 실습과 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3E27474-2F38-4BE4-864A-77A13634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760행은 배열의 시작 주소와 길이를 사용하여 바이너리 전송을 요청합니다. 761~763행은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보낸 입력과 변경 상태를 갱신합니다. 이 저장은 클라이언트의 송신 관리이며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입력을 수락했다는 응답을 대신하지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71CBCCC-3D24-4334-83A9-EA4B9FA7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바이트를 해석한 뒤에는 Hello와 지도, 현재 연결, 순번·시간을 검사합니다. L10~L12에서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배운 검사가 여기서 연결됩니다. 따라서 Send 호출을 봤다는 사실과 서버의 정상 수락 기록을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확인했다는 사실을 구분해서 설명해야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238057-E276-41DE-865F-47025443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184 / 196</a:t>
            </a:r>
          </a:p>
        </p:txBody>
      </p:sp>
    </p:spTree>
    <p:extLst>
      <p:ext uri="{BB962C8B-B14F-4D97-AF65-F5344CB8AC3E}">
        <p14:creationId xmlns:p14="http://schemas.microsoft.com/office/powerpoint/2010/main" val="844214315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6638761-22C2-4A8A-9732-C81BE87C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제어권 결과를 검사하는 자리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FE47F605-E34F-41B7-B306-C7FDCF52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cpp/host/src/simulation_host_session.cpp:375-385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B5DFCBC-E759-403B-A739-18D28EB9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A0143D7-105C-44D9-B884-1D2DB3AB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D7E89E4-7F53-4D6A-AF67-BCA96E0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was_safe_stopped = control_lease_.safe_stop_active();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decision = control_lease_.accept(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{command.source_id, command.session_id, command.sequence,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command.client_time_ns},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received_at);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(decision != ControlLeaseDecision::Accepted)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std::cerr &lt;&lt; "[Input] rejected source=" &lt;&lt; command.source_id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" session=" &lt;&lt; command.session_id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" sequence=" &lt;&lt; command.sequence &lt;&lt; ": "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&lt;&lt; control_lease_decision_message(decision) &lt;&lt; "\n";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ClientMessageResult::Rejected;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8F0DB82-CEBE-426A-A865-1D6A51D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수신 정보로 ControlLease::accept를 호출하고 Accepted가 아니면 이유를 남겨 거부합니다.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D1BF7127-9189-4919-B22C-2E3D43BC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78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검증한 입력을 물리에 적용하는 호출은 이 실패 분기 뒤에 있습니다.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B87734D-27AA-4BFE-8CD0-B5A1444D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185 / 196</a:t>
            </a:r>
          </a:p>
        </p:txBody>
      </p:sp>
    </p:spTree>
    <p:extLst>
      <p:ext uri="{BB962C8B-B14F-4D97-AF65-F5344CB8AC3E}">
        <p14:creationId xmlns:p14="http://schemas.microsoft.com/office/powerpoint/2010/main" val="887973485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3F4CAF-F908-44A4-8F74-8359D98F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수락과 물리 결과의 연결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B92146B-9FFD-40F5-B143-5B7A1A04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375행은 기존 SafeStop 상태를 보관합니다. 376~379행은 출처와 연결, 순번, 클라이언트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시각, 서버 수신 시각을 제어권 검사에 넘깁니다. 380~385행은 수락하지 않은 명령의 이유를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남기고 물리 입력 적용 전 반환합니다.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23DFEF2-6F60-4968-8DA8-550DEB70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경로는 뒤의 apply_vehicle_input으로 이어집니다. 이 입력이 틱 계산에서 소비되면 서버의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상태가 변합니다. 같은 throttle 0.5라도 경사·접지·속도·차량 옵션에 따라 결과가 다르므로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메시지는 의도와 결과를 따로 표현합니다.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A776FE-EBDE-48BF-BADC-043D057B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디버깅에서는 거부 로그가 없다는 추측보다 수락 상태와 최신 입력 나이, 실제 상태 진행을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확인합니다. 다음 코드는 계산된 차량 상태를 WorldState에 넣습니다. 이 시점부터 서버는 입력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 대신 관측할 결과를 보냅니다.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D161703-3AB1-4947-8918-FAA5587E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186 / 196</a:t>
            </a:r>
          </a:p>
        </p:txBody>
      </p:sp>
    </p:spTree>
    <p:extLst>
      <p:ext uri="{BB962C8B-B14F-4D97-AF65-F5344CB8AC3E}">
        <p14:creationId xmlns:p14="http://schemas.microsoft.com/office/powerpoint/2010/main" val="1645721544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FE14F4A-4CEF-4EB7-8991-9C61CC20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상태와 Health를 같은 메시지에 작성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9CEDD78-6E39-467A-94C3-5EDA42D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cpp/host/src/protocol/vehicle_messages.cpp:443-449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7E9EEE1-72FB-4D42-BD17-E433F66F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829938A-E17C-40DD-9849-4298CBE9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7BA938B-D5EA-4BE1-829D-47C98EE1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simcore::Envelope envelope;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fill_envelope(envelope, metadata);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auto* world_state = envelope.mutable_world_state();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fill_entity_state(*world_state-&gt;add_entities(), state, ego_vehicle_class);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(health)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fill_health(*world_state-&gt;mutable_health(), *health);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F22DBE0-3481-4B3C-9897-79E76E0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Envelope 안의 WorldState에 차량 상태를 추가하고 Health가 있으면 함께 채웁니다.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384798D0-9D3F-4E71-A749-7E3D2962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293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뒤에서 NPC·신호·구조물 등을 채운 다음 생성 클래스가 바이트로 직렬화합니다.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DF727EB6-0958-452B-95F7-5C446B97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187 / 196</a:t>
            </a:r>
          </a:p>
        </p:txBody>
      </p:sp>
    </p:spTree>
    <p:extLst>
      <p:ext uri="{BB962C8B-B14F-4D97-AF65-F5344CB8AC3E}">
        <p14:creationId xmlns:p14="http://schemas.microsoft.com/office/powerpoint/2010/main" val="373340801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6D88659-3B67-4248-B55E-A03D7BB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WorldState 작성 코드의 의미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6C243AF-E5A6-45DF-8850-9DFD52C0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443행은 바깥 Envelope를 만들고 444행은 공통 메타데이터를 채웁니다. 445행은 WorldState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payload를 선택합니다. 446행은 entities 목록에 플레이어 상태 하나를 추가하고 프로젝트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메시지 값으로 변환합니다.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6F585A8-4472-427D-B373-272BC134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447~449행은 Health 포인터가 있을 때 상태를 같이 채웁니다. 차량 모습과 제어 안전 상태를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WorldState에 담으면 클라이언트가 서로 다른 메시지 시점의 정보만 따로 조합하는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줄일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1657982-1141-4F79-8D8B-60B1BF24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발췌 뒤에서는 다른 런타임 엔티티와 신호, 구조물 정보도 작성합니다. 생성 클래스의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SerializeAsString은 완성한 값을 바이트로 표현합니다. 차량 힘을 계산하는 함수와 결과를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포장하는 함수의 책임을 다시 구분해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60C4366-6B7C-4C94-AE8F-59079FC3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188 / 196</a:t>
            </a:r>
          </a:p>
        </p:txBody>
      </p:sp>
    </p:spTree>
    <p:extLst>
      <p:ext uri="{BB962C8B-B14F-4D97-AF65-F5344CB8AC3E}">
        <p14:creationId xmlns:p14="http://schemas.microsoft.com/office/powerpoint/2010/main" val="1682406175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DD2DC2B-B603-48B6-94E5-E077EC86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검증한 수신 상태를 저장하는 지점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3805F0B-6754-4983-8495-1752C064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unreal/DriveIntegration/Source/DriveIntegration/SimCoreClientComponent.cpp:1099-1107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391F50D-1B9D-4EF1-AB37-0B6566B9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481478E-A88B-4E3F-9AB8-5F4302D9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06DD4D4C-A7C5-4877-8892-C5425921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LastStateArrivalTimeSeconds = ArrivalTimeSeconds;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PerformanceCapture.ObserveAcceptedState(ArrivalTimeSeconds, Parsed.Sequence);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++ReceivedStateCount;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LatestState = MoveTemp(Parsed);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LatestStateReceiveTimeSeconds = ArrivalTimeSeconds;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bHasState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bTrafficSnapshotAccepted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SyncRuntimeProxyActors(ParsedEntities, ArrivalTimeSeconds);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TickTrafficSignals();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9A88595-D426-4DA7-A340-05ADEB3A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코드는 파싱과 현재 지도·Play·순번 검사를 통과한 뒤의 성공 경로입니다.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D6513D5E-593B-4879-B362-96178FC2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5388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최신 차량 상태와 수신 시각을 저장하고 교통 표시도 같은 수락 흐름에 연결합니다.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C1BFB39-9325-4F8E-8B27-8E5F5DD2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189 / 196</a:t>
            </a:r>
          </a:p>
        </p:txBody>
      </p:sp>
    </p:spTree>
    <p:extLst>
      <p:ext uri="{BB962C8B-B14F-4D97-AF65-F5344CB8AC3E}">
        <p14:creationId xmlns:p14="http://schemas.microsoft.com/office/powerpoint/2010/main" val="1746793779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0F4F03A-3C6D-49A5-A221-6B5013B5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 쓰기 전의 성공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5B19C79-88BB-4354-A5EB-24E0CDE8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1099~1101행은 수락한 상태의 도착 시각과 관측 개수를 갱신합니다. 1102행은 파싱한 차량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최신 상태로 옮깁니다. 1103~1104행은 그 상태의 수신 시각과 존재 여부를 기록하여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GetLatestState가 유효한 결과를 반환할 수 있게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CB2DC69-0399-4ADF-95ED-6E606591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1105~1107행은 교통 상태가 수락됐음을 기록하고 런타임 표시와 신호 갱신을 연결합니다.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부분만 따로 떼어 보면 단순 대입이지만, 앞의 거부 분기들이 현재 상태를 보호한다는 맥락이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핵심입니다.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8559868-0C84-4EC5-B4E1-5137C0B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L01에서 읽은 GetLatestState는 이렇게 저장한 값을 요청하는 함수였습니다. 송신한 스로틀과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 표시한 속도 사이에는 입력 수락과 물리 계산, 결과 검증이 있습니다. 이 연결을 말로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설명하면 첫 단원부터의 왕복이 완성됩니다.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DD984A-C048-48D7-AB96-67D0D2A2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190 / 196</a:t>
            </a:r>
          </a:p>
        </p:txBody>
      </p:sp>
    </p:spTree>
    <p:extLst>
      <p:ext uri="{BB962C8B-B14F-4D97-AF65-F5344CB8AC3E}">
        <p14:creationId xmlns:p14="http://schemas.microsoft.com/office/powerpoint/2010/main" val="1083031449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E39439-82F9-4925-86A0-3B645343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종합 확인 문제: 바이트와 현재 제어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68AAA92-8C61-4B72-96A2-40E0AF94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A. sequence=150을 2번 uint64 필드에 쓰는 태그와 값 바이트를 계산하세요. 5A 05 15 00 00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00 3F의 내부 값도 별도로 계산하고 전체 수락 패킷인지 구분하세요.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3805A1E-37E2-49CD-B8BC-B2B78F73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B. wheels=21의 두 번째 원소에 wheel_index=3이 있고 gear는 생략됐습니다. 바퀴 위치와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decoder의 기어 결과를 적으세요.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6B372BA-6FD7-4477-89BC-B047238E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C. 바이트 형식과 큰 순번은 정상이지만 지도 checksum이 다릅니다. 이를 수락해도 되나요?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 재연결에서 물리 초기화 여부도 함께 설명하세요.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AB8439-5C45-464F-B0A1-40616392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191 / 196</a:t>
            </a:r>
          </a:p>
        </p:txBody>
      </p:sp>
    </p:spTree>
    <p:extLst>
      <p:ext uri="{BB962C8B-B14F-4D97-AF65-F5344CB8AC3E}">
        <p14:creationId xmlns:p14="http://schemas.microsoft.com/office/powerpoint/2010/main" val="62369366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D34238-8EDF-4ED7-9DC5-4CBDEA1A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종합 해설: 계산과 수락의 근거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6202A5B-9701-4993-9DDD-8BDA6F3E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A에서 태그는 2×8+0=16, 즉 10이고 값 150은 96 01이므로 10 96 01입니다. 중첩 조각의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내부 float는 0.5입니다. 이 조각에는 전체 Envelope와 수명 계약의 필수 정보가 없으므로 수락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가능한 전체 패킷이라고 할 수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BE25FBC-93EB-46BB-A84B-D51193B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B의 wheel_index=3은 뒤오른쪽을 뜻하며 목록 두 번째라는 순서와 구분합니다. gear 부재는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내부 기본 Drive를 유지합니다. C는 지도 계약이 다르므로 높은 순번이어도 수락할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 큰 번호는 다른 검사를 우회하지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302F27B-2BA7-45F1-919C-B18829D8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Play의 정상 새 연결은 물리 상태를 보존하고 제어 연결을 교체한 뒤 새 정상 입력을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기다립니다. 새 Play 초기화와 다릅니다. 이제 답을 확인하는 데 그치지 말고 각 결론의 분기가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어느 함수에 있는지 찾아 표시해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16994AE-BD9A-4823-9895-04268B8B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192 / 196</a:t>
            </a:r>
          </a:p>
        </p:txBody>
      </p:sp>
    </p:spTree>
    <p:extLst>
      <p:ext uri="{BB962C8B-B14F-4D97-AF65-F5344CB8AC3E}">
        <p14:creationId xmlns:p14="http://schemas.microsoft.com/office/powerpoint/2010/main" val="1095595524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D138240-22DB-4A5F-9E28-6396F938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 부재 정책을 확인하는 기존 회귀검사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B178981-217C-4B72-8123-C9D64A7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cpp/host/tests/vehicle_protocol_test.cpp:954-965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36D0165-B2F7-4E4C-89F8-BA4964C7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11C8C49-FAB9-49D7-91A6-F9D05F1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965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90F330DF-F8D2-4A8E-A914-E62D2657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simcore::Envelope envelope;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envelope.set_schema_version(simcore_host::kProtocolSchemaVersion);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envelope.mutable_control_command()-&gt;set_throttle(0.5f);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std::string error;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auto input = simcore_host::parse_control_command_envelope(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envelope.SerializeAsString(), &amp;error);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require(input.has_value(), "ControlCommand must parse: " + error);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require(input-&gt;input.gear == VehicleGear::Drive,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"missing gear must keep VehicleInput default Drive");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4957A21-A98C-4F44-A59C-0191D8C4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gear를 넣지 않은 ControlCommand를 만들어 decoder의 결과를 검사합니다.</a:t>
            </a:r>
          </a:p>
        </p:txBody>
      </p:sp>
      <p:sp>
        <p:nvSpPr>
          <p:cNvPr id="7" name="code-explanation-1">
            <a:extLst xmlns:a="http://schemas.openxmlformats.org/drawingml/2006/main">
              <a:ext uri="{FF2B5EF4-FFF2-40B4-BE49-F238E27FC236}">
                <a16:creationId xmlns:a16="http://schemas.microsoft.com/office/drawing/2014/main" id="{87075915-62CA-4A4B-96AF-96A87D01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4063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테스트는 기어 해석을 검사하며 실제 소켓·Hello·ControlLease 전체를 실행하지 않습니다.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E5B1127E-D2FF-4F56-A273-244C00B4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193 / 196</a:t>
            </a:r>
          </a:p>
        </p:txBody>
      </p:sp>
    </p:spTree>
    <p:extLst>
      <p:ext uri="{BB962C8B-B14F-4D97-AF65-F5344CB8AC3E}">
        <p14:creationId xmlns:p14="http://schemas.microsoft.com/office/powerpoint/2010/main" val="909577961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3631569-BDB8-4859-84EA-6FDF745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회귀검사의 준비, 실행, 판정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0482F3D-44C4-4A8D-9273-8C73CCFB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954~956행은 현재 스키마 버전과 throttle 0.5만 넣은 Envelope를 만듭니다. gear를 생략하는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준비가 핵심입니다. 958~960행은 오류 문자열을 준비하고 직렬화한 메시지를 decoder에 넣어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결과를 받습니다.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9CB601C-B410-4C9C-8786-414E323D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962행은 파싱 결과가 있는지 검사합니다. 963~964행은 내부 gear가 Drive인지 확인합니다.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나중에 기본값이나 존재 여부 처리를 바꿨을 때 부재가 중립으로 바뀌는 회귀를 잡으려는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C723F77-873A-4FC1-9449-D6BED9C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검사가 통과해도 WebSocket 연결과 현재 Play, 지도 정합, 시간 한도가 정상이라는 증거는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테스트가 실행한 범위와 검증하지 않은 범위를 함께 설명해야 합니다. 본인의 이해를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확인할 때도 준비와 실행, 기대 결과를 먼저 적어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5C97B3E-895A-4DA4-A214-C80DF83B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194 / 196</a:t>
            </a:r>
          </a:p>
        </p:txBody>
      </p:sp>
    </p:spTree>
    <p:extLst>
      <p:ext uri="{BB962C8B-B14F-4D97-AF65-F5344CB8AC3E}">
        <p14:creationId xmlns:p14="http://schemas.microsoft.com/office/powerpoint/2010/main" val="1280926837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AE894A4-FF92-428E-9C04-03B36BE9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혼자 복습하는 순서와 찾을 함수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88BE4D3-838C-4E99-A18E-9578175E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코드를 가리고 W 입력의 왕복을 설명합니다. 바이트 작성에서 막히면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SerializeControlEnvelope를, 부재 처리에서 막히면 parse_client_message_envelope를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읽습니다. 설명이 끊긴 지점부터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734A34D-E552-4196-B2D4-D1EE7030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오래된 입력은 ControlLease::accept와 timeout 함수를 봅니다. 연결과 Play의 차이는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handle_simulation_reset에서 확인합니다. 화면 반영은 ApplyBinaryMessage의 거부 분기와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LatestState 저장을 함께 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AC9C2D0-326E-400F-A68E-E51B1E62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 대신 300, 지연 160ms 대신 100ms, 같은 Play 대신 옛 Play로 바꾸어 다시 풉니다. 결과와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근거의 변화를 설명하세요. 입력을 바꿔 결과와 근거를 예측하는 것이 완료 기준입니다.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D3C04FF-D288-494B-AF96-0E7FB7CF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195 / 196</a:t>
            </a:r>
          </a:p>
        </p:txBody>
      </p:sp>
    </p:spTree>
    <p:extLst>
      <p:ext uri="{BB962C8B-B14F-4D97-AF65-F5344CB8AC3E}">
        <p14:creationId xmlns:p14="http://schemas.microsoft.com/office/powerpoint/2010/main" val="1648067887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75EAEA-EAF2-47A5-A7DC-B9E0DE8D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2186AC3-F783-473E-9194-28C0012D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송신·서버 수락·WorldState 작성·Unreal 반영을 현재 함수로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추적하고 종합 문제와 기존 회귀검사를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48E1B32-CEFA-4756-B5B4-802A900C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부분 지식을 전체 경로에 연결해야 파싱 단위 검사가 실제 연결 수락까지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검증했다고 과장하지 않고 문제 위치를 찾아갈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3BF2D11-24F6-4ADE-8FCB-4DEA4389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복습할 때는 왕복을 먼저 설명한 뒤 막힌 함수만 찾아 읽습니다.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권은 이 계약 위에서 클라이언트와 시뮬레이션의 실제 동작을 확장해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191C8F2-E3D3-4DED-BC50-D069559F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01권  C6  L13     196 / 196</a:t>
            </a:r>
          </a:p>
        </p:txBody>
      </p:sp>
    </p:spTree>
    <p:extLst>
      <p:ext uri="{BB962C8B-B14F-4D97-AF65-F5344CB8AC3E}">
        <p14:creationId xmlns:p14="http://schemas.microsoft.com/office/powerpoint/2010/main" val="2039056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2026-09-08T06:26:12.2670000Z</dcterms:created>
  <dcterms:modified xsi:type="dcterms:W3CDTF">2026-09-08T06:26:12.2680000Z</dcterms:modified>
</coreProperties>
</file>