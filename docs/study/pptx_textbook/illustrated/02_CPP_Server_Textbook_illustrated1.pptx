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  <Override PartName="/ppt/slides/slide170.xml" ContentType="application/vnd.openxmlformats-officedocument.presentationml.slide+xml"/>
  <Override PartName="/ppt/notesSlides/notesSlide170.xml" ContentType="application/vnd.openxmlformats-officedocument.presentationml.notesSlide+xml"/>
  <Override PartName="/ppt/slides/slide171.xml" ContentType="application/vnd.openxmlformats-officedocument.presentationml.slide+xml"/>
  <Override PartName="/ppt/notesSlides/notesSlide171.xml" ContentType="application/vnd.openxmlformats-officedocument.presentationml.notesSlide+xml"/>
  <Override PartName="/ppt/slides/slide172.xml" ContentType="application/vnd.openxmlformats-officedocument.presentationml.slide+xml"/>
  <Override PartName="/ppt/notesSlides/notesSlide172.xml" ContentType="application/vnd.openxmlformats-officedocument.presentationml.notesSlide+xml"/>
  <Override PartName="/ppt/slides/slide173.xml" ContentType="application/vnd.openxmlformats-officedocument.presentationml.slide+xml"/>
  <Override PartName="/ppt/notesSlides/notesSlide173.xml" ContentType="application/vnd.openxmlformats-officedocument.presentationml.notesSlide+xml"/>
  <Override PartName="/ppt/slides/slide174.xml" ContentType="application/vnd.openxmlformats-officedocument.presentationml.slide+xml"/>
  <Override PartName="/ppt/notesSlides/notesSlide174.xml" ContentType="application/vnd.openxmlformats-officedocument.presentationml.notesSlide+xml"/>
  <Override PartName="/ppt/slides/slide175.xml" ContentType="application/vnd.openxmlformats-officedocument.presentationml.slide+xml"/>
  <Override PartName="/ppt/notesSlides/notesSlide175.xml" ContentType="application/vnd.openxmlformats-officedocument.presentationml.notesSlide+xml"/>
  <Override PartName="/ppt/slides/slide176.xml" ContentType="application/vnd.openxmlformats-officedocument.presentationml.slide+xml"/>
  <Override PartName="/ppt/notesSlides/notesSlide176.xml" ContentType="application/vnd.openxmlformats-officedocument.presentationml.notesSlide+xml"/>
  <Override PartName="/ppt/slides/slide177.xml" ContentType="application/vnd.openxmlformats-officedocument.presentationml.slide+xml"/>
  <Override PartName="/ppt/notesSlides/notesSlide177.xml" ContentType="application/vnd.openxmlformats-officedocument.presentationml.notesSlide+xml"/>
  <Override PartName="/ppt/slides/slide178.xml" ContentType="application/vnd.openxmlformats-officedocument.presentationml.slide+xml"/>
  <Override PartName="/ppt/notesSlides/notesSlide178.xml" ContentType="application/vnd.openxmlformats-officedocument.presentationml.notesSlide+xml"/>
  <Override PartName="/ppt/slides/slide179.xml" ContentType="application/vnd.openxmlformats-officedocument.presentationml.slide+xml"/>
  <Override PartName="/ppt/notesSlides/notesSlide179.xml" ContentType="application/vnd.openxmlformats-officedocument.presentationml.notesSlide+xml"/>
  <Override PartName="/ppt/slides/slide180.xml" ContentType="application/vnd.openxmlformats-officedocument.presentationml.slide+xml"/>
  <Override PartName="/ppt/notesSlides/notesSlide180.xml" ContentType="application/vnd.openxmlformats-officedocument.presentationml.notesSlide+xml"/>
  <Override PartName="/ppt/slides/slide181.xml" ContentType="application/vnd.openxmlformats-officedocument.presentationml.slide+xml"/>
  <Override PartName="/ppt/notesSlides/notesSlide181.xml" ContentType="application/vnd.openxmlformats-officedocument.presentationml.notesSlide+xml"/>
  <Override PartName="/ppt/slides/slide182.xml" ContentType="application/vnd.openxmlformats-officedocument.presentationml.slide+xml"/>
  <Override PartName="/ppt/notesSlides/notesSlide182.xml" ContentType="application/vnd.openxmlformats-officedocument.presentationml.notesSlide+xml"/>
  <Override PartName="/ppt/slides/slide183.xml" ContentType="application/vnd.openxmlformats-officedocument.presentationml.slide+xml"/>
  <Override PartName="/ppt/notesSlides/notesSlide183.xml" ContentType="application/vnd.openxmlformats-officedocument.presentationml.notesSlide+xml"/>
  <Override PartName="/ppt/slides/slide184.xml" ContentType="application/vnd.openxmlformats-officedocument.presentationml.slide+xml"/>
  <Override PartName="/ppt/notesSlides/notesSlide184.xml" ContentType="application/vnd.openxmlformats-officedocument.presentationml.notesSlide+xml"/>
  <Override PartName="/ppt/slides/slide185.xml" ContentType="application/vnd.openxmlformats-officedocument.presentationml.slide+xml"/>
  <Override PartName="/ppt/notesSlides/notesSlide185.xml" ContentType="application/vnd.openxmlformats-officedocument.presentationml.notesSlide+xml"/>
  <Override PartName="/ppt/slides/slide186.xml" ContentType="application/vnd.openxmlformats-officedocument.presentationml.slide+xml"/>
  <Override PartName="/ppt/notesSlides/notesSlide186.xml" ContentType="application/vnd.openxmlformats-officedocument.presentationml.notesSlide+xml"/>
  <Override PartName="/ppt/slides/slide187.xml" ContentType="application/vnd.openxmlformats-officedocument.presentationml.slide+xml"/>
  <Override PartName="/ppt/notesSlides/notesSlide187.xml" ContentType="application/vnd.openxmlformats-officedocument.presentationml.notesSlide+xml"/>
  <Override PartName="/ppt/slides/slide188.xml" ContentType="application/vnd.openxmlformats-officedocument.presentationml.slide+xml"/>
  <Override PartName="/ppt/notesSlides/notesSlide188.xml" ContentType="application/vnd.openxmlformats-officedocument.presentationml.notesSlide+xml"/>
  <Override PartName="/ppt/slides/slide189.xml" ContentType="application/vnd.openxmlformats-officedocument.presentationml.slide+xml"/>
  <Override PartName="/ppt/notesSlides/notesSlide189.xml" ContentType="application/vnd.openxmlformats-officedocument.presentationml.notesSlide+xml"/>
  <Override PartName="/ppt/slides/slide190.xml" ContentType="application/vnd.openxmlformats-officedocument.presentationml.slide+xml"/>
  <Override PartName="/ppt/notesSlides/notesSlide190.xml" ContentType="application/vnd.openxmlformats-officedocument.presentationml.notesSlide+xml"/>
  <Override PartName="/ppt/slides/slide191.xml" ContentType="application/vnd.openxmlformats-officedocument.presentationml.slide+xml"/>
  <Override PartName="/ppt/notesSlides/notesSlide191.xml" ContentType="application/vnd.openxmlformats-officedocument.presentationml.notesSlide+xml"/>
  <Override PartName="/ppt/slides/slide192.xml" ContentType="application/vnd.openxmlformats-officedocument.presentationml.slide+xml"/>
  <Override PartName="/ppt/notesSlides/notesSlide192.xml" ContentType="application/vnd.openxmlformats-officedocument.presentationml.notesSlide+xml"/>
  <Override PartName="/ppt/slides/slide193.xml" ContentType="application/vnd.openxmlformats-officedocument.presentationml.slide+xml"/>
  <Override PartName="/ppt/notesSlides/notesSlide193.xml" ContentType="application/vnd.openxmlformats-officedocument.presentationml.notesSlide+xml"/>
  <Override PartName="/ppt/slides/slide194.xml" ContentType="application/vnd.openxmlformats-officedocument.presentationml.slide+xml"/>
  <Override PartName="/ppt/notesSlides/notesSlide194.xml" ContentType="application/vnd.openxmlformats-officedocument.presentationml.notesSlide+xml"/>
  <Override PartName="/ppt/slides/slide195.xml" ContentType="application/vnd.openxmlformats-officedocument.presentationml.slide+xml"/>
  <Override PartName="/ppt/notesSlides/notesSlide195.xml" ContentType="application/vnd.openxmlformats-officedocument.presentationml.notesSlide+xml"/>
  <Override PartName="/ppt/slides/slide196.xml" ContentType="application/vnd.openxmlformats-officedocument.presentationml.slide+xml"/>
  <Override PartName="/ppt/notesSlides/notesSlide196.xml" ContentType="application/vnd.openxmlformats-officedocument.presentationml.notesSlide+xml"/>
  <Override PartName="/ppt/slides/slide197.xml" ContentType="application/vnd.openxmlformats-officedocument.presentationml.slide+xml"/>
  <Override PartName="/ppt/notesSlides/notesSlide197.xml" ContentType="application/vnd.openxmlformats-officedocument.presentationml.notesSlide+xml"/>
  <Override PartName="/ppt/slides/slide198.xml" ContentType="application/vnd.openxmlformats-officedocument.presentationml.slide+xml"/>
  <Override PartName="/ppt/notesSlides/notesSlide198.xml" ContentType="application/vnd.openxmlformats-officedocument.presentationml.notesSlide+xml"/>
  <Override PartName="/ppt/slides/slide199.xml" ContentType="application/vnd.openxmlformats-officedocument.presentationml.slide+xml"/>
  <Override PartName="/ppt/notesSlides/notesSlide199.xml" ContentType="application/vnd.openxmlformats-officedocument.presentationml.notesSlide+xml"/>
  <Override PartName="/ppt/slides/slide200.xml" ContentType="application/vnd.openxmlformats-officedocument.presentationml.slide+xml"/>
  <Override PartName="/ppt/notesSlides/notesSlide200.xml" ContentType="application/vnd.openxmlformats-officedocument.presentationml.notesSlide+xml"/>
  <Override PartName="/ppt/slides/slide201.xml" ContentType="application/vnd.openxmlformats-officedocument.presentationml.slide+xml"/>
  <Override PartName="/ppt/notesSlides/notesSlide201.xml" ContentType="application/vnd.openxmlformats-officedocument.presentationml.notesSlide+xml"/>
  <Override PartName="/ppt/slides/slide202.xml" ContentType="application/vnd.openxmlformats-officedocument.presentationml.slide+xml"/>
  <Override PartName="/ppt/notesSlides/notesSlide202.xml" ContentType="application/vnd.openxmlformats-officedocument.presentationml.notesSlide+xml"/>
  <Override PartName="/ppt/slides/slide203.xml" ContentType="application/vnd.openxmlformats-officedocument.presentationml.slide+xml"/>
  <Override PartName="/ppt/notesSlides/notesSlide203.xml" ContentType="application/vnd.openxmlformats-officedocument.presentationml.notesSlide+xml"/>
  <Override PartName="/ppt/slides/slide204.xml" ContentType="application/vnd.openxmlformats-officedocument.presentationml.slide+xml"/>
  <Override PartName="/ppt/notesSlides/notesSlide20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71906dc8c048bc" /><Relationship Type="http://schemas.openxmlformats.org/officeDocument/2006/relationships/extended-properties" Target="/docProps/app.xml" Id="R36b9d06f22364097" /><Relationship Type="http://schemas.openxmlformats.org/officeDocument/2006/relationships/officeDocument" Target="/ppt/presentation.xml" Id="R836165043cee48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93a9d1c25f4d51"/>
  </p:sldMasterIdLst>
  <p:notesMasterIdLst>
    <p:notesMasterId xmlns:r="http://schemas.openxmlformats.org/officeDocument/2006/relationships" r:id="R42b54c378e8f489b"/>
  </p:notesMasterIdLst>
  <p:sldIdLst>
    <p:sldId xmlns:r="http://schemas.openxmlformats.org/officeDocument/2006/relationships" id="256" r:id="R583931b54c5149fa"/>
    <p:sldId xmlns:r="http://schemas.openxmlformats.org/officeDocument/2006/relationships" id="257" r:id="Re2c71b21a77b429c"/>
    <p:sldId xmlns:r="http://schemas.openxmlformats.org/officeDocument/2006/relationships" id="258" r:id="Rd7c409edf11b4734"/>
    <p:sldId xmlns:r="http://schemas.openxmlformats.org/officeDocument/2006/relationships" id="259" r:id="R16a4f63d28a14ee8"/>
    <p:sldId xmlns:r="http://schemas.openxmlformats.org/officeDocument/2006/relationships" id="260" r:id="R824bb55902bd4057"/>
    <p:sldId xmlns:r="http://schemas.openxmlformats.org/officeDocument/2006/relationships" id="261" r:id="R21a361d0a5dd48f7"/>
    <p:sldId xmlns:r="http://schemas.openxmlformats.org/officeDocument/2006/relationships" id="262" r:id="Ra366e7c02ebf4b83"/>
    <p:sldId xmlns:r="http://schemas.openxmlformats.org/officeDocument/2006/relationships" id="263" r:id="R3178163ba5f243bf"/>
    <p:sldId xmlns:r="http://schemas.openxmlformats.org/officeDocument/2006/relationships" id="264" r:id="R18092480d9ac41aa"/>
    <p:sldId xmlns:r="http://schemas.openxmlformats.org/officeDocument/2006/relationships" id="265" r:id="R9556e7deb7504beb"/>
    <p:sldId xmlns:r="http://schemas.openxmlformats.org/officeDocument/2006/relationships" id="266" r:id="Rb50d8a78ee814444"/>
    <p:sldId xmlns:r="http://schemas.openxmlformats.org/officeDocument/2006/relationships" id="267" r:id="Ra8040b5c923d4db7"/>
    <p:sldId xmlns:r="http://schemas.openxmlformats.org/officeDocument/2006/relationships" id="268" r:id="Rfe98807b5f594312"/>
    <p:sldId xmlns:r="http://schemas.openxmlformats.org/officeDocument/2006/relationships" id="269" r:id="R8f791ca529d4479a"/>
    <p:sldId xmlns:r="http://schemas.openxmlformats.org/officeDocument/2006/relationships" id="270" r:id="R96704d30fa8b4495"/>
    <p:sldId xmlns:r="http://schemas.openxmlformats.org/officeDocument/2006/relationships" id="271" r:id="R935763a9818d467b"/>
    <p:sldId xmlns:r="http://schemas.openxmlformats.org/officeDocument/2006/relationships" id="272" r:id="R8dd82949e5534e5a"/>
    <p:sldId xmlns:r="http://schemas.openxmlformats.org/officeDocument/2006/relationships" id="273" r:id="R1cb6e4a5b4f245d3"/>
    <p:sldId xmlns:r="http://schemas.openxmlformats.org/officeDocument/2006/relationships" id="274" r:id="Ra16b6e0373514fdc"/>
    <p:sldId xmlns:r="http://schemas.openxmlformats.org/officeDocument/2006/relationships" id="275" r:id="Rea806806675b44f2"/>
    <p:sldId xmlns:r="http://schemas.openxmlformats.org/officeDocument/2006/relationships" id="276" r:id="R03fba08c733f48b8"/>
    <p:sldId xmlns:r="http://schemas.openxmlformats.org/officeDocument/2006/relationships" id="277" r:id="Rec31ca13ee604d72"/>
    <p:sldId xmlns:r="http://schemas.openxmlformats.org/officeDocument/2006/relationships" id="278" r:id="Ra6dced2102bf4913"/>
    <p:sldId xmlns:r="http://schemas.openxmlformats.org/officeDocument/2006/relationships" id="279" r:id="Rd7022283eb1a43f4"/>
    <p:sldId xmlns:r="http://schemas.openxmlformats.org/officeDocument/2006/relationships" id="280" r:id="R7ab325b983f647e0"/>
    <p:sldId xmlns:r="http://schemas.openxmlformats.org/officeDocument/2006/relationships" id="281" r:id="Rc91cc7f363b34bb4"/>
    <p:sldId xmlns:r="http://schemas.openxmlformats.org/officeDocument/2006/relationships" id="282" r:id="R7758128432d749fc"/>
    <p:sldId xmlns:r="http://schemas.openxmlformats.org/officeDocument/2006/relationships" id="283" r:id="Rf2e7b8a9a0584bb2"/>
    <p:sldId xmlns:r="http://schemas.openxmlformats.org/officeDocument/2006/relationships" id="284" r:id="R519607f60b914d3b"/>
    <p:sldId xmlns:r="http://schemas.openxmlformats.org/officeDocument/2006/relationships" id="285" r:id="Rdfc277803bc54c3c"/>
    <p:sldId xmlns:r="http://schemas.openxmlformats.org/officeDocument/2006/relationships" id="286" r:id="Re969f9fa57cc4897"/>
    <p:sldId xmlns:r="http://schemas.openxmlformats.org/officeDocument/2006/relationships" id="287" r:id="Reeb02a2614cb47af"/>
    <p:sldId xmlns:r="http://schemas.openxmlformats.org/officeDocument/2006/relationships" id="288" r:id="R8c50e90afb044b0e"/>
    <p:sldId xmlns:r="http://schemas.openxmlformats.org/officeDocument/2006/relationships" id="289" r:id="R8f68744976a3490c"/>
    <p:sldId xmlns:r="http://schemas.openxmlformats.org/officeDocument/2006/relationships" id="290" r:id="R71bc814fc7374b6e"/>
    <p:sldId xmlns:r="http://schemas.openxmlformats.org/officeDocument/2006/relationships" id="291" r:id="Ra981ccb5c2354c0e"/>
    <p:sldId xmlns:r="http://schemas.openxmlformats.org/officeDocument/2006/relationships" id="292" r:id="R6543b94d2bb74074"/>
    <p:sldId xmlns:r="http://schemas.openxmlformats.org/officeDocument/2006/relationships" id="293" r:id="Rb529a61b16a04f72"/>
    <p:sldId xmlns:r="http://schemas.openxmlformats.org/officeDocument/2006/relationships" id="294" r:id="Rad7ba0b382fd40a7"/>
    <p:sldId xmlns:r="http://schemas.openxmlformats.org/officeDocument/2006/relationships" id="295" r:id="Rd8650c7016df45e2"/>
    <p:sldId xmlns:r="http://schemas.openxmlformats.org/officeDocument/2006/relationships" id="296" r:id="Rcd197acd6bda4a91"/>
    <p:sldId xmlns:r="http://schemas.openxmlformats.org/officeDocument/2006/relationships" id="297" r:id="R6cc4223836bb409c"/>
    <p:sldId xmlns:r="http://schemas.openxmlformats.org/officeDocument/2006/relationships" id="298" r:id="Rfc2d3e24013d48db"/>
    <p:sldId xmlns:r="http://schemas.openxmlformats.org/officeDocument/2006/relationships" id="299" r:id="R9f91d82c99b54ae0"/>
    <p:sldId xmlns:r="http://schemas.openxmlformats.org/officeDocument/2006/relationships" id="300" r:id="R2ba1271e18ff4b3b"/>
    <p:sldId xmlns:r="http://schemas.openxmlformats.org/officeDocument/2006/relationships" id="301" r:id="Rcc8c0e66efbc4671"/>
    <p:sldId xmlns:r="http://schemas.openxmlformats.org/officeDocument/2006/relationships" id="302" r:id="Rcb5d018a64b0409e"/>
    <p:sldId xmlns:r="http://schemas.openxmlformats.org/officeDocument/2006/relationships" id="303" r:id="R9fc854276e4e4d97"/>
    <p:sldId xmlns:r="http://schemas.openxmlformats.org/officeDocument/2006/relationships" id="304" r:id="Rf9a4c6ffdc0d45e2"/>
    <p:sldId xmlns:r="http://schemas.openxmlformats.org/officeDocument/2006/relationships" id="305" r:id="Rfef32bc0b48843df"/>
    <p:sldId xmlns:r="http://schemas.openxmlformats.org/officeDocument/2006/relationships" id="306" r:id="R23de3c026e154eaa"/>
    <p:sldId xmlns:r="http://schemas.openxmlformats.org/officeDocument/2006/relationships" id="307" r:id="R2c762bac7d2c44b8"/>
    <p:sldId xmlns:r="http://schemas.openxmlformats.org/officeDocument/2006/relationships" id="308" r:id="R5901cb6dbb1b4123"/>
    <p:sldId xmlns:r="http://schemas.openxmlformats.org/officeDocument/2006/relationships" id="309" r:id="Rc2c1a419f6004b4f"/>
    <p:sldId xmlns:r="http://schemas.openxmlformats.org/officeDocument/2006/relationships" id="310" r:id="Rb382e7415f304145"/>
    <p:sldId xmlns:r="http://schemas.openxmlformats.org/officeDocument/2006/relationships" id="311" r:id="R42dd86c1e587471e"/>
    <p:sldId xmlns:r="http://schemas.openxmlformats.org/officeDocument/2006/relationships" id="312" r:id="R66323efd2c7d4651"/>
    <p:sldId xmlns:r="http://schemas.openxmlformats.org/officeDocument/2006/relationships" id="313" r:id="R4f2c3c3314074c03"/>
    <p:sldId xmlns:r="http://schemas.openxmlformats.org/officeDocument/2006/relationships" id="314" r:id="Rc67c4a3ed58849c3"/>
    <p:sldId xmlns:r="http://schemas.openxmlformats.org/officeDocument/2006/relationships" id="315" r:id="Rb6106f096efe4437"/>
    <p:sldId xmlns:r="http://schemas.openxmlformats.org/officeDocument/2006/relationships" id="316" r:id="R4dafbc3914654e87"/>
    <p:sldId xmlns:r="http://schemas.openxmlformats.org/officeDocument/2006/relationships" id="317" r:id="R64d1f10a351e428a"/>
    <p:sldId xmlns:r="http://schemas.openxmlformats.org/officeDocument/2006/relationships" id="318" r:id="R68dc44c2ea414dd6"/>
    <p:sldId xmlns:r="http://schemas.openxmlformats.org/officeDocument/2006/relationships" id="319" r:id="Rec97086cef4e4237"/>
    <p:sldId xmlns:r="http://schemas.openxmlformats.org/officeDocument/2006/relationships" id="320" r:id="R1c2c403da71e41ff"/>
    <p:sldId xmlns:r="http://schemas.openxmlformats.org/officeDocument/2006/relationships" id="321" r:id="Rbc3a067c92b74edd"/>
    <p:sldId xmlns:r="http://schemas.openxmlformats.org/officeDocument/2006/relationships" id="322" r:id="R02bebd49b4384325"/>
    <p:sldId xmlns:r="http://schemas.openxmlformats.org/officeDocument/2006/relationships" id="323" r:id="R8a9204a000f94e3d"/>
    <p:sldId xmlns:r="http://schemas.openxmlformats.org/officeDocument/2006/relationships" id="324" r:id="R0c7d5b12357942c9"/>
    <p:sldId xmlns:r="http://schemas.openxmlformats.org/officeDocument/2006/relationships" id="325" r:id="Rf96c356c8fd34170"/>
    <p:sldId xmlns:r="http://schemas.openxmlformats.org/officeDocument/2006/relationships" id="326" r:id="R58517a804cb1451b"/>
    <p:sldId xmlns:r="http://schemas.openxmlformats.org/officeDocument/2006/relationships" id="327" r:id="R8a2c304223c94235"/>
    <p:sldId xmlns:r="http://schemas.openxmlformats.org/officeDocument/2006/relationships" id="328" r:id="R556c54b38615414a"/>
    <p:sldId xmlns:r="http://schemas.openxmlformats.org/officeDocument/2006/relationships" id="329" r:id="Rf4215b5ba90b4f49"/>
    <p:sldId xmlns:r="http://schemas.openxmlformats.org/officeDocument/2006/relationships" id="330" r:id="R465768e15fab4fc3"/>
    <p:sldId xmlns:r="http://schemas.openxmlformats.org/officeDocument/2006/relationships" id="331" r:id="R3c882a2ffcd84b40"/>
    <p:sldId xmlns:r="http://schemas.openxmlformats.org/officeDocument/2006/relationships" id="332" r:id="R50c116567399431e"/>
    <p:sldId xmlns:r="http://schemas.openxmlformats.org/officeDocument/2006/relationships" id="333" r:id="R95f9e4552b93445e"/>
    <p:sldId xmlns:r="http://schemas.openxmlformats.org/officeDocument/2006/relationships" id="334" r:id="R070e5cc5aa88425a"/>
    <p:sldId xmlns:r="http://schemas.openxmlformats.org/officeDocument/2006/relationships" id="335" r:id="Rc1f2b7d0d9c14800"/>
    <p:sldId xmlns:r="http://schemas.openxmlformats.org/officeDocument/2006/relationships" id="336" r:id="R42658fc2a17740eb"/>
    <p:sldId xmlns:r="http://schemas.openxmlformats.org/officeDocument/2006/relationships" id="337" r:id="Rff0070de043e4fa7"/>
    <p:sldId xmlns:r="http://schemas.openxmlformats.org/officeDocument/2006/relationships" id="338" r:id="Rd6c50f4379b343d2"/>
    <p:sldId xmlns:r="http://schemas.openxmlformats.org/officeDocument/2006/relationships" id="339" r:id="Raaf1d01f937e446a"/>
    <p:sldId xmlns:r="http://schemas.openxmlformats.org/officeDocument/2006/relationships" id="340" r:id="R19413616355a482f"/>
    <p:sldId xmlns:r="http://schemas.openxmlformats.org/officeDocument/2006/relationships" id="341" r:id="R060e19ce0d2443bb"/>
    <p:sldId xmlns:r="http://schemas.openxmlformats.org/officeDocument/2006/relationships" id="342" r:id="R25c7feb23c4040fb"/>
    <p:sldId xmlns:r="http://schemas.openxmlformats.org/officeDocument/2006/relationships" id="343" r:id="Ree8b566556d84ed1"/>
    <p:sldId xmlns:r="http://schemas.openxmlformats.org/officeDocument/2006/relationships" id="344" r:id="R467b7607107f4b14"/>
    <p:sldId xmlns:r="http://schemas.openxmlformats.org/officeDocument/2006/relationships" id="345" r:id="R4e9255af228c4f34"/>
    <p:sldId xmlns:r="http://schemas.openxmlformats.org/officeDocument/2006/relationships" id="346" r:id="Rad115bb97a134b97"/>
    <p:sldId xmlns:r="http://schemas.openxmlformats.org/officeDocument/2006/relationships" id="347" r:id="R7f22e3a7174946e4"/>
    <p:sldId xmlns:r="http://schemas.openxmlformats.org/officeDocument/2006/relationships" id="348" r:id="Rbaeec110ce42450b"/>
    <p:sldId xmlns:r="http://schemas.openxmlformats.org/officeDocument/2006/relationships" id="349" r:id="Raeb6b5c72bf44bc0"/>
    <p:sldId xmlns:r="http://schemas.openxmlformats.org/officeDocument/2006/relationships" id="350" r:id="Rd7e733616032431d"/>
    <p:sldId xmlns:r="http://schemas.openxmlformats.org/officeDocument/2006/relationships" id="351" r:id="R3bee540f8fef4077"/>
    <p:sldId xmlns:r="http://schemas.openxmlformats.org/officeDocument/2006/relationships" id="352" r:id="R207e838462f345c1"/>
    <p:sldId xmlns:r="http://schemas.openxmlformats.org/officeDocument/2006/relationships" id="353" r:id="R28391d4243bb4deb"/>
    <p:sldId xmlns:r="http://schemas.openxmlformats.org/officeDocument/2006/relationships" id="354" r:id="R7b59dc72b8cf4e36"/>
    <p:sldId xmlns:r="http://schemas.openxmlformats.org/officeDocument/2006/relationships" id="355" r:id="R70efe4fe91bd4cb5"/>
    <p:sldId xmlns:r="http://schemas.openxmlformats.org/officeDocument/2006/relationships" id="356" r:id="Re8abeffd4cd8427c"/>
    <p:sldId xmlns:r="http://schemas.openxmlformats.org/officeDocument/2006/relationships" id="357" r:id="R2369e50a744e4d1e"/>
    <p:sldId xmlns:r="http://schemas.openxmlformats.org/officeDocument/2006/relationships" id="358" r:id="Re37e3ec8dcba4735"/>
    <p:sldId xmlns:r="http://schemas.openxmlformats.org/officeDocument/2006/relationships" id="359" r:id="Reb802c33b2ea49d9"/>
    <p:sldId xmlns:r="http://schemas.openxmlformats.org/officeDocument/2006/relationships" id="360" r:id="Rc9fdf9e3691b43d8"/>
    <p:sldId xmlns:r="http://schemas.openxmlformats.org/officeDocument/2006/relationships" id="361" r:id="Rdd6be501248141bd"/>
    <p:sldId xmlns:r="http://schemas.openxmlformats.org/officeDocument/2006/relationships" id="362" r:id="R6b66e44abf7c4934"/>
    <p:sldId xmlns:r="http://schemas.openxmlformats.org/officeDocument/2006/relationships" id="363" r:id="Rbee4939de951458c"/>
    <p:sldId xmlns:r="http://schemas.openxmlformats.org/officeDocument/2006/relationships" id="364" r:id="R72f2e6658e354a73"/>
    <p:sldId xmlns:r="http://schemas.openxmlformats.org/officeDocument/2006/relationships" id="365" r:id="Rb76c0cf077dd42fa"/>
    <p:sldId xmlns:r="http://schemas.openxmlformats.org/officeDocument/2006/relationships" id="366" r:id="R75bf3b53ca86405b"/>
    <p:sldId xmlns:r="http://schemas.openxmlformats.org/officeDocument/2006/relationships" id="367" r:id="R5b874edc7e324c39"/>
    <p:sldId xmlns:r="http://schemas.openxmlformats.org/officeDocument/2006/relationships" id="368" r:id="R07c1684a0c6a48b7"/>
    <p:sldId xmlns:r="http://schemas.openxmlformats.org/officeDocument/2006/relationships" id="369" r:id="Re28943192bbb4a12"/>
    <p:sldId xmlns:r="http://schemas.openxmlformats.org/officeDocument/2006/relationships" id="370" r:id="Rf62aa8b81335474f"/>
    <p:sldId xmlns:r="http://schemas.openxmlformats.org/officeDocument/2006/relationships" id="371" r:id="R9fd92ccbd5ee4865"/>
    <p:sldId xmlns:r="http://schemas.openxmlformats.org/officeDocument/2006/relationships" id="372" r:id="R417113a121494603"/>
    <p:sldId xmlns:r="http://schemas.openxmlformats.org/officeDocument/2006/relationships" id="373" r:id="Ra02c6ab6e0fe433c"/>
    <p:sldId xmlns:r="http://schemas.openxmlformats.org/officeDocument/2006/relationships" id="374" r:id="R181bcee50cc848db"/>
    <p:sldId xmlns:r="http://schemas.openxmlformats.org/officeDocument/2006/relationships" id="375" r:id="Rfe43a3f813c2405b"/>
    <p:sldId xmlns:r="http://schemas.openxmlformats.org/officeDocument/2006/relationships" id="376" r:id="R7277b0eda8bb4bfb"/>
    <p:sldId xmlns:r="http://schemas.openxmlformats.org/officeDocument/2006/relationships" id="377" r:id="Rf8bce4946b9642c4"/>
    <p:sldId xmlns:r="http://schemas.openxmlformats.org/officeDocument/2006/relationships" id="378" r:id="R3e2dac919f504f95"/>
    <p:sldId xmlns:r="http://schemas.openxmlformats.org/officeDocument/2006/relationships" id="379" r:id="R158f2e0b5bc140f6"/>
    <p:sldId xmlns:r="http://schemas.openxmlformats.org/officeDocument/2006/relationships" id="380" r:id="Rda7f75470d954b8c"/>
    <p:sldId xmlns:r="http://schemas.openxmlformats.org/officeDocument/2006/relationships" id="381" r:id="R517b7a00db02474b"/>
    <p:sldId xmlns:r="http://schemas.openxmlformats.org/officeDocument/2006/relationships" id="382" r:id="R827f484f7786492a"/>
    <p:sldId xmlns:r="http://schemas.openxmlformats.org/officeDocument/2006/relationships" id="383" r:id="R6f08636547604376"/>
    <p:sldId xmlns:r="http://schemas.openxmlformats.org/officeDocument/2006/relationships" id="384" r:id="R8b5d87e9a3ac4a69"/>
    <p:sldId xmlns:r="http://schemas.openxmlformats.org/officeDocument/2006/relationships" id="385" r:id="Rc36fa5e36a2d4df3"/>
    <p:sldId xmlns:r="http://schemas.openxmlformats.org/officeDocument/2006/relationships" id="386" r:id="R3a179b69c4794658"/>
    <p:sldId xmlns:r="http://schemas.openxmlformats.org/officeDocument/2006/relationships" id="387" r:id="R5853257ef0094b2c"/>
    <p:sldId xmlns:r="http://schemas.openxmlformats.org/officeDocument/2006/relationships" id="388" r:id="Rf4113ac73a2741c0"/>
    <p:sldId xmlns:r="http://schemas.openxmlformats.org/officeDocument/2006/relationships" id="389" r:id="R611a28780abd4b55"/>
    <p:sldId xmlns:r="http://schemas.openxmlformats.org/officeDocument/2006/relationships" id="390" r:id="R1d7e0e28bfb64a50"/>
    <p:sldId xmlns:r="http://schemas.openxmlformats.org/officeDocument/2006/relationships" id="391" r:id="R75f759c9947c42a4"/>
    <p:sldId xmlns:r="http://schemas.openxmlformats.org/officeDocument/2006/relationships" id="392" r:id="R3ece5c6e1f884b45"/>
    <p:sldId xmlns:r="http://schemas.openxmlformats.org/officeDocument/2006/relationships" id="393" r:id="R441cddf9a7994cc4"/>
    <p:sldId xmlns:r="http://schemas.openxmlformats.org/officeDocument/2006/relationships" id="394" r:id="R3e1314450092428a"/>
    <p:sldId xmlns:r="http://schemas.openxmlformats.org/officeDocument/2006/relationships" id="395" r:id="R7867b5472ed74e99"/>
    <p:sldId xmlns:r="http://schemas.openxmlformats.org/officeDocument/2006/relationships" id="396" r:id="Rd8ec34a0577d4466"/>
    <p:sldId xmlns:r="http://schemas.openxmlformats.org/officeDocument/2006/relationships" id="397" r:id="R9af2b453de89494a"/>
    <p:sldId xmlns:r="http://schemas.openxmlformats.org/officeDocument/2006/relationships" id="398" r:id="Rb97aa13567064c1c"/>
    <p:sldId xmlns:r="http://schemas.openxmlformats.org/officeDocument/2006/relationships" id="399" r:id="Rd074e5b5b2fa4d04"/>
    <p:sldId xmlns:r="http://schemas.openxmlformats.org/officeDocument/2006/relationships" id="400" r:id="R0eb94391a2684161"/>
    <p:sldId xmlns:r="http://schemas.openxmlformats.org/officeDocument/2006/relationships" id="401" r:id="Re874cea0ec0347f9"/>
    <p:sldId xmlns:r="http://schemas.openxmlformats.org/officeDocument/2006/relationships" id="402" r:id="Rae11559f038a4566"/>
    <p:sldId xmlns:r="http://schemas.openxmlformats.org/officeDocument/2006/relationships" id="403" r:id="R1041d84860d8459a"/>
    <p:sldId xmlns:r="http://schemas.openxmlformats.org/officeDocument/2006/relationships" id="404" r:id="R3e673b12afa94726"/>
    <p:sldId xmlns:r="http://schemas.openxmlformats.org/officeDocument/2006/relationships" id="405" r:id="Rf0ee731f6fc64e78"/>
    <p:sldId xmlns:r="http://schemas.openxmlformats.org/officeDocument/2006/relationships" id="406" r:id="R0c282f110b3046d5"/>
    <p:sldId xmlns:r="http://schemas.openxmlformats.org/officeDocument/2006/relationships" id="407" r:id="R95317512958d4264"/>
    <p:sldId xmlns:r="http://schemas.openxmlformats.org/officeDocument/2006/relationships" id="408" r:id="R1b1a4536d7e94cf2"/>
    <p:sldId xmlns:r="http://schemas.openxmlformats.org/officeDocument/2006/relationships" id="409" r:id="R5102f545e94040c8"/>
    <p:sldId xmlns:r="http://schemas.openxmlformats.org/officeDocument/2006/relationships" id="410" r:id="Rd06fd76936994a98"/>
    <p:sldId xmlns:r="http://schemas.openxmlformats.org/officeDocument/2006/relationships" id="411" r:id="R9b01809d8d4646b9"/>
    <p:sldId xmlns:r="http://schemas.openxmlformats.org/officeDocument/2006/relationships" id="412" r:id="R5b52c83e3abc41c4"/>
    <p:sldId xmlns:r="http://schemas.openxmlformats.org/officeDocument/2006/relationships" id="413" r:id="Rfbd1aba94918439e"/>
    <p:sldId xmlns:r="http://schemas.openxmlformats.org/officeDocument/2006/relationships" id="414" r:id="Rc7533d264c724667"/>
    <p:sldId xmlns:r="http://schemas.openxmlformats.org/officeDocument/2006/relationships" id="415" r:id="R468a72826fb74156"/>
    <p:sldId xmlns:r="http://schemas.openxmlformats.org/officeDocument/2006/relationships" id="416" r:id="Reb5a4caea4514fec"/>
    <p:sldId xmlns:r="http://schemas.openxmlformats.org/officeDocument/2006/relationships" id="417" r:id="R1526dae34fc74ca8"/>
    <p:sldId xmlns:r="http://schemas.openxmlformats.org/officeDocument/2006/relationships" id="418" r:id="Rd4bb7a3ae4a3499e"/>
    <p:sldId xmlns:r="http://schemas.openxmlformats.org/officeDocument/2006/relationships" id="419" r:id="R14a5e9abb5c54210"/>
    <p:sldId xmlns:r="http://schemas.openxmlformats.org/officeDocument/2006/relationships" id="420" r:id="R8d015119db624ef8"/>
    <p:sldId xmlns:r="http://schemas.openxmlformats.org/officeDocument/2006/relationships" id="421" r:id="Re4ef05cbae104fba"/>
    <p:sldId xmlns:r="http://schemas.openxmlformats.org/officeDocument/2006/relationships" id="422" r:id="R98682a746f8f438a"/>
    <p:sldId xmlns:r="http://schemas.openxmlformats.org/officeDocument/2006/relationships" id="423" r:id="R0f5a82ec8b1b476c"/>
    <p:sldId xmlns:r="http://schemas.openxmlformats.org/officeDocument/2006/relationships" id="424" r:id="R1642d0a6fe184cfe"/>
    <p:sldId xmlns:r="http://schemas.openxmlformats.org/officeDocument/2006/relationships" id="425" r:id="R5dc64ea5d0d74386"/>
    <p:sldId xmlns:r="http://schemas.openxmlformats.org/officeDocument/2006/relationships" id="426" r:id="R6217bf8c77234c7a"/>
    <p:sldId xmlns:r="http://schemas.openxmlformats.org/officeDocument/2006/relationships" id="427" r:id="R7d7f32e67b6a4444"/>
    <p:sldId xmlns:r="http://schemas.openxmlformats.org/officeDocument/2006/relationships" id="428" r:id="R8c716c9db5ad4ce4"/>
    <p:sldId xmlns:r="http://schemas.openxmlformats.org/officeDocument/2006/relationships" id="429" r:id="R445653e3745642c3"/>
    <p:sldId xmlns:r="http://schemas.openxmlformats.org/officeDocument/2006/relationships" id="430" r:id="R28572d7d5e46493c"/>
    <p:sldId xmlns:r="http://schemas.openxmlformats.org/officeDocument/2006/relationships" id="431" r:id="R157170ed92a74447"/>
    <p:sldId xmlns:r="http://schemas.openxmlformats.org/officeDocument/2006/relationships" id="432" r:id="Raa4527a9a88c498f"/>
    <p:sldId xmlns:r="http://schemas.openxmlformats.org/officeDocument/2006/relationships" id="433" r:id="Rbf5ede6c4f8c4331"/>
    <p:sldId xmlns:r="http://schemas.openxmlformats.org/officeDocument/2006/relationships" id="434" r:id="R8949fa532a154219"/>
    <p:sldId xmlns:r="http://schemas.openxmlformats.org/officeDocument/2006/relationships" id="435" r:id="R6ece82d1acb0426e"/>
    <p:sldId xmlns:r="http://schemas.openxmlformats.org/officeDocument/2006/relationships" id="436" r:id="R365c008626594dbb"/>
    <p:sldId xmlns:r="http://schemas.openxmlformats.org/officeDocument/2006/relationships" id="437" r:id="Rb28a0dfd76704f8b"/>
    <p:sldId xmlns:r="http://schemas.openxmlformats.org/officeDocument/2006/relationships" id="438" r:id="R669593653b174d01"/>
    <p:sldId xmlns:r="http://schemas.openxmlformats.org/officeDocument/2006/relationships" id="439" r:id="R2ffeae2ca72448ab"/>
    <p:sldId xmlns:r="http://schemas.openxmlformats.org/officeDocument/2006/relationships" id="440" r:id="R4d2cd08b09084635"/>
    <p:sldId xmlns:r="http://schemas.openxmlformats.org/officeDocument/2006/relationships" id="441" r:id="R6b4109840f464fdc"/>
    <p:sldId xmlns:r="http://schemas.openxmlformats.org/officeDocument/2006/relationships" id="442" r:id="Rb5ffa78a07d14d92"/>
    <p:sldId xmlns:r="http://schemas.openxmlformats.org/officeDocument/2006/relationships" id="443" r:id="Rf545bd0d11f740a3"/>
    <p:sldId xmlns:r="http://schemas.openxmlformats.org/officeDocument/2006/relationships" id="444" r:id="Rb2ee31f21fe5452a"/>
    <p:sldId xmlns:r="http://schemas.openxmlformats.org/officeDocument/2006/relationships" id="445" r:id="Rd5d1a29a8ee54db6"/>
    <p:sldId xmlns:r="http://schemas.openxmlformats.org/officeDocument/2006/relationships" id="446" r:id="Reb260d6ab65e49b7"/>
    <p:sldId xmlns:r="http://schemas.openxmlformats.org/officeDocument/2006/relationships" id="447" r:id="R2aa2a525576449a3"/>
    <p:sldId xmlns:r="http://schemas.openxmlformats.org/officeDocument/2006/relationships" id="448" r:id="R4adf4c581c1344ed"/>
    <p:sldId xmlns:r="http://schemas.openxmlformats.org/officeDocument/2006/relationships" id="449" r:id="Re2a5174f46d74d4b"/>
    <p:sldId xmlns:r="http://schemas.openxmlformats.org/officeDocument/2006/relationships" id="450" r:id="Rb7c5e61392ca4ed9"/>
    <p:sldId xmlns:r="http://schemas.openxmlformats.org/officeDocument/2006/relationships" id="451" r:id="Rd26d444db7c2426f"/>
    <p:sldId xmlns:r="http://schemas.openxmlformats.org/officeDocument/2006/relationships" id="452" r:id="R6ab2ccfd87734056"/>
    <p:sldId xmlns:r="http://schemas.openxmlformats.org/officeDocument/2006/relationships" id="453" r:id="Rfe2f47828d214240"/>
    <p:sldId xmlns:r="http://schemas.openxmlformats.org/officeDocument/2006/relationships" id="454" r:id="Rb1e5c62e2e444ec6"/>
    <p:sldId xmlns:r="http://schemas.openxmlformats.org/officeDocument/2006/relationships" id="455" r:id="R59b6050f66b04adf"/>
    <p:sldId xmlns:r="http://schemas.openxmlformats.org/officeDocument/2006/relationships" id="456" r:id="Rd97dfc646dcd4411"/>
    <p:sldId xmlns:r="http://schemas.openxmlformats.org/officeDocument/2006/relationships" id="457" r:id="R19c44641d3e846c9"/>
    <p:sldId xmlns:r="http://schemas.openxmlformats.org/officeDocument/2006/relationships" id="458" r:id="Rec0bb9706a804cb7"/>
    <p:sldId xmlns:r="http://schemas.openxmlformats.org/officeDocument/2006/relationships" id="459" r:id="R9103b2fcb3404c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801802934742e2" /><Relationship Type="http://schemas.openxmlformats.org/officeDocument/2006/relationships/slideMaster" Target="/ppt/slideMasters/slideMaster1.xml" Id="Rea93a9d1c25f4d51" /><Relationship Type="http://schemas.openxmlformats.org/officeDocument/2006/relationships/notesMaster" Target="/ppt/notesMasters/notesMaster1.xml" Id="R42b54c378e8f489b" /><Relationship Type="http://schemas.openxmlformats.org/officeDocument/2006/relationships/presProps" Target="/ppt/presProps.xml" Id="Rec5b298950b9424f" /><Relationship Type="http://schemas.openxmlformats.org/officeDocument/2006/relationships/tableStyles" Target="/ppt/tableStyles.xml" Id="Rfe38a8fdf9154e67" /><Relationship Type="http://schemas.openxmlformats.org/officeDocument/2006/relationships/slide" Target="/ppt/slides/slide1.xml" Id="R583931b54c5149fa" /><Relationship Type="http://schemas.openxmlformats.org/officeDocument/2006/relationships/slide" Target="/ppt/slides/slide2.xml" Id="Re2c71b21a77b429c" /><Relationship Type="http://schemas.openxmlformats.org/officeDocument/2006/relationships/slide" Target="/ppt/slides/slide3.xml" Id="Rd7c409edf11b4734" /><Relationship Type="http://schemas.openxmlformats.org/officeDocument/2006/relationships/slide" Target="/ppt/slides/slide4.xml" Id="R16a4f63d28a14ee8" /><Relationship Type="http://schemas.openxmlformats.org/officeDocument/2006/relationships/slide" Target="/ppt/slides/slide5.xml" Id="R824bb55902bd4057" /><Relationship Type="http://schemas.openxmlformats.org/officeDocument/2006/relationships/slide" Target="/ppt/slides/slide6.xml" Id="R21a361d0a5dd48f7" /><Relationship Type="http://schemas.openxmlformats.org/officeDocument/2006/relationships/slide" Target="/ppt/slides/slide7.xml" Id="Ra366e7c02ebf4b83" /><Relationship Type="http://schemas.openxmlformats.org/officeDocument/2006/relationships/slide" Target="/ppt/slides/slide8.xml" Id="R3178163ba5f243bf" /><Relationship Type="http://schemas.openxmlformats.org/officeDocument/2006/relationships/slide" Target="/ppt/slides/slide9.xml" Id="R18092480d9ac41aa" /><Relationship Type="http://schemas.openxmlformats.org/officeDocument/2006/relationships/slide" Target="/ppt/slides/slide10.xml" Id="R9556e7deb7504beb" /><Relationship Type="http://schemas.openxmlformats.org/officeDocument/2006/relationships/slide" Target="/ppt/slides/slide11.xml" Id="Rb50d8a78ee814444" /><Relationship Type="http://schemas.openxmlformats.org/officeDocument/2006/relationships/slide" Target="/ppt/slides/slide12.xml" Id="Ra8040b5c923d4db7" /><Relationship Type="http://schemas.openxmlformats.org/officeDocument/2006/relationships/slide" Target="/ppt/slides/slide13.xml" Id="Rfe98807b5f594312" /><Relationship Type="http://schemas.openxmlformats.org/officeDocument/2006/relationships/slide" Target="/ppt/slides/slide14.xml" Id="R8f791ca529d4479a" /><Relationship Type="http://schemas.openxmlformats.org/officeDocument/2006/relationships/slide" Target="/ppt/slides/slide15.xml" Id="R96704d30fa8b4495" /><Relationship Type="http://schemas.openxmlformats.org/officeDocument/2006/relationships/slide" Target="/ppt/slides/slide16.xml" Id="R935763a9818d467b" /><Relationship Type="http://schemas.openxmlformats.org/officeDocument/2006/relationships/slide" Target="/ppt/slides/slide17.xml" Id="R8dd82949e5534e5a" /><Relationship Type="http://schemas.openxmlformats.org/officeDocument/2006/relationships/slide" Target="/ppt/slides/slide18.xml" Id="R1cb6e4a5b4f245d3" /><Relationship Type="http://schemas.openxmlformats.org/officeDocument/2006/relationships/slide" Target="/ppt/slides/slide19.xml" Id="Ra16b6e0373514fdc" /><Relationship Type="http://schemas.openxmlformats.org/officeDocument/2006/relationships/slide" Target="/ppt/slides/slide20.xml" Id="Rea806806675b44f2" /><Relationship Type="http://schemas.openxmlformats.org/officeDocument/2006/relationships/slide" Target="/ppt/slides/slide21.xml" Id="R03fba08c733f48b8" /><Relationship Type="http://schemas.openxmlformats.org/officeDocument/2006/relationships/slide" Target="/ppt/slides/slide22.xml" Id="Rec31ca13ee604d72" /><Relationship Type="http://schemas.openxmlformats.org/officeDocument/2006/relationships/slide" Target="/ppt/slides/slide23.xml" Id="Ra6dced2102bf4913" /><Relationship Type="http://schemas.openxmlformats.org/officeDocument/2006/relationships/slide" Target="/ppt/slides/slide24.xml" Id="Rd7022283eb1a43f4" /><Relationship Type="http://schemas.openxmlformats.org/officeDocument/2006/relationships/slide" Target="/ppt/slides/slide25.xml" Id="R7ab325b983f647e0" /><Relationship Type="http://schemas.openxmlformats.org/officeDocument/2006/relationships/slide" Target="/ppt/slides/slide26.xml" Id="Rc91cc7f363b34bb4" /><Relationship Type="http://schemas.openxmlformats.org/officeDocument/2006/relationships/slide" Target="/ppt/slides/slide27.xml" Id="R7758128432d749fc" /><Relationship Type="http://schemas.openxmlformats.org/officeDocument/2006/relationships/slide" Target="/ppt/slides/slide28.xml" Id="Rf2e7b8a9a0584bb2" /><Relationship Type="http://schemas.openxmlformats.org/officeDocument/2006/relationships/slide" Target="/ppt/slides/slide29.xml" Id="R519607f60b914d3b" /><Relationship Type="http://schemas.openxmlformats.org/officeDocument/2006/relationships/slide" Target="/ppt/slides/slide30.xml" Id="Rdfc277803bc54c3c" /><Relationship Type="http://schemas.openxmlformats.org/officeDocument/2006/relationships/slide" Target="/ppt/slides/slide31.xml" Id="Re969f9fa57cc4897" /><Relationship Type="http://schemas.openxmlformats.org/officeDocument/2006/relationships/slide" Target="/ppt/slides/slide32.xml" Id="Reeb02a2614cb47af" /><Relationship Type="http://schemas.openxmlformats.org/officeDocument/2006/relationships/slide" Target="/ppt/slides/slide33.xml" Id="R8c50e90afb044b0e" /><Relationship Type="http://schemas.openxmlformats.org/officeDocument/2006/relationships/slide" Target="/ppt/slides/slide34.xml" Id="R8f68744976a3490c" /><Relationship Type="http://schemas.openxmlformats.org/officeDocument/2006/relationships/slide" Target="/ppt/slides/slide35.xml" Id="R71bc814fc7374b6e" /><Relationship Type="http://schemas.openxmlformats.org/officeDocument/2006/relationships/slide" Target="/ppt/slides/slide36.xml" Id="Ra981ccb5c2354c0e" /><Relationship Type="http://schemas.openxmlformats.org/officeDocument/2006/relationships/slide" Target="/ppt/slides/slide37.xml" Id="R6543b94d2bb74074" /><Relationship Type="http://schemas.openxmlformats.org/officeDocument/2006/relationships/slide" Target="/ppt/slides/slide38.xml" Id="Rb529a61b16a04f72" /><Relationship Type="http://schemas.openxmlformats.org/officeDocument/2006/relationships/slide" Target="/ppt/slides/slide39.xml" Id="Rad7ba0b382fd40a7" /><Relationship Type="http://schemas.openxmlformats.org/officeDocument/2006/relationships/slide" Target="/ppt/slides/slide40.xml" Id="Rd8650c7016df45e2" /><Relationship Type="http://schemas.openxmlformats.org/officeDocument/2006/relationships/slide" Target="/ppt/slides/slide41.xml" Id="Rcd197acd6bda4a91" /><Relationship Type="http://schemas.openxmlformats.org/officeDocument/2006/relationships/slide" Target="/ppt/slides/slide42.xml" Id="R6cc4223836bb409c" /><Relationship Type="http://schemas.openxmlformats.org/officeDocument/2006/relationships/slide" Target="/ppt/slides/slide43.xml" Id="Rfc2d3e24013d48db" /><Relationship Type="http://schemas.openxmlformats.org/officeDocument/2006/relationships/slide" Target="/ppt/slides/slide44.xml" Id="R9f91d82c99b54ae0" /><Relationship Type="http://schemas.openxmlformats.org/officeDocument/2006/relationships/slide" Target="/ppt/slides/slide45.xml" Id="R2ba1271e18ff4b3b" /><Relationship Type="http://schemas.openxmlformats.org/officeDocument/2006/relationships/slide" Target="/ppt/slides/slide46.xml" Id="Rcc8c0e66efbc4671" /><Relationship Type="http://schemas.openxmlformats.org/officeDocument/2006/relationships/slide" Target="/ppt/slides/slide47.xml" Id="Rcb5d018a64b0409e" /><Relationship Type="http://schemas.openxmlformats.org/officeDocument/2006/relationships/slide" Target="/ppt/slides/slide48.xml" Id="R9fc854276e4e4d97" /><Relationship Type="http://schemas.openxmlformats.org/officeDocument/2006/relationships/slide" Target="/ppt/slides/slide49.xml" Id="Rf9a4c6ffdc0d45e2" /><Relationship Type="http://schemas.openxmlformats.org/officeDocument/2006/relationships/slide" Target="/ppt/slides/slide50.xml" Id="Rfef32bc0b48843df" /><Relationship Type="http://schemas.openxmlformats.org/officeDocument/2006/relationships/slide" Target="/ppt/slides/slide51.xml" Id="R23de3c026e154eaa" /><Relationship Type="http://schemas.openxmlformats.org/officeDocument/2006/relationships/slide" Target="/ppt/slides/slide52.xml" Id="R2c762bac7d2c44b8" /><Relationship Type="http://schemas.openxmlformats.org/officeDocument/2006/relationships/slide" Target="/ppt/slides/slide53.xml" Id="R5901cb6dbb1b4123" /><Relationship Type="http://schemas.openxmlformats.org/officeDocument/2006/relationships/slide" Target="/ppt/slides/slide54.xml" Id="Rc2c1a419f6004b4f" /><Relationship Type="http://schemas.openxmlformats.org/officeDocument/2006/relationships/slide" Target="/ppt/slides/slide55.xml" Id="Rb382e7415f304145" /><Relationship Type="http://schemas.openxmlformats.org/officeDocument/2006/relationships/slide" Target="/ppt/slides/slide56.xml" Id="R42dd86c1e587471e" /><Relationship Type="http://schemas.openxmlformats.org/officeDocument/2006/relationships/slide" Target="/ppt/slides/slide57.xml" Id="R66323efd2c7d4651" /><Relationship Type="http://schemas.openxmlformats.org/officeDocument/2006/relationships/slide" Target="/ppt/slides/slide58.xml" Id="R4f2c3c3314074c03" /><Relationship Type="http://schemas.openxmlformats.org/officeDocument/2006/relationships/slide" Target="/ppt/slides/slide59.xml" Id="Rc67c4a3ed58849c3" /><Relationship Type="http://schemas.openxmlformats.org/officeDocument/2006/relationships/slide" Target="/ppt/slides/slide60.xml" Id="Rb6106f096efe4437" /><Relationship Type="http://schemas.openxmlformats.org/officeDocument/2006/relationships/slide" Target="/ppt/slides/slide61.xml" Id="R4dafbc3914654e87" /><Relationship Type="http://schemas.openxmlformats.org/officeDocument/2006/relationships/slide" Target="/ppt/slides/slide62.xml" Id="R64d1f10a351e428a" /><Relationship Type="http://schemas.openxmlformats.org/officeDocument/2006/relationships/slide" Target="/ppt/slides/slide63.xml" Id="R68dc44c2ea414dd6" /><Relationship Type="http://schemas.openxmlformats.org/officeDocument/2006/relationships/slide" Target="/ppt/slides/slide64.xml" Id="Rec97086cef4e4237" /><Relationship Type="http://schemas.openxmlformats.org/officeDocument/2006/relationships/slide" Target="/ppt/slides/slide65.xml" Id="R1c2c403da71e41ff" /><Relationship Type="http://schemas.openxmlformats.org/officeDocument/2006/relationships/slide" Target="/ppt/slides/slide66.xml" Id="Rbc3a067c92b74edd" /><Relationship Type="http://schemas.openxmlformats.org/officeDocument/2006/relationships/slide" Target="/ppt/slides/slide67.xml" Id="R02bebd49b4384325" /><Relationship Type="http://schemas.openxmlformats.org/officeDocument/2006/relationships/slide" Target="/ppt/slides/slide68.xml" Id="R8a9204a000f94e3d" /><Relationship Type="http://schemas.openxmlformats.org/officeDocument/2006/relationships/slide" Target="/ppt/slides/slide69.xml" Id="R0c7d5b12357942c9" /><Relationship Type="http://schemas.openxmlformats.org/officeDocument/2006/relationships/slide" Target="/ppt/slides/slide70.xml" Id="Rf96c356c8fd34170" /><Relationship Type="http://schemas.openxmlformats.org/officeDocument/2006/relationships/slide" Target="/ppt/slides/slide71.xml" Id="R58517a804cb1451b" /><Relationship Type="http://schemas.openxmlformats.org/officeDocument/2006/relationships/slide" Target="/ppt/slides/slide72.xml" Id="R8a2c304223c94235" /><Relationship Type="http://schemas.openxmlformats.org/officeDocument/2006/relationships/slide" Target="/ppt/slides/slide73.xml" Id="R556c54b38615414a" /><Relationship Type="http://schemas.openxmlformats.org/officeDocument/2006/relationships/slide" Target="/ppt/slides/slide74.xml" Id="Rf4215b5ba90b4f49" /><Relationship Type="http://schemas.openxmlformats.org/officeDocument/2006/relationships/slide" Target="/ppt/slides/slide75.xml" Id="R465768e15fab4fc3" /><Relationship Type="http://schemas.openxmlformats.org/officeDocument/2006/relationships/slide" Target="/ppt/slides/slide76.xml" Id="R3c882a2ffcd84b40" /><Relationship Type="http://schemas.openxmlformats.org/officeDocument/2006/relationships/slide" Target="/ppt/slides/slide77.xml" Id="R50c116567399431e" /><Relationship Type="http://schemas.openxmlformats.org/officeDocument/2006/relationships/slide" Target="/ppt/slides/slide78.xml" Id="R95f9e4552b93445e" /><Relationship Type="http://schemas.openxmlformats.org/officeDocument/2006/relationships/slide" Target="/ppt/slides/slide79.xml" Id="R070e5cc5aa88425a" /><Relationship Type="http://schemas.openxmlformats.org/officeDocument/2006/relationships/slide" Target="/ppt/slides/slide80.xml" Id="Rc1f2b7d0d9c14800" /><Relationship Type="http://schemas.openxmlformats.org/officeDocument/2006/relationships/slide" Target="/ppt/slides/slide81.xml" Id="R42658fc2a17740eb" /><Relationship Type="http://schemas.openxmlformats.org/officeDocument/2006/relationships/slide" Target="/ppt/slides/slide82.xml" Id="Rff0070de043e4fa7" /><Relationship Type="http://schemas.openxmlformats.org/officeDocument/2006/relationships/slide" Target="/ppt/slides/slide83.xml" Id="Rd6c50f4379b343d2" /><Relationship Type="http://schemas.openxmlformats.org/officeDocument/2006/relationships/slide" Target="/ppt/slides/slide84.xml" Id="Raaf1d01f937e446a" /><Relationship Type="http://schemas.openxmlformats.org/officeDocument/2006/relationships/slide" Target="/ppt/slides/slide85.xml" Id="R19413616355a482f" /><Relationship Type="http://schemas.openxmlformats.org/officeDocument/2006/relationships/slide" Target="/ppt/slides/slide86.xml" Id="R060e19ce0d2443bb" /><Relationship Type="http://schemas.openxmlformats.org/officeDocument/2006/relationships/slide" Target="/ppt/slides/slide87.xml" Id="R25c7feb23c4040fb" /><Relationship Type="http://schemas.openxmlformats.org/officeDocument/2006/relationships/slide" Target="/ppt/slides/slide88.xml" Id="Ree8b566556d84ed1" /><Relationship Type="http://schemas.openxmlformats.org/officeDocument/2006/relationships/slide" Target="/ppt/slides/slide89.xml" Id="R467b7607107f4b14" /><Relationship Type="http://schemas.openxmlformats.org/officeDocument/2006/relationships/slide" Target="/ppt/slides/slide90.xml" Id="R4e9255af228c4f34" /><Relationship Type="http://schemas.openxmlformats.org/officeDocument/2006/relationships/slide" Target="/ppt/slides/slide91.xml" Id="Rad115bb97a134b97" /><Relationship Type="http://schemas.openxmlformats.org/officeDocument/2006/relationships/slide" Target="/ppt/slides/slide92.xml" Id="R7f22e3a7174946e4" /><Relationship Type="http://schemas.openxmlformats.org/officeDocument/2006/relationships/slide" Target="/ppt/slides/slide93.xml" Id="Rbaeec110ce42450b" /><Relationship Type="http://schemas.openxmlformats.org/officeDocument/2006/relationships/slide" Target="/ppt/slides/slide94.xml" Id="Raeb6b5c72bf44bc0" /><Relationship Type="http://schemas.openxmlformats.org/officeDocument/2006/relationships/slide" Target="/ppt/slides/slide95.xml" Id="Rd7e733616032431d" /><Relationship Type="http://schemas.openxmlformats.org/officeDocument/2006/relationships/slide" Target="/ppt/slides/slide96.xml" Id="R3bee540f8fef4077" /><Relationship Type="http://schemas.openxmlformats.org/officeDocument/2006/relationships/slide" Target="/ppt/slides/slide97.xml" Id="R207e838462f345c1" /><Relationship Type="http://schemas.openxmlformats.org/officeDocument/2006/relationships/slide" Target="/ppt/slides/slide98.xml" Id="R28391d4243bb4deb" /><Relationship Type="http://schemas.openxmlformats.org/officeDocument/2006/relationships/slide" Target="/ppt/slides/slide99.xml" Id="R7b59dc72b8cf4e36" /><Relationship Type="http://schemas.openxmlformats.org/officeDocument/2006/relationships/slide" Target="/ppt/slides/slide100.xml" Id="R70efe4fe91bd4cb5" /><Relationship Type="http://schemas.openxmlformats.org/officeDocument/2006/relationships/slide" Target="/ppt/slides/slide101.xml" Id="Re8abeffd4cd8427c" /><Relationship Type="http://schemas.openxmlformats.org/officeDocument/2006/relationships/slide" Target="/ppt/slides/slide102.xml" Id="R2369e50a744e4d1e" /><Relationship Type="http://schemas.openxmlformats.org/officeDocument/2006/relationships/slide" Target="/ppt/slides/slide103.xml" Id="Re37e3ec8dcba4735" /><Relationship Type="http://schemas.openxmlformats.org/officeDocument/2006/relationships/slide" Target="/ppt/slides/slide104.xml" Id="Reb802c33b2ea49d9" /><Relationship Type="http://schemas.openxmlformats.org/officeDocument/2006/relationships/slide" Target="/ppt/slides/slide105.xml" Id="Rc9fdf9e3691b43d8" /><Relationship Type="http://schemas.openxmlformats.org/officeDocument/2006/relationships/slide" Target="/ppt/slides/slide106.xml" Id="Rdd6be501248141bd" /><Relationship Type="http://schemas.openxmlformats.org/officeDocument/2006/relationships/slide" Target="/ppt/slides/slide107.xml" Id="R6b66e44abf7c4934" /><Relationship Type="http://schemas.openxmlformats.org/officeDocument/2006/relationships/slide" Target="/ppt/slides/slide108.xml" Id="Rbee4939de951458c" /><Relationship Type="http://schemas.openxmlformats.org/officeDocument/2006/relationships/slide" Target="/ppt/slides/slide109.xml" Id="R72f2e6658e354a73" /><Relationship Type="http://schemas.openxmlformats.org/officeDocument/2006/relationships/slide" Target="/ppt/slides/slide110.xml" Id="Rb76c0cf077dd42fa" /><Relationship Type="http://schemas.openxmlformats.org/officeDocument/2006/relationships/slide" Target="/ppt/slides/slide111.xml" Id="R75bf3b53ca86405b" /><Relationship Type="http://schemas.openxmlformats.org/officeDocument/2006/relationships/slide" Target="/ppt/slides/slide112.xml" Id="R5b874edc7e324c39" /><Relationship Type="http://schemas.openxmlformats.org/officeDocument/2006/relationships/slide" Target="/ppt/slides/slide113.xml" Id="R07c1684a0c6a48b7" /><Relationship Type="http://schemas.openxmlformats.org/officeDocument/2006/relationships/slide" Target="/ppt/slides/slide114.xml" Id="Re28943192bbb4a12" /><Relationship Type="http://schemas.openxmlformats.org/officeDocument/2006/relationships/slide" Target="/ppt/slides/slide115.xml" Id="Rf62aa8b81335474f" /><Relationship Type="http://schemas.openxmlformats.org/officeDocument/2006/relationships/slide" Target="/ppt/slides/slide116.xml" Id="R9fd92ccbd5ee4865" /><Relationship Type="http://schemas.openxmlformats.org/officeDocument/2006/relationships/slide" Target="/ppt/slides/slide117.xml" Id="R417113a121494603" /><Relationship Type="http://schemas.openxmlformats.org/officeDocument/2006/relationships/slide" Target="/ppt/slides/slide118.xml" Id="Ra02c6ab6e0fe433c" /><Relationship Type="http://schemas.openxmlformats.org/officeDocument/2006/relationships/slide" Target="/ppt/slides/slide119.xml" Id="R181bcee50cc848db" /><Relationship Type="http://schemas.openxmlformats.org/officeDocument/2006/relationships/slide" Target="/ppt/slides/slide120.xml" Id="Rfe43a3f813c2405b" /><Relationship Type="http://schemas.openxmlformats.org/officeDocument/2006/relationships/slide" Target="/ppt/slides/slide121.xml" Id="R7277b0eda8bb4bfb" /><Relationship Type="http://schemas.openxmlformats.org/officeDocument/2006/relationships/slide" Target="/ppt/slides/slide122.xml" Id="Rf8bce4946b9642c4" /><Relationship Type="http://schemas.openxmlformats.org/officeDocument/2006/relationships/slide" Target="/ppt/slides/slide123.xml" Id="R3e2dac919f504f95" /><Relationship Type="http://schemas.openxmlformats.org/officeDocument/2006/relationships/slide" Target="/ppt/slides/slide124.xml" Id="R158f2e0b5bc140f6" /><Relationship Type="http://schemas.openxmlformats.org/officeDocument/2006/relationships/slide" Target="/ppt/slides/slide125.xml" Id="Rda7f75470d954b8c" /><Relationship Type="http://schemas.openxmlformats.org/officeDocument/2006/relationships/slide" Target="/ppt/slides/slide126.xml" Id="R517b7a00db02474b" /><Relationship Type="http://schemas.openxmlformats.org/officeDocument/2006/relationships/slide" Target="/ppt/slides/slide127.xml" Id="R827f484f7786492a" /><Relationship Type="http://schemas.openxmlformats.org/officeDocument/2006/relationships/slide" Target="/ppt/slides/slide128.xml" Id="R6f08636547604376" /><Relationship Type="http://schemas.openxmlformats.org/officeDocument/2006/relationships/slide" Target="/ppt/slides/slide129.xml" Id="R8b5d87e9a3ac4a69" /><Relationship Type="http://schemas.openxmlformats.org/officeDocument/2006/relationships/slide" Target="/ppt/slides/slide130.xml" Id="Rc36fa5e36a2d4df3" /><Relationship Type="http://schemas.openxmlformats.org/officeDocument/2006/relationships/slide" Target="/ppt/slides/slide131.xml" Id="R3a179b69c4794658" /><Relationship Type="http://schemas.openxmlformats.org/officeDocument/2006/relationships/slide" Target="/ppt/slides/slide132.xml" Id="R5853257ef0094b2c" /><Relationship Type="http://schemas.openxmlformats.org/officeDocument/2006/relationships/slide" Target="/ppt/slides/slide133.xml" Id="Rf4113ac73a2741c0" /><Relationship Type="http://schemas.openxmlformats.org/officeDocument/2006/relationships/slide" Target="/ppt/slides/slide134.xml" Id="R611a28780abd4b55" /><Relationship Type="http://schemas.openxmlformats.org/officeDocument/2006/relationships/slide" Target="/ppt/slides/slide135.xml" Id="R1d7e0e28bfb64a50" /><Relationship Type="http://schemas.openxmlformats.org/officeDocument/2006/relationships/slide" Target="/ppt/slides/slide136.xml" Id="R75f759c9947c42a4" /><Relationship Type="http://schemas.openxmlformats.org/officeDocument/2006/relationships/slide" Target="/ppt/slides/slide137.xml" Id="R3ece5c6e1f884b45" /><Relationship Type="http://schemas.openxmlformats.org/officeDocument/2006/relationships/slide" Target="/ppt/slides/slide138.xml" Id="R441cddf9a7994cc4" /><Relationship Type="http://schemas.openxmlformats.org/officeDocument/2006/relationships/slide" Target="/ppt/slides/slide139.xml" Id="R3e1314450092428a" /><Relationship Type="http://schemas.openxmlformats.org/officeDocument/2006/relationships/slide" Target="/ppt/slides/slide140.xml" Id="R7867b5472ed74e99" /><Relationship Type="http://schemas.openxmlformats.org/officeDocument/2006/relationships/slide" Target="/ppt/slides/slide141.xml" Id="Rd8ec34a0577d4466" /><Relationship Type="http://schemas.openxmlformats.org/officeDocument/2006/relationships/slide" Target="/ppt/slides/slide142.xml" Id="R9af2b453de89494a" /><Relationship Type="http://schemas.openxmlformats.org/officeDocument/2006/relationships/slide" Target="/ppt/slides/slide143.xml" Id="Rb97aa13567064c1c" /><Relationship Type="http://schemas.openxmlformats.org/officeDocument/2006/relationships/slide" Target="/ppt/slides/slide144.xml" Id="Rd074e5b5b2fa4d04" /><Relationship Type="http://schemas.openxmlformats.org/officeDocument/2006/relationships/slide" Target="/ppt/slides/slide145.xml" Id="R0eb94391a2684161" /><Relationship Type="http://schemas.openxmlformats.org/officeDocument/2006/relationships/slide" Target="/ppt/slides/slide146.xml" Id="Re874cea0ec0347f9" /><Relationship Type="http://schemas.openxmlformats.org/officeDocument/2006/relationships/slide" Target="/ppt/slides/slide147.xml" Id="Rae11559f038a4566" /><Relationship Type="http://schemas.openxmlformats.org/officeDocument/2006/relationships/slide" Target="/ppt/slides/slide148.xml" Id="R1041d84860d8459a" /><Relationship Type="http://schemas.openxmlformats.org/officeDocument/2006/relationships/slide" Target="/ppt/slides/slide149.xml" Id="R3e673b12afa94726" /><Relationship Type="http://schemas.openxmlformats.org/officeDocument/2006/relationships/slide" Target="/ppt/slides/slide150.xml" Id="Rf0ee731f6fc64e78" /><Relationship Type="http://schemas.openxmlformats.org/officeDocument/2006/relationships/slide" Target="/ppt/slides/slide151.xml" Id="R0c282f110b3046d5" /><Relationship Type="http://schemas.openxmlformats.org/officeDocument/2006/relationships/slide" Target="/ppt/slides/slide152.xml" Id="R95317512958d4264" /><Relationship Type="http://schemas.openxmlformats.org/officeDocument/2006/relationships/slide" Target="/ppt/slides/slide153.xml" Id="R1b1a4536d7e94cf2" /><Relationship Type="http://schemas.openxmlformats.org/officeDocument/2006/relationships/slide" Target="/ppt/slides/slide154.xml" Id="R5102f545e94040c8" /><Relationship Type="http://schemas.openxmlformats.org/officeDocument/2006/relationships/slide" Target="/ppt/slides/slide155.xml" Id="Rd06fd76936994a98" /><Relationship Type="http://schemas.openxmlformats.org/officeDocument/2006/relationships/slide" Target="/ppt/slides/slide156.xml" Id="R9b01809d8d4646b9" /><Relationship Type="http://schemas.openxmlformats.org/officeDocument/2006/relationships/slide" Target="/ppt/slides/slide157.xml" Id="R5b52c83e3abc41c4" /><Relationship Type="http://schemas.openxmlformats.org/officeDocument/2006/relationships/slide" Target="/ppt/slides/slide158.xml" Id="Rfbd1aba94918439e" /><Relationship Type="http://schemas.openxmlformats.org/officeDocument/2006/relationships/slide" Target="/ppt/slides/slide159.xml" Id="Rc7533d264c724667" /><Relationship Type="http://schemas.openxmlformats.org/officeDocument/2006/relationships/slide" Target="/ppt/slides/slide160.xml" Id="R468a72826fb74156" /><Relationship Type="http://schemas.openxmlformats.org/officeDocument/2006/relationships/slide" Target="/ppt/slides/slide161.xml" Id="Reb5a4caea4514fec" /><Relationship Type="http://schemas.openxmlformats.org/officeDocument/2006/relationships/slide" Target="/ppt/slides/slide162.xml" Id="R1526dae34fc74ca8" /><Relationship Type="http://schemas.openxmlformats.org/officeDocument/2006/relationships/slide" Target="/ppt/slides/slide163.xml" Id="Rd4bb7a3ae4a3499e" /><Relationship Type="http://schemas.openxmlformats.org/officeDocument/2006/relationships/slide" Target="/ppt/slides/slide164.xml" Id="R14a5e9abb5c54210" /><Relationship Type="http://schemas.openxmlformats.org/officeDocument/2006/relationships/slide" Target="/ppt/slides/slide165.xml" Id="R8d015119db624ef8" /><Relationship Type="http://schemas.openxmlformats.org/officeDocument/2006/relationships/slide" Target="/ppt/slides/slide166.xml" Id="Re4ef05cbae104fba" /><Relationship Type="http://schemas.openxmlformats.org/officeDocument/2006/relationships/slide" Target="/ppt/slides/slide167.xml" Id="R98682a746f8f438a" /><Relationship Type="http://schemas.openxmlformats.org/officeDocument/2006/relationships/slide" Target="/ppt/slides/slide168.xml" Id="R0f5a82ec8b1b476c" /><Relationship Type="http://schemas.openxmlformats.org/officeDocument/2006/relationships/slide" Target="/ppt/slides/slide169.xml" Id="R1642d0a6fe184cfe" /><Relationship Type="http://schemas.openxmlformats.org/officeDocument/2006/relationships/slide" Target="/ppt/slides/slide170.xml" Id="R5dc64ea5d0d74386" /><Relationship Type="http://schemas.openxmlformats.org/officeDocument/2006/relationships/slide" Target="/ppt/slides/slide171.xml" Id="R6217bf8c77234c7a" /><Relationship Type="http://schemas.openxmlformats.org/officeDocument/2006/relationships/slide" Target="/ppt/slides/slide172.xml" Id="R7d7f32e67b6a4444" /><Relationship Type="http://schemas.openxmlformats.org/officeDocument/2006/relationships/slide" Target="/ppt/slides/slide173.xml" Id="R8c716c9db5ad4ce4" /><Relationship Type="http://schemas.openxmlformats.org/officeDocument/2006/relationships/slide" Target="/ppt/slides/slide174.xml" Id="R445653e3745642c3" /><Relationship Type="http://schemas.openxmlformats.org/officeDocument/2006/relationships/slide" Target="/ppt/slides/slide175.xml" Id="R28572d7d5e46493c" /><Relationship Type="http://schemas.openxmlformats.org/officeDocument/2006/relationships/slide" Target="/ppt/slides/slide176.xml" Id="R157170ed92a74447" /><Relationship Type="http://schemas.openxmlformats.org/officeDocument/2006/relationships/slide" Target="/ppt/slides/slide177.xml" Id="Raa4527a9a88c498f" /><Relationship Type="http://schemas.openxmlformats.org/officeDocument/2006/relationships/slide" Target="/ppt/slides/slide178.xml" Id="Rbf5ede6c4f8c4331" /><Relationship Type="http://schemas.openxmlformats.org/officeDocument/2006/relationships/slide" Target="/ppt/slides/slide179.xml" Id="R8949fa532a154219" /><Relationship Type="http://schemas.openxmlformats.org/officeDocument/2006/relationships/slide" Target="/ppt/slides/slide180.xml" Id="R6ece82d1acb0426e" /><Relationship Type="http://schemas.openxmlformats.org/officeDocument/2006/relationships/slide" Target="/ppt/slides/slide181.xml" Id="R365c008626594dbb" /><Relationship Type="http://schemas.openxmlformats.org/officeDocument/2006/relationships/slide" Target="/ppt/slides/slide182.xml" Id="Rb28a0dfd76704f8b" /><Relationship Type="http://schemas.openxmlformats.org/officeDocument/2006/relationships/slide" Target="/ppt/slides/slide183.xml" Id="R669593653b174d01" /><Relationship Type="http://schemas.openxmlformats.org/officeDocument/2006/relationships/slide" Target="/ppt/slides/slide184.xml" Id="R2ffeae2ca72448ab" /><Relationship Type="http://schemas.openxmlformats.org/officeDocument/2006/relationships/slide" Target="/ppt/slides/slide185.xml" Id="R4d2cd08b09084635" /><Relationship Type="http://schemas.openxmlformats.org/officeDocument/2006/relationships/slide" Target="/ppt/slides/slide186.xml" Id="R6b4109840f464fdc" /><Relationship Type="http://schemas.openxmlformats.org/officeDocument/2006/relationships/slide" Target="/ppt/slides/slide187.xml" Id="Rb5ffa78a07d14d92" /><Relationship Type="http://schemas.openxmlformats.org/officeDocument/2006/relationships/slide" Target="/ppt/slides/slide188.xml" Id="Rf545bd0d11f740a3" /><Relationship Type="http://schemas.openxmlformats.org/officeDocument/2006/relationships/slide" Target="/ppt/slides/slide189.xml" Id="Rb2ee31f21fe5452a" /><Relationship Type="http://schemas.openxmlformats.org/officeDocument/2006/relationships/slide" Target="/ppt/slides/slide190.xml" Id="Rd5d1a29a8ee54db6" /><Relationship Type="http://schemas.openxmlformats.org/officeDocument/2006/relationships/slide" Target="/ppt/slides/slide191.xml" Id="Reb260d6ab65e49b7" /><Relationship Type="http://schemas.openxmlformats.org/officeDocument/2006/relationships/slide" Target="/ppt/slides/slide192.xml" Id="R2aa2a525576449a3" /><Relationship Type="http://schemas.openxmlformats.org/officeDocument/2006/relationships/slide" Target="/ppt/slides/slide193.xml" Id="R4adf4c581c1344ed" /><Relationship Type="http://schemas.openxmlformats.org/officeDocument/2006/relationships/slide" Target="/ppt/slides/slide194.xml" Id="Re2a5174f46d74d4b" /><Relationship Type="http://schemas.openxmlformats.org/officeDocument/2006/relationships/slide" Target="/ppt/slides/slide195.xml" Id="Rb7c5e61392ca4ed9" /><Relationship Type="http://schemas.openxmlformats.org/officeDocument/2006/relationships/slide" Target="/ppt/slides/slide196.xml" Id="Rd26d444db7c2426f" /><Relationship Type="http://schemas.openxmlformats.org/officeDocument/2006/relationships/slide" Target="/ppt/slides/slide197.xml" Id="R6ab2ccfd87734056" /><Relationship Type="http://schemas.openxmlformats.org/officeDocument/2006/relationships/slide" Target="/ppt/slides/slide198.xml" Id="Rfe2f47828d214240" /><Relationship Type="http://schemas.openxmlformats.org/officeDocument/2006/relationships/slide" Target="/ppt/slides/slide199.xml" Id="Rb1e5c62e2e444ec6" /><Relationship Type="http://schemas.openxmlformats.org/officeDocument/2006/relationships/slide" Target="/ppt/slides/slide200.xml" Id="R59b6050f66b04adf" /><Relationship Type="http://schemas.openxmlformats.org/officeDocument/2006/relationships/slide" Target="/ppt/slides/slide201.xml" Id="Rd97dfc646dcd4411" /><Relationship Type="http://schemas.openxmlformats.org/officeDocument/2006/relationships/slide" Target="/ppt/slides/slide202.xml" Id="R19c44641d3e846c9" /><Relationship Type="http://schemas.openxmlformats.org/officeDocument/2006/relationships/slide" Target="/ppt/slides/slide203.xml" Id="Rec0bb9706a804cb7" /><Relationship Type="http://schemas.openxmlformats.org/officeDocument/2006/relationships/slide" Target="/ppt/slides/slide204.xml" Id="R9103b2fcb3404c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fd50d644204f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7e8aaf9ab44ee1" /><Relationship Type="http://schemas.openxmlformats.org/officeDocument/2006/relationships/notesMaster" Target="/ppt/notesMasters/notesMaster1.xml" Id="Rc86b0ed1e2224d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ede4e2ac3d4a52" /><Relationship Type="http://schemas.openxmlformats.org/officeDocument/2006/relationships/notesMaster" Target="/ppt/notesMasters/notesMaster1.xml" Id="R77b31c42f50d43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d8d9bbd0674f73" /><Relationship Type="http://schemas.openxmlformats.org/officeDocument/2006/relationships/notesMaster" Target="/ppt/notesMasters/notesMaster1.xml" Id="Rc17271f60aa14e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2f71f319e14ad1" /><Relationship Type="http://schemas.openxmlformats.org/officeDocument/2006/relationships/notesMaster" Target="/ppt/notesMasters/notesMaster1.xml" Id="Rd741187d11ac45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06e58eb8384a8d" /><Relationship Type="http://schemas.openxmlformats.org/officeDocument/2006/relationships/notesMaster" Target="/ppt/notesMasters/notesMaster1.xml" Id="R3d3908903a664e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c6690502674961" /><Relationship Type="http://schemas.openxmlformats.org/officeDocument/2006/relationships/notesMaster" Target="/ppt/notesMasters/notesMaster1.xml" Id="Rcbc8731f9a3b4e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0732eae83e4339" /><Relationship Type="http://schemas.openxmlformats.org/officeDocument/2006/relationships/notesMaster" Target="/ppt/notesMasters/notesMaster1.xml" Id="Ra4f279f314434a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cf1e055b85401b" /><Relationship Type="http://schemas.openxmlformats.org/officeDocument/2006/relationships/notesMaster" Target="/ppt/notesMasters/notesMaster1.xml" Id="Rc834c2ecb3214c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4c7acd04d2477a" /><Relationship Type="http://schemas.openxmlformats.org/officeDocument/2006/relationships/notesMaster" Target="/ppt/notesMasters/notesMaster1.xml" Id="R23a2dbcf398744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73daec04c24a9b" /><Relationship Type="http://schemas.openxmlformats.org/officeDocument/2006/relationships/notesMaster" Target="/ppt/notesMasters/notesMaster1.xml" Id="Ra326572ecbe44b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66425379dd43c6" /><Relationship Type="http://schemas.openxmlformats.org/officeDocument/2006/relationships/notesMaster" Target="/ppt/notesMasters/notesMaster1.xml" Id="R73f478f1fe1a48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34143481344926" /><Relationship Type="http://schemas.openxmlformats.org/officeDocument/2006/relationships/notesMaster" Target="/ppt/notesMasters/notesMaster1.xml" Id="Rf9f2e91037a742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1e52e5f2ad43f9" /><Relationship Type="http://schemas.openxmlformats.org/officeDocument/2006/relationships/notesMaster" Target="/ppt/notesMasters/notesMaster1.xml" Id="Ra056571adbd047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8a8921f75a4b27" /><Relationship Type="http://schemas.openxmlformats.org/officeDocument/2006/relationships/notesMaster" Target="/ppt/notesMasters/notesMaster1.xml" Id="Re5757ca65c4148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66ea807833485a" /><Relationship Type="http://schemas.openxmlformats.org/officeDocument/2006/relationships/notesMaster" Target="/ppt/notesMasters/notesMaster1.xml" Id="R8040588b595144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3d5ef05f0f84077" /><Relationship Type="http://schemas.openxmlformats.org/officeDocument/2006/relationships/notesMaster" Target="/ppt/notesMasters/notesMaster1.xml" Id="R5817c7cb23004e1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3f9f9dce3084944" /><Relationship Type="http://schemas.openxmlformats.org/officeDocument/2006/relationships/notesMaster" Target="/ppt/notesMasters/notesMaster1.xml" Id="R2bc56c40c0c3445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2e3fdb03df145e7" /><Relationship Type="http://schemas.openxmlformats.org/officeDocument/2006/relationships/notesMaster" Target="/ppt/notesMasters/notesMaster1.xml" Id="R3305baab904249f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7d0a63ec9064144" /><Relationship Type="http://schemas.openxmlformats.org/officeDocument/2006/relationships/notesMaster" Target="/ppt/notesMasters/notesMaster1.xml" Id="R57670509e1af4ae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35e20f1f77a4c3b" /><Relationship Type="http://schemas.openxmlformats.org/officeDocument/2006/relationships/notesMaster" Target="/ppt/notesMasters/notesMaster1.xml" Id="R20470446974f477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b11b9939c1e4645" /><Relationship Type="http://schemas.openxmlformats.org/officeDocument/2006/relationships/notesMaster" Target="/ppt/notesMasters/notesMaster1.xml" Id="R9e55bbf86ca0478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c4ae221415d43e5" /><Relationship Type="http://schemas.openxmlformats.org/officeDocument/2006/relationships/notesMaster" Target="/ppt/notesMasters/notesMaster1.xml" Id="Rd91f54afd32346f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f09dc6c4040408a" /><Relationship Type="http://schemas.openxmlformats.org/officeDocument/2006/relationships/notesMaster" Target="/ppt/notesMasters/notesMaster1.xml" Id="Rd478bda379174ce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624aa5cbbc64d09" /><Relationship Type="http://schemas.openxmlformats.org/officeDocument/2006/relationships/notesMaster" Target="/ppt/notesMasters/notesMaster1.xml" Id="R833aa3f1cdc843c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4b3ac8416dc4bf2" /><Relationship Type="http://schemas.openxmlformats.org/officeDocument/2006/relationships/notesMaster" Target="/ppt/notesMasters/notesMaster1.xml" Id="Rc73c077a41214a8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7fee6f4f91b47ec" /><Relationship Type="http://schemas.openxmlformats.org/officeDocument/2006/relationships/notesMaster" Target="/ppt/notesMasters/notesMaster1.xml" Id="R5d78b20a7ffc448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cc6702e8a134c00" /><Relationship Type="http://schemas.openxmlformats.org/officeDocument/2006/relationships/notesMaster" Target="/ppt/notesMasters/notesMaster1.xml" Id="Re8ca0c4eb091440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9073d3c20214a48" /><Relationship Type="http://schemas.openxmlformats.org/officeDocument/2006/relationships/notesMaster" Target="/ppt/notesMasters/notesMaster1.xml" Id="R728cf45049114c9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7b2c294fe0448cc" /><Relationship Type="http://schemas.openxmlformats.org/officeDocument/2006/relationships/notesMaster" Target="/ppt/notesMasters/notesMaster1.xml" Id="R6af3e6d458ce44d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cd77ee7a3964329" /><Relationship Type="http://schemas.openxmlformats.org/officeDocument/2006/relationships/notesMaster" Target="/ppt/notesMasters/notesMaster1.xml" Id="R7d2da928fdd047b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b1e276e038e4145" /><Relationship Type="http://schemas.openxmlformats.org/officeDocument/2006/relationships/notesMaster" Target="/ppt/notesMasters/notesMaster1.xml" Id="Rf92515f4c5a644f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b6702c843c44836" /><Relationship Type="http://schemas.openxmlformats.org/officeDocument/2006/relationships/notesMaster" Target="/ppt/notesMasters/notesMaster1.xml" Id="Raa17b01a678f46a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e2c520c19e74cd2" /><Relationship Type="http://schemas.openxmlformats.org/officeDocument/2006/relationships/notesMaster" Target="/ppt/notesMasters/notesMaster1.xml" Id="R2bec08ac7c134f6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daae7029d0d45e2" /><Relationship Type="http://schemas.openxmlformats.org/officeDocument/2006/relationships/notesMaster" Target="/ppt/notesMasters/notesMaster1.xml" Id="R389c71a25da642d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16d00bdc9c4447f" /><Relationship Type="http://schemas.openxmlformats.org/officeDocument/2006/relationships/notesMaster" Target="/ppt/notesMasters/notesMaster1.xml" Id="R2cc5f60af9d54be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15024ab838c4da5" /><Relationship Type="http://schemas.openxmlformats.org/officeDocument/2006/relationships/notesMaster" Target="/ppt/notesMasters/notesMaster1.xml" Id="Rd43a7896232b4d6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e8d4437f08c470e" /><Relationship Type="http://schemas.openxmlformats.org/officeDocument/2006/relationships/notesMaster" Target="/ppt/notesMasters/notesMaster1.xml" Id="Rfb20734055014a4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e7d1c175bef4f29" /><Relationship Type="http://schemas.openxmlformats.org/officeDocument/2006/relationships/notesMaster" Target="/ppt/notesMasters/notesMaster1.xml" Id="R80d94a01325b481d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54abdbf775541de" /><Relationship Type="http://schemas.openxmlformats.org/officeDocument/2006/relationships/notesMaster" Target="/ppt/notesMasters/notesMaster1.xml" Id="R3e3c293fa5e44d6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4e2e1b957ba4c5a" /><Relationship Type="http://schemas.openxmlformats.org/officeDocument/2006/relationships/notesMaster" Target="/ppt/notesMasters/notesMaster1.xml" Id="Re0612aea50894b3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f35c2b7515c46f6" /><Relationship Type="http://schemas.openxmlformats.org/officeDocument/2006/relationships/notesMaster" Target="/ppt/notesMasters/notesMaster1.xml" Id="R624e8f75d30a487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9e3c311258e4cc9" /><Relationship Type="http://schemas.openxmlformats.org/officeDocument/2006/relationships/notesMaster" Target="/ppt/notesMasters/notesMaster1.xml" Id="R61f19ecb6f1b4bb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93bce2bdca046db" /><Relationship Type="http://schemas.openxmlformats.org/officeDocument/2006/relationships/notesMaster" Target="/ppt/notesMasters/notesMaster1.xml" Id="R3b8d4862955849d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a8077940add457b" /><Relationship Type="http://schemas.openxmlformats.org/officeDocument/2006/relationships/notesMaster" Target="/ppt/notesMasters/notesMaster1.xml" Id="Rcfdee790a849421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d15b15d1af074b6b" /><Relationship Type="http://schemas.openxmlformats.org/officeDocument/2006/relationships/notesMaster" Target="/ppt/notesMasters/notesMaster1.xml" Id="R63284c1cbc9e446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cba69f7e53b4b5e" /><Relationship Type="http://schemas.openxmlformats.org/officeDocument/2006/relationships/notesMaster" Target="/ppt/notesMasters/notesMaster1.xml" Id="R2145fd4092f64c8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c5fc652792c44e3" /><Relationship Type="http://schemas.openxmlformats.org/officeDocument/2006/relationships/notesMaster" Target="/ppt/notesMasters/notesMaster1.xml" Id="R171e3d6614e74f4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ecdd0b95eec4624" /><Relationship Type="http://schemas.openxmlformats.org/officeDocument/2006/relationships/notesMaster" Target="/ppt/notesMasters/notesMaster1.xml" Id="R8ad103973b8f469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abb587c8b5a4d31" /><Relationship Type="http://schemas.openxmlformats.org/officeDocument/2006/relationships/notesMaster" Target="/ppt/notesMasters/notesMaster1.xml" Id="R790ec9b19b50407f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afca9512658f40e4" /><Relationship Type="http://schemas.openxmlformats.org/officeDocument/2006/relationships/notesMaster" Target="/ppt/notesMasters/notesMaster1.xml" Id="R9de4398ca97c4f7b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692a070a50141e8" /><Relationship Type="http://schemas.openxmlformats.org/officeDocument/2006/relationships/notesMaster" Target="/ppt/notesMasters/notesMaster1.xml" Id="R32168ef51504410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0ecf9cb2522842ce" /><Relationship Type="http://schemas.openxmlformats.org/officeDocument/2006/relationships/notesMaster" Target="/ppt/notesMasters/notesMaster1.xml" Id="Ra28c34ab7b5b451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841b987e6b904c63" /><Relationship Type="http://schemas.openxmlformats.org/officeDocument/2006/relationships/notesMaster" Target="/ppt/notesMasters/notesMaster1.xml" Id="R218ed8fb08224c06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47ba0b65200414b" /><Relationship Type="http://schemas.openxmlformats.org/officeDocument/2006/relationships/notesMaster" Target="/ppt/notesMasters/notesMaster1.xml" Id="R9f282a71d34e4ce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b9518731870041fb" /><Relationship Type="http://schemas.openxmlformats.org/officeDocument/2006/relationships/notesMaster" Target="/ppt/notesMasters/notesMaster1.xml" Id="R6fa451a34f0047e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77932bbad0547df" /><Relationship Type="http://schemas.openxmlformats.org/officeDocument/2006/relationships/notesMaster" Target="/ppt/notesMasters/notesMaster1.xml" Id="R04529a872d0645ff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2c83f755770542b2" /><Relationship Type="http://schemas.openxmlformats.org/officeDocument/2006/relationships/notesMaster" Target="/ppt/notesMasters/notesMaster1.xml" Id="Re8adb3f9a77b45a0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3d0bceb0b1e5431e" /><Relationship Type="http://schemas.openxmlformats.org/officeDocument/2006/relationships/notesMaster" Target="/ppt/notesMasters/notesMaster1.xml" Id="Re574a2eb1e86464a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97dff70e78a4ce3" /><Relationship Type="http://schemas.openxmlformats.org/officeDocument/2006/relationships/notesMaster" Target="/ppt/notesMasters/notesMaster1.xml" Id="R81aa446e1ab74fed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e0c077c4988e44b5" /><Relationship Type="http://schemas.openxmlformats.org/officeDocument/2006/relationships/notesMaster" Target="/ppt/notesMasters/notesMaster1.xml" Id="Ra203b8c8ddba4044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7fb7691d601f41d3" /><Relationship Type="http://schemas.openxmlformats.org/officeDocument/2006/relationships/notesMaster" Target="/ppt/notesMasters/notesMaster1.xml" Id="Rda0645c509074fd1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eb829e7275bf4bc9" /><Relationship Type="http://schemas.openxmlformats.org/officeDocument/2006/relationships/notesMaster" Target="/ppt/notesMasters/notesMaster1.xml" Id="R5e374fa4c2824924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5cbdd4843ddd45c8" /><Relationship Type="http://schemas.openxmlformats.org/officeDocument/2006/relationships/notesMaster" Target="/ppt/notesMasters/notesMaster1.xml" Id="Rb80aff50c9534d3d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6469a094c20c44ed" /><Relationship Type="http://schemas.openxmlformats.org/officeDocument/2006/relationships/notesMaster" Target="/ppt/notesMasters/notesMaster1.xml" Id="R1c256ab679ea4723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b9e947edcb9c413b" /><Relationship Type="http://schemas.openxmlformats.org/officeDocument/2006/relationships/notesMaster" Target="/ppt/notesMasters/notesMaster1.xml" Id="R0fc4109f61274fd8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f7a048d7579042cb" /><Relationship Type="http://schemas.openxmlformats.org/officeDocument/2006/relationships/notesMaster" Target="/ppt/notesMasters/notesMaster1.xml" Id="R32de2aa9c4db4797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796fc3e1a9844703" /><Relationship Type="http://schemas.openxmlformats.org/officeDocument/2006/relationships/notesMaster" Target="/ppt/notesMasters/notesMaster1.xml" Id="R166eff65b4e04ba1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6b8fbeeec9b748fb" /><Relationship Type="http://schemas.openxmlformats.org/officeDocument/2006/relationships/notesMaster" Target="/ppt/notesMasters/notesMaster1.xml" Id="Rfa3ea0532de648f0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34c77a21ca604f83" /><Relationship Type="http://schemas.openxmlformats.org/officeDocument/2006/relationships/notesMaster" Target="/ppt/notesMasters/notesMaster1.xml" Id="Rc3daf4a013384d94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9e923458580d41ce" /><Relationship Type="http://schemas.openxmlformats.org/officeDocument/2006/relationships/notesMaster" Target="/ppt/notesMasters/notesMaster1.xml" Id="Ref7d164619784169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8d6c8f32c19941ee" /><Relationship Type="http://schemas.openxmlformats.org/officeDocument/2006/relationships/notesMaster" Target="/ppt/notesMasters/notesMaster1.xml" Id="R1583aa188ec54d49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273cab91186e4c88" /><Relationship Type="http://schemas.openxmlformats.org/officeDocument/2006/relationships/notesMaster" Target="/ppt/notesMasters/notesMaster1.xml" Id="R85af597975774fe2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36568b87ca264fa3" /><Relationship Type="http://schemas.openxmlformats.org/officeDocument/2006/relationships/notesMaster" Target="/ppt/notesMasters/notesMaster1.xml" Id="Rb3386f19e992426d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72e96335edf94afd" /><Relationship Type="http://schemas.openxmlformats.org/officeDocument/2006/relationships/notesMaster" Target="/ppt/notesMasters/notesMaster1.xml" Id="Rf51c1541b8fb43ec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4cac0c52b9ca401e" /><Relationship Type="http://schemas.openxmlformats.org/officeDocument/2006/relationships/notesMaster" Target="/ppt/notesMasters/notesMaster1.xml" Id="R7f9437096db545a9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3945eeb50774476e" /><Relationship Type="http://schemas.openxmlformats.org/officeDocument/2006/relationships/notesMaster" Target="/ppt/notesMasters/notesMaster1.xml" Id="R7335abc803c24cda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e5a3b1b1ec03480f" /><Relationship Type="http://schemas.openxmlformats.org/officeDocument/2006/relationships/notesMaster" Target="/ppt/notesMasters/notesMaster1.xml" Id="Ra2544331aa0246db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8e092faa9c3542bf" /><Relationship Type="http://schemas.openxmlformats.org/officeDocument/2006/relationships/notesMaster" Target="/ppt/notesMasters/notesMaster1.xml" Id="R5c82fe1076a84e04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8bf18a9121204071" /><Relationship Type="http://schemas.openxmlformats.org/officeDocument/2006/relationships/notesMaster" Target="/ppt/notesMasters/notesMaster1.xml" Id="R055ccf11dd59479f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555ba97224f54a69" /><Relationship Type="http://schemas.openxmlformats.org/officeDocument/2006/relationships/notesMaster" Target="/ppt/notesMasters/notesMaster1.xml" Id="Rc5d2d4cc91c84480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45bf6ce186344bdf" /><Relationship Type="http://schemas.openxmlformats.org/officeDocument/2006/relationships/notesMaster" Target="/ppt/notesMasters/notesMaster1.xml" Id="R0447eec50bf9463f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bc53eab208f84709" /><Relationship Type="http://schemas.openxmlformats.org/officeDocument/2006/relationships/notesMaster" Target="/ppt/notesMasters/notesMaster1.xml" Id="Rab7fe562d53c419e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b7ccd706b9af4a3d" /><Relationship Type="http://schemas.openxmlformats.org/officeDocument/2006/relationships/notesMaster" Target="/ppt/notesMasters/notesMaster1.xml" Id="R05f123e48c1c43fb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153d32025c2d4d79" /><Relationship Type="http://schemas.openxmlformats.org/officeDocument/2006/relationships/notesMaster" Target="/ppt/notesMasters/notesMaster1.xml" Id="R00a23de5ecff4a10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6e6f106984b049e0" /><Relationship Type="http://schemas.openxmlformats.org/officeDocument/2006/relationships/notesMaster" Target="/ppt/notesMasters/notesMaster1.xml" Id="R9291a90149de472a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2555f10187ef4f82" /><Relationship Type="http://schemas.openxmlformats.org/officeDocument/2006/relationships/notesMaster" Target="/ppt/notesMasters/notesMaster1.xml" Id="Rfad2812aa0244b4d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075bffc24d434b03" /><Relationship Type="http://schemas.openxmlformats.org/officeDocument/2006/relationships/notesMaster" Target="/ppt/notesMasters/notesMaster1.xml" Id="R87f0f0e2a28b47af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8824174ef87444bd" /><Relationship Type="http://schemas.openxmlformats.org/officeDocument/2006/relationships/notesMaster" Target="/ppt/notesMasters/notesMaster1.xml" Id="R964e263ccb2e4721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8a46b9a6651f46b5" /><Relationship Type="http://schemas.openxmlformats.org/officeDocument/2006/relationships/notesMaster" Target="/ppt/notesMasters/notesMaster1.xml" Id="Rdf2d1d0dfc57473c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8b1c6aec79a740e4" /><Relationship Type="http://schemas.openxmlformats.org/officeDocument/2006/relationships/notesMaster" Target="/ppt/notesMasters/notesMaster1.xml" Id="Rc12809897a2f4582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1c0ba1b67f0f46a5" /><Relationship Type="http://schemas.openxmlformats.org/officeDocument/2006/relationships/notesMaster" Target="/ppt/notesMasters/notesMaster1.xml" Id="Rcf78a7cfbfb84be3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c0716503027044e6" /><Relationship Type="http://schemas.openxmlformats.org/officeDocument/2006/relationships/notesMaster" Target="/ppt/notesMasters/notesMaster1.xml" Id="Re21aeced8ac2405b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f2ce3a9693f94fe1" /><Relationship Type="http://schemas.openxmlformats.org/officeDocument/2006/relationships/notesMaster" Target="/ppt/notesMasters/notesMaster1.xml" Id="R5462f9662570437c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ebcd5897606240da" /><Relationship Type="http://schemas.openxmlformats.org/officeDocument/2006/relationships/notesMaster" Target="/ppt/notesMasters/notesMaster1.xml" Id="R4d27032c478b47f2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fc704096d4a5476e" /><Relationship Type="http://schemas.openxmlformats.org/officeDocument/2006/relationships/notesMaster" Target="/ppt/notesMasters/notesMaster1.xml" Id="R7780ddf764b041e5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ec48ef654769472f" /><Relationship Type="http://schemas.openxmlformats.org/officeDocument/2006/relationships/notesMaster" Target="/ppt/notesMasters/notesMaster1.xml" Id="Rc2a246f695e747d6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0513c0793cf74a8f" /><Relationship Type="http://schemas.openxmlformats.org/officeDocument/2006/relationships/notesMaster" Target="/ppt/notesMasters/notesMaster1.xml" Id="R65bd641d68504bf0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bf4840252d8346c6" /><Relationship Type="http://schemas.openxmlformats.org/officeDocument/2006/relationships/notesMaster" Target="/ppt/notesMasters/notesMaster1.xml" Id="R3828e5d03dec4259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eefc622d4a024b2f" /><Relationship Type="http://schemas.openxmlformats.org/officeDocument/2006/relationships/notesMaster" Target="/ppt/notesMasters/notesMaster1.xml" Id="R3f6235feca50470d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dfce66e8a83c4d89" /><Relationship Type="http://schemas.openxmlformats.org/officeDocument/2006/relationships/notesMaster" Target="/ppt/notesMasters/notesMaster1.xml" Id="Re6e091f6e08e4e66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75908e4d03f246c0" /><Relationship Type="http://schemas.openxmlformats.org/officeDocument/2006/relationships/notesMaster" Target="/ppt/notesMasters/notesMaster1.xml" Id="Rc266b133de5b4b74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42f60c9013f947e1" /><Relationship Type="http://schemas.openxmlformats.org/officeDocument/2006/relationships/notesMaster" Target="/ppt/notesMasters/notesMaster1.xml" Id="Rbf84e139ad3943e2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6788db7927b449c9" /><Relationship Type="http://schemas.openxmlformats.org/officeDocument/2006/relationships/notesMaster" Target="/ppt/notesMasters/notesMaster1.xml" Id="R530f7d1aec594c5b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6ff395244ff54773" /><Relationship Type="http://schemas.openxmlformats.org/officeDocument/2006/relationships/notesMaster" Target="/ppt/notesMasters/notesMaster1.xml" Id="Rb0a65813f8bd466e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4fcb8969a67c4607" /><Relationship Type="http://schemas.openxmlformats.org/officeDocument/2006/relationships/notesMaster" Target="/ppt/notesMasters/notesMaster1.xml" Id="R36be9ab10874494f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8a96da04635e4d79" /><Relationship Type="http://schemas.openxmlformats.org/officeDocument/2006/relationships/notesMaster" Target="/ppt/notesMasters/notesMaster1.xml" Id="R7e9ed80139584686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14568747da674a77" /><Relationship Type="http://schemas.openxmlformats.org/officeDocument/2006/relationships/notesMaster" Target="/ppt/notesMasters/notesMaster1.xml" Id="Rb813e5cf35de469e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ee0fc221d351441a" /><Relationship Type="http://schemas.openxmlformats.org/officeDocument/2006/relationships/notesMaster" Target="/ppt/notesMasters/notesMaster1.xml" Id="R8199de0909104e15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35c6c581b9ab4bd0" /><Relationship Type="http://schemas.openxmlformats.org/officeDocument/2006/relationships/notesMaster" Target="/ppt/notesMasters/notesMaster1.xml" Id="R49b1ab9e050341bb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3e5fb3bea320467b" /><Relationship Type="http://schemas.openxmlformats.org/officeDocument/2006/relationships/notesMaster" Target="/ppt/notesMasters/notesMaster1.xml" Id="R77fcb18be77d4b17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8f3dd17b347b4033" /><Relationship Type="http://schemas.openxmlformats.org/officeDocument/2006/relationships/notesMaster" Target="/ppt/notesMasters/notesMaster1.xml" Id="Re19c810220d04a42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d6ddf9a1041d4079" /><Relationship Type="http://schemas.openxmlformats.org/officeDocument/2006/relationships/notesMaster" Target="/ppt/notesMasters/notesMaster1.xml" Id="Rc7dec9a7200b4020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d8dc4bd36c9e41fc" /><Relationship Type="http://schemas.openxmlformats.org/officeDocument/2006/relationships/notesMaster" Target="/ppt/notesMasters/notesMaster1.xml" Id="R03285a44b4a3488d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a826f36a397b46a8" /><Relationship Type="http://schemas.openxmlformats.org/officeDocument/2006/relationships/notesMaster" Target="/ppt/notesMasters/notesMaster1.xml" Id="Ra363f1bc7e494c8e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3c2f1c5c86cd4588" /><Relationship Type="http://schemas.openxmlformats.org/officeDocument/2006/relationships/notesMaster" Target="/ppt/notesMasters/notesMaster1.xml" Id="R9b98e95003aa4f32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bbf31e01e4444beb" /><Relationship Type="http://schemas.openxmlformats.org/officeDocument/2006/relationships/notesMaster" Target="/ppt/notesMasters/notesMaster1.xml" Id="R3c962825fd5a4fe3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25fe50241bc14978" /><Relationship Type="http://schemas.openxmlformats.org/officeDocument/2006/relationships/notesMaster" Target="/ppt/notesMasters/notesMaster1.xml" Id="R030a6d9b8d58454f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63cf80d215e847ba" /><Relationship Type="http://schemas.openxmlformats.org/officeDocument/2006/relationships/notesMaster" Target="/ppt/notesMasters/notesMaster1.xml" Id="R3b19787b61e74a1d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9e882e990daa4f09" /><Relationship Type="http://schemas.openxmlformats.org/officeDocument/2006/relationships/notesMaster" Target="/ppt/notesMasters/notesMaster1.xml" Id="Rf531624b80a344c6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3728673a5a8a4ea1" /><Relationship Type="http://schemas.openxmlformats.org/officeDocument/2006/relationships/notesMaster" Target="/ppt/notesMasters/notesMaster1.xml" Id="R8bb89bec063a466d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7388f31572fa4841" /><Relationship Type="http://schemas.openxmlformats.org/officeDocument/2006/relationships/notesMaster" Target="/ppt/notesMasters/notesMaster1.xml" Id="R64c9bc2417bf4169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60de4dbda4bd40c8" /><Relationship Type="http://schemas.openxmlformats.org/officeDocument/2006/relationships/notesMaster" Target="/ppt/notesMasters/notesMaster1.xml" Id="R82384ec3a3d04c57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8600542550bc4d8c" /><Relationship Type="http://schemas.openxmlformats.org/officeDocument/2006/relationships/notesMaster" Target="/ppt/notesMasters/notesMaster1.xml" Id="R50e25339196b4c32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d4ee799e55324ab2" /><Relationship Type="http://schemas.openxmlformats.org/officeDocument/2006/relationships/notesMaster" Target="/ppt/notesMasters/notesMaster1.xml" Id="Rf72b0097a42843ab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42f969ff6ee24605" /><Relationship Type="http://schemas.openxmlformats.org/officeDocument/2006/relationships/notesMaster" Target="/ppt/notesMasters/notesMaster1.xml" Id="R6f720425ac8f4fb0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d358a024f5f6451e" /><Relationship Type="http://schemas.openxmlformats.org/officeDocument/2006/relationships/notesMaster" Target="/ppt/notesMasters/notesMaster1.xml" Id="Ra893a48195764a43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baa2c10a0f414e07" /><Relationship Type="http://schemas.openxmlformats.org/officeDocument/2006/relationships/notesMaster" Target="/ppt/notesMasters/notesMaster1.xml" Id="R5579faabd71a406f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aaf3454da74d49e4" /><Relationship Type="http://schemas.openxmlformats.org/officeDocument/2006/relationships/notesMaster" Target="/ppt/notesMasters/notesMaster1.xml" Id="Rb836ca58e4694ae2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b5e333b2028744f9" /><Relationship Type="http://schemas.openxmlformats.org/officeDocument/2006/relationships/notesMaster" Target="/ppt/notesMasters/notesMaster1.xml" Id="Rfbe714cb0ba848cf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d27f66a266c6481a" /><Relationship Type="http://schemas.openxmlformats.org/officeDocument/2006/relationships/notesMaster" Target="/ppt/notesMasters/notesMaster1.xml" Id="Rb116b9aa7ef5494d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6b7acc924a9e4c09" /><Relationship Type="http://schemas.openxmlformats.org/officeDocument/2006/relationships/notesMaster" Target="/ppt/notesMasters/notesMaster1.xml" Id="R502e6184c4cc4f63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b5585ca0bf97414d" /><Relationship Type="http://schemas.openxmlformats.org/officeDocument/2006/relationships/notesMaster" Target="/ppt/notesMasters/notesMaster1.xml" Id="R9d5842894d964fac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b5f1547df7704340" /><Relationship Type="http://schemas.openxmlformats.org/officeDocument/2006/relationships/notesMaster" Target="/ppt/notesMasters/notesMaster1.xml" Id="R498fb5c81f634499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20805262a19f47e7" /><Relationship Type="http://schemas.openxmlformats.org/officeDocument/2006/relationships/notesMaster" Target="/ppt/notesMasters/notesMaster1.xml" Id="Rde061a3f1824453b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0f10ef8ccabb4ec2" /><Relationship Type="http://schemas.openxmlformats.org/officeDocument/2006/relationships/notesMaster" Target="/ppt/notesMasters/notesMaster1.xml" Id="R6240c3961f37442e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cb7a8861edb34397" /><Relationship Type="http://schemas.openxmlformats.org/officeDocument/2006/relationships/notesMaster" Target="/ppt/notesMasters/notesMaster1.xml" Id="R8c644fc6b3f34c41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3787c42a106e474a" /><Relationship Type="http://schemas.openxmlformats.org/officeDocument/2006/relationships/notesMaster" Target="/ppt/notesMasters/notesMaster1.xml" Id="R22ac9767a9594860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4f3fc70472ac46ab" /><Relationship Type="http://schemas.openxmlformats.org/officeDocument/2006/relationships/notesMaster" Target="/ppt/notesMasters/notesMaster1.xml" Id="Ra09700196edb425c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6e4302c1657e48bf" /><Relationship Type="http://schemas.openxmlformats.org/officeDocument/2006/relationships/notesMaster" Target="/ppt/notesMasters/notesMaster1.xml" Id="R95104761a56f4868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e68f95e6b7654d1d" /><Relationship Type="http://schemas.openxmlformats.org/officeDocument/2006/relationships/notesMaster" Target="/ppt/notesMasters/notesMaster1.xml" Id="R7711e2c3d7824108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be9b9fd71f554d53" /><Relationship Type="http://schemas.openxmlformats.org/officeDocument/2006/relationships/notesMaster" Target="/ppt/notesMasters/notesMaster1.xml" Id="R596d932808594154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bed617f142ba4153" /><Relationship Type="http://schemas.openxmlformats.org/officeDocument/2006/relationships/notesMaster" Target="/ppt/notesMasters/notesMaster1.xml" Id="Rd3ed17a2bbcb4e1a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58a99875892a46a1" /><Relationship Type="http://schemas.openxmlformats.org/officeDocument/2006/relationships/notesMaster" Target="/ppt/notesMasters/notesMaster1.xml" Id="R58ebaff53f4b4fe9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efc35ca8ade841d9" /><Relationship Type="http://schemas.openxmlformats.org/officeDocument/2006/relationships/notesMaster" Target="/ppt/notesMasters/notesMaster1.xml" Id="R152f56b3d0284001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511a8d291af2492d" /><Relationship Type="http://schemas.openxmlformats.org/officeDocument/2006/relationships/notesMaster" Target="/ppt/notesMasters/notesMaster1.xml" Id="Rdd48696d01e74247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ec52bfd5f3454b1f" /><Relationship Type="http://schemas.openxmlformats.org/officeDocument/2006/relationships/notesMaster" Target="/ppt/notesMasters/notesMaster1.xml" Id="R665cfc842d0a49cf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1a165477faf84c93" /><Relationship Type="http://schemas.openxmlformats.org/officeDocument/2006/relationships/notesMaster" Target="/ppt/notesMasters/notesMaster1.xml" Id="R393922a5d8c74292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5b8712b29c6444a9" /><Relationship Type="http://schemas.openxmlformats.org/officeDocument/2006/relationships/notesMaster" Target="/ppt/notesMasters/notesMaster1.xml" Id="R8d6722adfbc74072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94065d7a717143ca" /><Relationship Type="http://schemas.openxmlformats.org/officeDocument/2006/relationships/notesMaster" Target="/ppt/notesMasters/notesMaster1.xml" Id="Re79a31e0cd804fe2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c7c4de0fc5eb419e" /><Relationship Type="http://schemas.openxmlformats.org/officeDocument/2006/relationships/notesMaster" Target="/ppt/notesMasters/notesMaster1.xml" Id="R2f5bdafab8b54c03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742faac35354483d" /><Relationship Type="http://schemas.openxmlformats.org/officeDocument/2006/relationships/notesMaster" Target="/ppt/notesMasters/notesMaster1.xml" Id="R43fba1c718bc41a8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bc7816ae79de4b83" /><Relationship Type="http://schemas.openxmlformats.org/officeDocument/2006/relationships/notesMaster" Target="/ppt/notesMasters/notesMaster1.xml" Id="Rdb563114655d4e8d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c709557bad574ef1" /><Relationship Type="http://schemas.openxmlformats.org/officeDocument/2006/relationships/notesMaster" Target="/ppt/notesMasters/notesMaster1.xml" Id="R681468f3f33c46c5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7742a9f37afd4d86" /><Relationship Type="http://schemas.openxmlformats.org/officeDocument/2006/relationships/notesMaster" Target="/ppt/notesMasters/notesMaster1.xml" Id="Rc0233dbd0e494f5a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47d6f51e5f4b49a3" /><Relationship Type="http://schemas.openxmlformats.org/officeDocument/2006/relationships/notesMaster" Target="/ppt/notesMasters/notesMaster1.xml" Id="R7093186459a44f3f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8a32ff18ef114af0" /><Relationship Type="http://schemas.openxmlformats.org/officeDocument/2006/relationships/notesMaster" Target="/ppt/notesMasters/notesMaster1.xml" Id="R0a811ef80bdc413f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ceed8c782cd340c6" /><Relationship Type="http://schemas.openxmlformats.org/officeDocument/2006/relationships/notesMaster" Target="/ppt/notesMasters/notesMaster1.xml" Id="R7db0bc84ef09441d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f83c5d73be7243f7" /><Relationship Type="http://schemas.openxmlformats.org/officeDocument/2006/relationships/notesMaster" Target="/ppt/notesMasters/notesMaster1.xml" Id="R98106852c8014cce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2bae50670aee455c" /><Relationship Type="http://schemas.openxmlformats.org/officeDocument/2006/relationships/notesMaster" Target="/ppt/notesMasters/notesMaster1.xml" Id="R75639fe0a2d94b32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7cabbf94b3084407" /><Relationship Type="http://schemas.openxmlformats.org/officeDocument/2006/relationships/notesMaster" Target="/ppt/notesMasters/notesMaster1.xml" Id="Rdfea913d7a81439b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5f57798a714949b6" /><Relationship Type="http://schemas.openxmlformats.org/officeDocument/2006/relationships/notesMaster" Target="/ppt/notesMasters/notesMaster1.xml" Id="R8fa075952b1d4d12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9fb69def06864e1a" /><Relationship Type="http://schemas.openxmlformats.org/officeDocument/2006/relationships/notesMaster" Target="/ppt/notesMasters/notesMaster1.xml" Id="Re9893fcb5de44766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ab1a284ab21c4453" /><Relationship Type="http://schemas.openxmlformats.org/officeDocument/2006/relationships/notesMaster" Target="/ppt/notesMasters/notesMaster1.xml" Id="R98396c5ecb0043c7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caee0c9e4d924957" /><Relationship Type="http://schemas.openxmlformats.org/officeDocument/2006/relationships/notesMaster" Target="/ppt/notesMasters/notesMaster1.xml" Id="R2ca09118c3544d81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4407ecae650f4cac" /><Relationship Type="http://schemas.openxmlformats.org/officeDocument/2006/relationships/notesMaster" Target="/ppt/notesMasters/notesMaster1.xml" Id="R5772c4bb009b466f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8f405102122f4f10" /><Relationship Type="http://schemas.openxmlformats.org/officeDocument/2006/relationships/notesMaster" Target="/ppt/notesMasters/notesMaster1.xml" Id="Rb71349807dbf4774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66a1a93935fe4b16" /><Relationship Type="http://schemas.openxmlformats.org/officeDocument/2006/relationships/notesMaster" Target="/ppt/notesMasters/notesMaster1.xml" Id="Rd193351e00a34f53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a8f742c460554e7c" /><Relationship Type="http://schemas.openxmlformats.org/officeDocument/2006/relationships/notesMaster" Target="/ppt/notesMasters/notesMaster1.xml" Id="Rd289b3ee88f54218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4948eb88527d4469" /><Relationship Type="http://schemas.openxmlformats.org/officeDocument/2006/relationships/notesMaster" Target="/ppt/notesMasters/notesMaster1.xml" Id="R50bb6a22739e4353" /></Relationships>
</file>

<file path=ppt/notesSlides/_rels/notesSlide170.xml.rels>&#65279;<?xml version="1.0" encoding="utf-8"?><Relationships xmlns="http://schemas.openxmlformats.org/package/2006/relationships"><Relationship Type="http://schemas.openxmlformats.org/officeDocument/2006/relationships/slide" Target="/ppt/slides/slide170.xml" Id="R6074ca85a5ff404d" /><Relationship Type="http://schemas.openxmlformats.org/officeDocument/2006/relationships/notesMaster" Target="/ppt/notesMasters/notesMaster1.xml" Id="R97d42c24964d4cff" /></Relationships>
</file>

<file path=ppt/notesSlides/_rels/notesSlide171.xml.rels>&#65279;<?xml version="1.0" encoding="utf-8"?><Relationships xmlns="http://schemas.openxmlformats.org/package/2006/relationships"><Relationship Type="http://schemas.openxmlformats.org/officeDocument/2006/relationships/slide" Target="/ppt/slides/slide171.xml" Id="R848336cee0c44945" /><Relationship Type="http://schemas.openxmlformats.org/officeDocument/2006/relationships/notesMaster" Target="/ppt/notesMasters/notesMaster1.xml" Id="R88f362e50f68425b" /></Relationships>
</file>

<file path=ppt/notesSlides/_rels/notesSlide172.xml.rels>&#65279;<?xml version="1.0" encoding="utf-8"?><Relationships xmlns="http://schemas.openxmlformats.org/package/2006/relationships"><Relationship Type="http://schemas.openxmlformats.org/officeDocument/2006/relationships/slide" Target="/ppt/slides/slide172.xml" Id="Rbe4ab3bacdbb44a5" /><Relationship Type="http://schemas.openxmlformats.org/officeDocument/2006/relationships/notesMaster" Target="/ppt/notesMasters/notesMaster1.xml" Id="Rfedd4c22a8bc45dc" /></Relationships>
</file>

<file path=ppt/notesSlides/_rels/notesSlide173.xml.rels>&#65279;<?xml version="1.0" encoding="utf-8"?><Relationships xmlns="http://schemas.openxmlformats.org/package/2006/relationships"><Relationship Type="http://schemas.openxmlformats.org/officeDocument/2006/relationships/slide" Target="/ppt/slides/slide173.xml" Id="Rafeca8e0a06f4b0d" /><Relationship Type="http://schemas.openxmlformats.org/officeDocument/2006/relationships/notesMaster" Target="/ppt/notesMasters/notesMaster1.xml" Id="R9d4a262d679943ab" /></Relationships>
</file>

<file path=ppt/notesSlides/_rels/notesSlide174.xml.rels>&#65279;<?xml version="1.0" encoding="utf-8"?><Relationships xmlns="http://schemas.openxmlformats.org/package/2006/relationships"><Relationship Type="http://schemas.openxmlformats.org/officeDocument/2006/relationships/slide" Target="/ppt/slides/slide174.xml" Id="Rd835069f1aee493d" /><Relationship Type="http://schemas.openxmlformats.org/officeDocument/2006/relationships/notesMaster" Target="/ppt/notesMasters/notesMaster1.xml" Id="R39d648f8c05d49e6" /></Relationships>
</file>

<file path=ppt/notesSlides/_rels/notesSlide175.xml.rels>&#65279;<?xml version="1.0" encoding="utf-8"?><Relationships xmlns="http://schemas.openxmlformats.org/package/2006/relationships"><Relationship Type="http://schemas.openxmlformats.org/officeDocument/2006/relationships/slide" Target="/ppt/slides/slide175.xml" Id="Rbf6f411b0fab4a06" /><Relationship Type="http://schemas.openxmlformats.org/officeDocument/2006/relationships/notesMaster" Target="/ppt/notesMasters/notesMaster1.xml" Id="Re1810e34912d419e" /></Relationships>
</file>

<file path=ppt/notesSlides/_rels/notesSlide176.xml.rels>&#65279;<?xml version="1.0" encoding="utf-8"?><Relationships xmlns="http://schemas.openxmlformats.org/package/2006/relationships"><Relationship Type="http://schemas.openxmlformats.org/officeDocument/2006/relationships/slide" Target="/ppt/slides/slide176.xml" Id="Rb76beb5833ea4ccd" /><Relationship Type="http://schemas.openxmlformats.org/officeDocument/2006/relationships/notesMaster" Target="/ppt/notesMasters/notesMaster1.xml" Id="R7607e318080a47d1" /></Relationships>
</file>

<file path=ppt/notesSlides/_rels/notesSlide177.xml.rels>&#65279;<?xml version="1.0" encoding="utf-8"?><Relationships xmlns="http://schemas.openxmlformats.org/package/2006/relationships"><Relationship Type="http://schemas.openxmlformats.org/officeDocument/2006/relationships/slide" Target="/ppt/slides/slide177.xml" Id="R998e7ba3d2e1482d" /><Relationship Type="http://schemas.openxmlformats.org/officeDocument/2006/relationships/notesMaster" Target="/ppt/notesMasters/notesMaster1.xml" Id="R8eb763bb69a542ec" /></Relationships>
</file>

<file path=ppt/notesSlides/_rels/notesSlide178.xml.rels>&#65279;<?xml version="1.0" encoding="utf-8"?><Relationships xmlns="http://schemas.openxmlformats.org/package/2006/relationships"><Relationship Type="http://schemas.openxmlformats.org/officeDocument/2006/relationships/slide" Target="/ppt/slides/slide178.xml" Id="Racdb9e5062454c28" /><Relationship Type="http://schemas.openxmlformats.org/officeDocument/2006/relationships/notesMaster" Target="/ppt/notesMasters/notesMaster1.xml" Id="Ra17bc2f7ae2d4f83" /></Relationships>
</file>

<file path=ppt/notesSlides/_rels/notesSlide179.xml.rels>&#65279;<?xml version="1.0" encoding="utf-8"?><Relationships xmlns="http://schemas.openxmlformats.org/package/2006/relationships"><Relationship Type="http://schemas.openxmlformats.org/officeDocument/2006/relationships/slide" Target="/ppt/slides/slide179.xml" Id="R5119e0c1c07b4937" /><Relationship Type="http://schemas.openxmlformats.org/officeDocument/2006/relationships/notesMaster" Target="/ppt/notesMasters/notesMaster1.xml" Id="R64c6128a4f134892" /></Relationships>
</file>

<file path=ppt/notesSlides/_rels/notesSlide180.xml.rels>&#65279;<?xml version="1.0" encoding="utf-8"?><Relationships xmlns="http://schemas.openxmlformats.org/package/2006/relationships"><Relationship Type="http://schemas.openxmlformats.org/officeDocument/2006/relationships/slide" Target="/ppt/slides/slide180.xml" Id="R0bc9b6649c164ab3" /><Relationship Type="http://schemas.openxmlformats.org/officeDocument/2006/relationships/notesMaster" Target="/ppt/notesMasters/notesMaster1.xml" Id="Rac0accfdfbaa4d10" /></Relationships>
</file>

<file path=ppt/notesSlides/_rels/notesSlide181.xml.rels>&#65279;<?xml version="1.0" encoding="utf-8"?><Relationships xmlns="http://schemas.openxmlformats.org/package/2006/relationships"><Relationship Type="http://schemas.openxmlformats.org/officeDocument/2006/relationships/slide" Target="/ppt/slides/slide181.xml" Id="R6d92274ff4ab4e42" /><Relationship Type="http://schemas.openxmlformats.org/officeDocument/2006/relationships/notesMaster" Target="/ppt/notesMasters/notesMaster1.xml" Id="R5f14614312ad4762" /></Relationships>
</file>

<file path=ppt/notesSlides/_rels/notesSlide182.xml.rels>&#65279;<?xml version="1.0" encoding="utf-8"?><Relationships xmlns="http://schemas.openxmlformats.org/package/2006/relationships"><Relationship Type="http://schemas.openxmlformats.org/officeDocument/2006/relationships/slide" Target="/ppt/slides/slide182.xml" Id="R399fa4195f0c4741" /><Relationship Type="http://schemas.openxmlformats.org/officeDocument/2006/relationships/notesMaster" Target="/ppt/notesMasters/notesMaster1.xml" Id="R37102474a4a24797" /></Relationships>
</file>

<file path=ppt/notesSlides/_rels/notesSlide183.xml.rels>&#65279;<?xml version="1.0" encoding="utf-8"?><Relationships xmlns="http://schemas.openxmlformats.org/package/2006/relationships"><Relationship Type="http://schemas.openxmlformats.org/officeDocument/2006/relationships/slide" Target="/ppt/slides/slide183.xml" Id="Rc2f8db41f91a44e7" /><Relationship Type="http://schemas.openxmlformats.org/officeDocument/2006/relationships/notesMaster" Target="/ppt/notesMasters/notesMaster1.xml" Id="R14305ceb698e4a13" /></Relationships>
</file>

<file path=ppt/notesSlides/_rels/notesSlide184.xml.rels>&#65279;<?xml version="1.0" encoding="utf-8"?><Relationships xmlns="http://schemas.openxmlformats.org/package/2006/relationships"><Relationship Type="http://schemas.openxmlformats.org/officeDocument/2006/relationships/slide" Target="/ppt/slides/slide184.xml" Id="R3d5c8fc83e12447a" /><Relationship Type="http://schemas.openxmlformats.org/officeDocument/2006/relationships/notesMaster" Target="/ppt/notesMasters/notesMaster1.xml" Id="R301408cee13245a0" /></Relationships>
</file>

<file path=ppt/notesSlides/_rels/notesSlide185.xml.rels>&#65279;<?xml version="1.0" encoding="utf-8"?><Relationships xmlns="http://schemas.openxmlformats.org/package/2006/relationships"><Relationship Type="http://schemas.openxmlformats.org/officeDocument/2006/relationships/slide" Target="/ppt/slides/slide185.xml" Id="R84c4361db7bb42dd" /><Relationship Type="http://schemas.openxmlformats.org/officeDocument/2006/relationships/notesMaster" Target="/ppt/notesMasters/notesMaster1.xml" Id="R69671b781af5426d" /></Relationships>
</file>

<file path=ppt/notesSlides/_rels/notesSlide186.xml.rels>&#65279;<?xml version="1.0" encoding="utf-8"?><Relationships xmlns="http://schemas.openxmlformats.org/package/2006/relationships"><Relationship Type="http://schemas.openxmlformats.org/officeDocument/2006/relationships/slide" Target="/ppt/slides/slide186.xml" Id="R5728af324e5e4c36" /><Relationship Type="http://schemas.openxmlformats.org/officeDocument/2006/relationships/notesMaster" Target="/ppt/notesMasters/notesMaster1.xml" Id="R43651b044bf14c87" /></Relationships>
</file>

<file path=ppt/notesSlides/_rels/notesSlide187.xml.rels>&#65279;<?xml version="1.0" encoding="utf-8"?><Relationships xmlns="http://schemas.openxmlformats.org/package/2006/relationships"><Relationship Type="http://schemas.openxmlformats.org/officeDocument/2006/relationships/slide" Target="/ppt/slides/slide187.xml" Id="Raaa62144242c4898" /><Relationship Type="http://schemas.openxmlformats.org/officeDocument/2006/relationships/notesMaster" Target="/ppt/notesMasters/notesMaster1.xml" Id="Ra1c972f20d494bf5" /></Relationships>
</file>

<file path=ppt/notesSlides/_rels/notesSlide188.xml.rels>&#65279;<?xml version="1.0" encoding="utf-8"?><Relationships xmlns="http://schemas.openxmlformats.org/package/2006/relationships"><Relationship Type="http://schemas.openxmlformats.org/officeDocument/2006/relationships/slide" Target="/ppt/slides/slide188.xml" Id="R5d0d75486937423f" /><Relationship Type="http://schemas.openxmlformats.org/officeDocument/2006/relationships/notesMaster" Target="/ppt/notesMasters/notesMaster1.xml" Id="R0efb1752aa3e4d56" /></Relationships>
</file>

<file path=ppt/notesSlides/_rels/notesSlide189.xml.rels>&#65279;<?xml version="1.0" encoding="utf-8"?><Relationships xmlns="http://schemas.openxmlformats.org/package/2006/relationships"><Relationship Type="http://schemas.openxmlformats.org/officeDocument/2006/relationships/slide" Target="/ppt/slides/slide189.xml" Id="Ra4721d61da6a49d6" /><Relationship Type="http://schemas.openxmlformats.org/officeDocument/2006/relationships/notesMaster" Target="/ppt/notesMasters/notesMaster1.xml" Id="R9848a97d07dc47f5" /></Relationships>
</file>

<file path=ppt/notesSlides/_rels/notesSlide190.xml.rels>&#65279;<?xml version="1.0" encoding="utf-8"?><Relationships xmlns="http://schemas.openxmlformats.org/package/2006/relationships"><Relationship Type="http://schemas.openxmlformats.org/officeDocument/2006/relationships/slide" Target="/ppt/slides/slide190.xml" Id="R97ffce056717417a" /><Relationship Type="http://schemas.openxmlformats.org/officeDocument/2006/relationships/notesMaster" Target="/ppt/notesMasters/notesMaster1.xml" Id="R44ac182a152040ba" /></Relationships>
</file>

<file path=ppt/notesSlides/_rels/notesSlide191.xml.rels>&#65279;<?xml version="1.0" encoding="utf-8"?><Relationships xmlns="http://schemas.openxmlformats.org/package/2006/relationships"><Relationship Type="http://schemas.openxmlformats.org/officeDocument/2006/relationships/slide" Target="/ppt/slides/slide191.xml" Id="Ra8ad29703e184636" /><Relationship Type="http://schemas.openxmlformats.org/officeDocument/2006/relationships/notesMaster" Target="/ppt/notesMasters/notesMaster1.xml" Id="Raa73b7cbf16f4082" /></Relationships>
</file>

<file path=ppt/notesSlides/_rels/notesSlide192.xml.rels>&#65279;<?xml version="1.0" encoding="utf-8"?><Relationships xmlns="http://schemas.openxmlformats.org/package/2006/relationships"><Relationship Type="http://schemas.openxmlformats.org/officeDocument/2006/relationships/slide" Target="/ppt/slides/slide192.xml" Id="R650c182df96e41f1" /><Relationship Type="http://schemas.openxmlformats.org/officeDocument/2006/relationships/notesMaster" Target="/ppt/notesMasters/notesMaster1.xml" Id="Rf673250c897e443c" /></Relationships>
</file>

<file path=ppt/notesSlides/_rels/notesSlide193.xml.rels>&#65279;<?xml version="1.0" encoding="utf-8"?><Relationships xmlns="http://schemas.openxmlformats.org/package/2006/relationships"><Relationship Type="http://schemas.openxmlformats.org/officeDocument/2006/relationships/slide" Target="/ppt/slides/slide193.xml" Id="R1836580d2eba439a" /><Relationship Type="http://schemas.openxmlformats.org/officeDocument/2006/relationships/notesMaster" Target="/ppt/notesMasters/notesMaster1.xml" Id="R116cd3ae2c784aee" /></Relationships>
</file>

<file path=ppt/notesSlides/_rels/notesSlide194.xml.rels>&#65279;<?xml version="1.0" encoding="utf-8"?><Relationships xmlns="http://schemas.openxmlformats.org/package/2006/relationships"><Relationship Type="http://schemas.openxmlformats.org/officeDocument/2006/relationships/slide" Target="/ppt/slides/slide194.xml" Id="R827a92e7289b4b0d" /><Relationship Type="http://schemas.openxmlformats.org/officeDocument/2006/relationships/notesMaster" Target="/ppt/notesMasters/notesMaster1.xml" Id="R738c24b90ce041b9" /></Relationships>
</file>

<file path=ppt/notesSlides/_rels/notesSlide195.xml.rels>&#65279;<?xml version="1.0" encoding="utf-8"?><Relationships xmlns="http://schemas.openxmlformats.org/package/2006/relationships"><Relationship Type="http://schemas.openxmlformats.org/officeDocument/2006/relationships/slide" Target="/ppt/slides/slide195.xml" Id="Rfb548da9b9d548bb" /><Relationship Type="http://schemas.openxmlformats.org/officeDocument/2006/relationships/notesMaster" Target="/ppt/notesMasters/notesMaster1.xml" Id="Rcdc5ae23ec5b436f" /></Relationships>
</file>

<file path=ppt/notesSlides/_rels/notesSlide196.xml.rels>&#65279;<?xml version="1.0" encoding="utf-8"?><Relationships xmlns="http://schemas.openxmlformats.org/package/2006/relationships"><Relationship Type="http://schemas.openxmlformats.org/officeDocument/2006/relationships/slide" Target="/ppt/slides/slide196.xml" Id="R4f0b01fc75ac4e8f" /><Relationship Type="http://schemas.openxmlformats.org/officeDocument/2006/relationships/notesMaster" Target="/ppt/notesMasters/notesMaster1.xml" Id="Re51dafe88c934ebd" /></Relationships>
</file>

<file path=ppt/notesSlides/_rels/notesSlide197.xml.rels>&#65279;<?xml version="1.0" encoding="utf-8"?><Relationships xmlns="http://schemas.openxmlformats.org/package/2006/relationships"><Relationship Type="http://schemas.openxmlformats.org/officeDocument/2006/relationships/slide" Target="/ppt/slides/slide197.xml" Id="R8cfd7cf36f2d4c4d" /><Relationship Type="http://schemas.openxmlformats.org/officeDocument/2006/relationships/notesMaster" Target="/ppt/notesMasters/notesMaster1.xml" Id="R7b675d350e6949d0" /></Relationships>
</file>

<file path=ppt/notesSlides/_rels/notesSlide198.xml.rels>&#65279;<?xml version="1.0" encoding="utf-8"?><Relationships xmlns="http://schemas.openxmlformats.org/package/2006/relationships"><Relationship Type="http://schemas.openxmlformats.org/officeDocument/2006/relationships/slide" Target="/ppt/slides/slide198.xml" Id="R021a235c601c4b89" /><Relationship Type="http://schemas.openxmlformats.org/officeDocument/2006/relationships/notesMaster" Target="/ppt/notesMasters/notesMaster1.xml" Id="R6b1f7467e5e24b88" /></Relationships>
</file>

<file path=ppt/notesSlides/_rels/notesSlide199.xml.rels>&#65279;<?xml version="1.0" encoding="utf-8"?><Relationships xmlns="http://schemas.openxmlformats.org/package/2006/relationships"><Relationship Type="http://schemas.openxmlformats.org/officeDocument/2006/relationships/slide" Target="/ppt/slides/slide199.xml" Id="R25c6e5b766a643de" /><Relationship Type="http://schemas.openxmlformats.org/officeDocument/2006/relationships/notesMaster" Target="/ppt/notesMasters/notesMaster1.xml" Id="Rc31f4a3b01e64493" /></Relationships>
</file>

<file path=ppt/notesSlides/_rels/notesSlide200.xml.rels>&#65279;<?xml version="1.0" encoding="utf-8"?><Relationships xmlns="http://schemas.openxmlformats.org/package/2006/relationships"><Relationship Type="http://schemas.openxmlformats.org/officeDocument/2006/relationships/slide" Target="/ppt/slides/slide200.xml" Id="Rb360e5d3893b41fb" /><Relationship Type="http://schemas.openxmlformats.org/officeDocument/2006/relationships/notesMaster" Target="/ppt/notesMasters/notesMaster1.xml" Id="R5b9017272a374f7f" /></Relationships>
</file>

<file path=ppt/notesSlides/_rels/notesSlide201.xml.rels>&#65279;<?xml version="1.0" encoding="utf-8"?><Relationships xmlns="http://schemas.openxmlformats.org/package/2006/relationships"><Relationship Type="http://schemas.openxmlformats.org/officeDocument/2006/relationships/slide" Target="/ppt/slides/slide201.xml" Id="R10c6e59c0035439f" /><Relationship Type="http://schemas.openxmlformats.org/officeDocument/2006/relationships/notesMaster" Target="/ppt/notesMasters/notesMaster1.xml" Id="Rf5eb9c4e9b764c10" /></Relationships>
</file>

<file path=ppt/notesSlides/_rels/notesSlide202.xml.rels>&#65279;<?xml version="1.0" encoding="utf-8"?><Relationships xmlns="http://schemas.openxmlformats.org/package/2006/relationships"><Relationship Type="http://schemas.openxmlformats.org/officeDocument/2006/relationships/slide" Target="/ppt/slides/slide202.xml" Id="R8bafe9acb8b745b4" /><Relationship Type="http://schemas.openxmlformats.org/officeDocument/2006/relationships/notesMaster" Target="/ppt/notesMasters/notesMaster1.xml" Id="R1387c862daf24ba2" /></Relationships>
</file>

<file path=ppt/notesSlides/_rels/notesSlide203.xml.rels>&#65279;<?xml version="1.0" encoding="utf-8"?><Relationships xmlns="http://schemas.openxmlformats.org/package/2006/relationships"><Relationship Type="http://schemas.openxmlformats.org/officeDocument/2006/relationships/slide" Target="/ppt/slides/slide203.xml" Id="Rbaa25dbe7a9944c1" /><Relationship Type="http://schemas.openxmlformats.org/officeDocument/2006/relationships/notesMaster" Target="/ppt/notesMasters/notesMaster1.xml" Id="Reca48d81cd26411d" /></Relationships>
</file>

<file path=ppt/notesSlides/_rels/notesSlide204.xml.rels>&#65279;<?xml version="1.0" encoding="utf-8"?><Relationships xmlns="http://schemas.openxmlformats.org/package/2006/relationships"><Relationship Type="http://schemas.openxmlformats.org/officeDocument/2006/relationships/slide" Target="/ppt/slides/slide204.xml" Id="R05eb585d70174fbd" /><Relationship Type="http://schemas.openxmlformats.org/officeDocument/2006/relationships/notesMaster" Target="/ppt/notesMasters/notesMaster1.xml" Id="R5d9a8529a0af42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2026-09-08 작업 폴더 기준. Windows와 Unreal Engine 5.6 환경의 실제 코드, 교육용 예제, 개념도를 구분하여 읽습니다.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예제를 실제 서버에 실행하지 않아도 종이 위의 값 추적과 코드 읽기만으로 필수 문제를 풀 수 있습니다. 필수 학습에는 AI나 인터넷 연결이 필요하지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목차는 장 제목과 시작 쪽, 해당 장에서 풀 문제를 함께 보여 줍니다. 아래 장의 내용을 사용하려면 앞 장의 완료 조건을 먼저 확인하세요.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목차는 장 제목과 시작 쪽, 해당 장에서 풀 문제를 함께 보여 줍니다. 아래 장의 내용을 사용하려면 앞 장의 완료 조건을 먼저 확인하세요.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목차는 장 제목과 시작 쪽, 해당 장에서 풀 문제를 함께 보여 줍니다. 아래 장의 내용을 사용하려면 앞 장의 완료 조건을 먼저 확인하세요.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상태를 계산하기 전에 어떤 입력을 믿어도 되는지 살펴봅니다.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상태를 계산하기 전에 어떤 입력을 믿어도 되는지 살펴봅니다.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서버가 반복 계산한다는 사실을 알았으므로 그 반복에서 시간이 어떻게 흐르는지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cpp/host/src/main.cpp:178-413  run_simcore</a:t>
            </a:r>
          </a:p>
          <a:p xmlns:a="http://schemas.openxmlformats.org/drawingml/2006/main">
            <a:r>
              <a:t>cpp/host/src/simulation_host.cpp:607-626  SimulationHost::schedule_tick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cpp/host/src/main.cpp:178-413  run_simcore</a:t>
            </a:r>
          </a:p>
          <a:p xmlns:a="http://schemas.openxmlformats.org/drawingml/2006/main">
            <a:r>
              <a:t>cpp/host/src/simulation_host.cpp:607-626  SimulationHost::schedule_tick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위는 한 번 수행하는 준비이며 아직 차를 이동시키지 않습니다.</a:t>
            </a:r>
          </a:p>
          <a:p xmlns:a="http://schemas.openxmlformats.org/drawingml/2006/main">
            <a:r>
              <a:t>아래 틱은 입력·NPC·물리·발행을 차례로 연결합니다.</a:t>
            </a:r>
          </a:p>
          <a:p xmlns:a="http://schemas.openxmlformats.org/drawingml/2006/main">
            <a:r>
              <a:t>타이머와 소켓이 같은 주 이벤트 루프를 공유합니다.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cpp/host/src/main.cpp:178-413  run_simcore</a:t>
            </a:r>
          </a:p>
          <a:p xmlns:a="http://schemas.openxmlformats.org/drawingml/2006/main">
            <a:r>
              <a:t>cpp/host/src/simulation_host.cpp:607-626  SimulationHost::schedule_tick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SimulationHostConfig host_config;</a:t>
            </a:r>
          </a:p>
          <a:p xmlns:a="http://schemas.openxmlformats.org/drawingml/2006/main">
            <a:r>
              <a:t>    host_config.origin_lat = options.origin_lat_deg;</a:t>
            </a:r>
          </a:p>
          <a:p xmlns:a="http://schemas.openxmlformats.org/drawingml/2006/main">
            <a:r>
              <a:t>    host_config.origin_lon = options.origin_lon_deg;</a:t>
            </a:r>
          </a:p>
          <a:p xmlns:a="http://schemas.openxmlformats.org/drawingml/2006/main">
            <a:r>
              <a:t>    host_config.origin_alt = options.origin_alt_m;</a:t>
            </a:r>
          </a:p>
          <a:p xmlns:a="http://schemas.openxmlformats.org/drawingml/2006/main">
            <a:r>
              <a:t>    host_config.spawn_heading = options.spawn_heading_deg;</a:t>
            </a:r>
          </a:p>
          <a:p xmlns:a="http://schemas.openxmlformats.org/drawingml/2006/main">
            <a:r>
              <a:t>    host_config.physics_frequency_hz = options.physics_frequency_hz;</a:t>
            </a:r>
          </a:p>
          <a:p xmlns:a="http://schemas.openxmlformats.org/drawingml/2006/main">
            <a:r>
              <a:t>    host_config.command_timeout = options.command_timeout;</a:t>
            </a:r>
          </a:p>
          <a:p xmlns:a="http://schemas.openxmlformats.org/drawingml/2006/main">
            <a:r>
              <a:t>    host_config.max_command_queue_age = options.max_command_queue_age;</a:t>
            </a:r>
          </a:p>
          <a:p xmlns:a="http://schemas.openxmlformats.org/drawingml/2006/main">
            <a:r>
              <a:t>    host_config.hard_command_timeout = options.hard_command_timeout;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cpp/host/src/main.cpp:321-329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cpp/host/src/main.cpp:321-329  run_simcore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cpp/host/src/main.cpp:178-413  run_simcore</a:t>
            </a:r>
          </a:p>
          <a:p xmlns:a="http://schemas.openxmlformats.org/drawingml/2006/main">
            <a:r>
              <a:t>cpp/host/src/simulation_host.cpp:607-626  SimulationHost::schedule_tick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cpp/host/src/main.cpp:178-413  run_simcore</a:t>
            </a:r>
          </a:p>
          <a:p xmlns:a="http://schemas.openxmlformats.org/drawingml/2006/main">
            <a:r>
              <a:t>cpp/host/src/simulation_host.cpp:607-626  SimulationHost::schedule_tick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net::signal_set shutdown_signals(ioc, SIGINT, SIGTERM);</a:t>
            </a:r>
          </a:p>
          <a:p xmlns:a="http://schemas.openxmlformats.org/drawingml/2006/main">
            <a:r>
              <a:t>    shutdown_signals.async_wait([&amp;ioc](const boost::system::error_code&amp; error, int) {</a:t>
            </a:r>
          </a:p>
          <a:p xmlns:a="http://schemas.openxmlformats.org/drawingml/2006/main">
            <a:r>
              <a:t>        if (!error) ioc.stop();</a:t>
            </a:r>
          </a:p>
          <a:p xmlns:a="http://schemas.openxmlformats.org/drawingml/2006/main">
            <a:r>
              <a:t>    });</a:t>
            </a:r>
          </a:p>
          <a:p xmlns:a="http://schemas.openxmlformats.org/drawingml/2006/main">
            <a:r>
              <a:t>    ioc.run();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cpp/host/src/main.cpp:409-413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cpp/host/src/main.cpp:409-413  run_simcore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cpp/host/src/main.cpp:178-413  run_simcore</a:t>
            </a:r>
          </a:p>
          <a:p xmlns:a="http://schemas.openxmlformats.org/drawingml/2006/main">
            <a:r>
              <a:t>cpp/host/src/simulation_host.cpp:607-626  SimulationHost::schedule_tick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cpp/host/src/main.cpp:178-413  run_simcore</a:t>
            </a:r>
          </a:p>
          <a:p xmlns:a="http://schemas.openxmlformats.org/drawingml/2006/main">
            <a:r>
              <a:t>cpp/host/src/simulation_host.cpp:607-626  SimulationHost::schedule_tick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cpp/host/src/main.cpp:178-413  run_simcore</a:t>
            </a:r>
          </a:p>
          <a:p xmlns:a="http://schemas.openxmlformats.org/drawingml/2006/main">
            <a:r>
              <a:t>cpp/host/src/simulation_host.cpp:607-626  SimulationHost::schedule_tick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시뮬레이션 시간을 배웠으므로 입력 만료가 왜 실제 시간으로 검사되는지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cpp/host/src/simulation_clock.hpp:12-77  SimulationClock</a:t>
            </a:r>
          </a:p>
          <a:p xmlns:a="http://schemas.openxmlformats.org/drawingml/2006/main">
            <a:r>
              <a:t>cpp/host/src/simulation_host.cpp:628-742  SimulationHost::run_tick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60Hz의 한 틱은 물리 시간 약 16.67ms입니다.</a:t>
            </a:r>
          </a:p>
          <a:p xmlns:a="http://schemas.openxmlformats.org/drawingml/2006/main">
            <a:r>
              <a:t>아래 30ms는 한 틱 계산에 걸린 실제 시간의 교육용 예입니다.</a:t>
            </a:r>
          </a:p>
          <a:p xmlns:a="http://schemas.openxmlformats.org/drawingml/2006/main">
            <a:r>
              <a:t>놓친 마감을 건너뛰어도 완료한 물리 틱은 하나입니다.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cpp/host/src/simulation_clock.hpp:12-77  SimulationClock</a:t>
            </a:r>
          </a:p>
          <a:p xmlns:a="http://schemas.openxmlformats.org/drawingml/2006/main">
            <a:r>
              <a:t>cpp/host/src/simulation_host.cpp:628-742  SimulationHost::run_tick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cpp/host/src/simulation_clock.hpp:12-77  SimulationClock</a:t>
            </a:r>
          </a:p>
          <a:p xmlns:a="http://schemas.openxmlformats.org/drawingml/2006/main">
            <a:r>
              <a:t>cpp/host/src/simulation_host.cpp:628-742  SimulationHost::run_tick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void advance(Clock::time_point completed_at)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++tick_index_;</a:t>
            </a:r>
          </a:p>
          <a:p xmlns:a="http://schemas.openxmlformats.org/drawingml/2006/main">
            <a:r>
              <a:t>        next_deadline_ += period_;</a:t>
            </a:r>
          </a:p>
          <a:p xmlns:a="http://schemas.openxmlformats.org/drawingml/2006/main">
            <a:r>
              <a:t>        if (completed_at &gt; next_deadline_) {</a:t>
            </a:r>
          </a:p>
          <a:p xmlns:a="http://schemas.openxmlformats.org/drawingml/2006/main">
            <a:r>
              <a:t>            // Skip missed wall-clock deadlines instead of issuing a burst of</a:t>
            </a:r>
          </a:p>
          <a:p xmlns:a="http://schemas.openxmlformats.org/drawingml/2006/main">
            <a:r>
              <a:t>            // immediate callbacks. Simulation time still advances by exactly</a:t>
            </a:r>
          </a:p>
          <a:p xmlns:a="http://schemas.openxmlformats.org/drawingml/2006/main">
            <a:r>
              <a:t>            // one fixed step, so overload slows the simulation rather than</a:t>
            </a:r>
          </a:p>
          <a:p xmlns:a="http://schemas.openxmlformats.org/drawingml/2006/main">
            <a:r>
              <a:t>            // creating a catch-up spiral.</a:t>
            </a:r>
          </a:p>
          <a:p xmlns:a="http://schemas.openxmlformats.org/drawingml/2006/main">
            <a:r>
              <a:t>            const auto skipped_periods =</a:t>
            </a:r>
          </a:p>
          <a:p xmlns:a="http://schemas.openxmlformats.org/drawingml/2006/main">
            <a:r>
              <a:t>                (completed_at - next_deadline_) / period_ + 1;</a:t>
            </a:r>
          </a:p>
          <a:p xmlns:a="http://schemas.openxmlformats.org/drawingml/2006/main">
            <a:r>
              <a:t>            next_deadline_ += period_ * skipped_periods;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cpp/host/src/simulation_clock.hpp:43-54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cpp/host/src/simulation_clock.hpp:43-54  SimulationClock::advance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cpp/host/src/simulation_clock.hpp:12-77  SimulationClock</a:t>
            </a:r>
          </a:p>
          <a:p xmlns:a="http://schemas.openxmlformats.org/drawingml/2006/main">
            <a:r>
              <a:t>cpp/host/src/simulation_host.cpp:628-742  SimulationHost::run_tick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cpp/host/src/simulation_clock.hpp:12-77  SimulationClock</a:t>
            </a:r>
          </a:p>
          <a:p xmlns:a="http://schemas.openxmlformats.org/drawingml/2006/main">
            <a:r>
              <a:t>cpp/host/src/simulation_host.cpp:628-742  SimulationHost::run_tick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const auto completed_at = start + 1s;</a:t>
            </a:r>
          </a:p>
          <a:p xmlns:a="http://schemas.openxmlformats.org/drawingml/2006/main">
            <a:r>
              <a:t>    clock.advance(completed_at);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require(clock.tick_index() == 1,</a:t>
            </a:r>
          </a:p>
          <a:p xmlns:a="http://schemas.openxmlformats.org/drawingml/2006/main">
            <a:r>
              <a:t>            "one callback must advance one simulation tick");</a:t>
            </a:r>
          </a:p>
          <a:p xmlns:a="http://schemas.openxmlformats.org/drawingml/2006/main">
            <a:r>
              <a:t>    require(clock.next_deadline() &gt; completed_at,</a:t>
            </a:r>
          </a:p>
          <a:p xmlns:a="http://schemas.openxmlformats.org/drawingml/2006/main">
            <a:r>
              <a:t>            "the next callback must never be scheduled in the past");</a:t>
            </a:r>
          </a:p>
          <a:p xmlns:a="http://schemas.openxmlformats.org/drawingml/2006/main">
            <a:r>
              <a:t>    require(clock.overrun_count() &gt; 1,</a:t>
            </a:r>
          </a:p>
          <a:p xmlns:a="http://schemas.openxmlformats.org/drawingml/2006/main">
            <a:r>
              <a:t>            "all skipped wall-clock deadlines must be counted");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cpp/host/tests/simulation_clock_test.cpp:45-53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cpp/host/tests/simulation_clock_test.cpp:45-53  test_large_overrun_does_not_create_catch_up_deadlines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cpp/host/src/simulation_clock.hpp:12-77  SimulationClock</a:t>
            </a:r>
          </a:p>
          <a:p xmlns:a="http://schemas.openxmlformats.org/drawingml/2006/main">
            <a:r>
              <a:t>cpp/host/src/simulation_host.cpp:628-742  SimulationHost::run_tick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cpp/host/src/simulation_clock.hpp:12-77  SimulationClock</a:t>
            </a:r>
          </a:p>
          <a:p xmlns:a="http://schemas.openxmlformats.org/drawingml/2006/main">
            <a:r>
              <a:t>cpp/host/src/simulation_host.cpp:628-742  SimulationHost::run_tick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cpp/host/src/simulation_clock.hpp:12-77  SimulationClock</a:t>
            </a:r>
          </a:p>
          <a:p xmlns:a="http://schemas.openxmlformats.org/drawingml/2006/main">
            <a:r>
              <a:t>cpp/host/src/simulation_host.cpp:628-742  SimulationHost::run_tick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서버가 상태를 만드는 순서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유효 입력이 어떤 지면 자료와 결합하는지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유효 입력이 어떤 지면 자료와 결합하는지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입력의 안전성을 알았으므로 서버가 보내는 상태를 밀리지 않게 관리하는 방법을 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cpp/host/src/control/control_lease.hpp:51-181  ControlLease</a:t>
            </a:r>
          </a:p>
          <a:p xmlns:a="http://schemas.openxmlformats.org/drawingml/2006/main">
            <a:r>
              <a:t>cpp/host/src/simulation_host_session.cpp:412-575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cpp/host/src/control/control_lease.hpp:51-181  ControlLease</a:t>
            </a:r>
          </a:p>
          <a:p xmlns:a="http://schemas.openxmlformats.org/drawingml/2006/main">
            <a:r>
              <a:t>cpp/host/src/simulation_host_session.cpp:412-575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위 명령은 세션·순서·시계·추가 지연을 모두 검사합니다.</a:t>
            </a:r>
          </a:p>
          <a:p xmlns:a="http://schemas.openxmlformats.org/drawingml/2006/main">
            <a:r>
              <a:t>유효 입력 부재가 250ms를 초과하면 안전 정지하고 권한은 남습니다.</a:t>
            </a:r>
          </a:p>
          <a:p xmlns:a="http://schemas.openxmlformats.org/drawingml/2006/main">
            <a:r>
              <a:t>같은 기준에서 1000ms를 초과하면 기존 권한을 폐기합니다.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cpp/host/src/control/control_lease.hpp:51-181  ControlLease</a:t>
            </a:r>
          </a:p>
          <a:p xmlns:a="http://schemas.openxmlformats.org/drawingml/2006/main">
            <a:r>
              <a:t>cpp/host/src/simulation_host_session.cpp:412-575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bool update_timeout(Clock::time_point now)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if (safe_stop_active_ || last_receive_time_ == Clock::time_point::min()) {</a:t>
            </a:r>
          </a:p>
          <a:p xmlns:a="http://schemas.openxmlformats.org/drawingml/2006/main">
            <a:r>
              <a:t>            return false;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if (now - last_receive_time_ &lt;= timeout_) {</a:t>
            </a:r>
          </a:p>
          <a:p xmlns:a="http://schemas.openxmlformats.org/drawingml/2006/main">
            <a:r>
              <a:t>            return false;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safe_stop_active_ = true;</a:t>
            </a:r>
          </a:p>
          <a:p xmlns:a="http://schemas.openxmlformats.org/drawingml/2006/main">
            <a:r>
              <a:t>        return true;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cpp/host/src/control/control_lease.hpp:155-165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cpp/host/src/control/control_lease.hpp:155-165  ControlLease::update_timeout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cpp/host/src/control/control_lease.hpp:51-181  ControlLease</a:t>
            </a:r>
          </a:p>
          <a:p xmlns:a="http://schemas.openxmlformats.org/drawingml/2006/main">
            <a:r>
              <a:t>cpp/host/src/simulation_host_session.cpp:412-575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bool update_hard_timeout(Clock::time_point now)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  if (last_receive_time_ == Clock::time_point::min()</a:t>
            </a:r>
          </a:p>
          <a:p xmlns:a="http://schemas.openxmlformats.org/drawingml/2006/main">
            <a:r>
              <a:t>            || active_key_.empty()</a:t>
            </a:r>
          </a:p>
          <a:p xmlns:a="http://schemas.openxmlformats.org/drawingml/2006/main">
            <a:r>
              <a:t>            || now - last_receive_time_ &lt;= hard_timeout_) {</a:t>
            </a:r>
          </a:p>
          <a:p xmlns:a="http://schemas.openxmlformats.org/drawingml/2006/main">
            <a:r>
              <a:t>            return false;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safe_stop_active_ = true;</a:t>
            </a:r>
          </a:p>
          <a:p xmlns:a="http://schemas.openxmlformats.org/drawingml/2006/main">
            <a:r>
              <a:t>        retired_sessions_.insert(active_key_);</a:t>
            </a:r>
          </a:p>
          <a:p xmlns:a="http://schemas.openxmlformats.org/drawingml/2006/main">
            <a:r>
              <a:t>        active_key_.clear();</a:t>
            </a:r>
          </a:p>
          <a:p xmlns:a="http://schemas.openxmlformats.org/drawingml/2006/main">
            <a:r>
              <a:t>        return true;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cpp/host/src/control/control_lease.hpp:170-180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cpp/host/src/control/control_lease.hpp:170-180  ControlLease::update_hard_timeout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cpp/host/src/control/control_lease.hpp:51-181  ControlLease</a:t>
            </a:r>
          </a:p>
          <a:p xmlns:a="http://schemas.openxmlformats.org/drawingml/2006/main">
            <a:r>
              <a:t>cpp/host/src/simulation_host_session.cpp:412-575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    const auto server_elapsed = received_at - previous_receive_time;</a:t>
            </a:r>
          </a:p>
          <a:p xmlns:a="http://schemas.openxmlformats.org/drawingml/2006/main">
            <a:r>
              <a:t>            const auto client_elapsed = std::chrono::nanoseconds(</a:t>
            </a:r>
          </a:p>
          <a:p xmlns:a="http://schemas.openxmlformats.org/drawingml/2006/main">
            <a:r>
              <a:t>                command.client_time_ns - previous_client_time_ns);</a:t>
            </a:r>
          </a:p>
          <a:p xmlns:a="http://schemas.openxmlformats.org/drawingml/2006/main">
            <a:r>
              <a:t>            const auto estimated_queue_age = server_elapsed &gt; client_elapsed</a:t>
            </a:r>
          </a:p>
          <a:p xmlns:a="http://schemas.openxmlformats.org/drawingml/2006/main">
            <a:r>
              <a:t>                ? std::chrono::duration_cast&lt;std::chrono::nanoseconds&gt;(</a:t>
            </a:r>
          </a:p>
          <a:p xmlns:a="http://schemas.openxmlformats.org/drawingml/2006/main">
            <a:r>
              <a:t>                      server_elapsed - client_elapsed)</a:t>
            </a:r>
          </a:p>
          <a:p xmlns:a="http://schemas.openxmlformats.org/drawingml/2006/main">
            <a:r>
              <a:t>                : std::chrono::nanoseconds::zero();</a:t>
            </a:r>
          </a:p>
          <a:p xmlns:a="http://schemas.openxmlformats.org/drawingml/2006/main">
            <a:r>
              <a:t>            if (estimated_queue_age &gt; max_queue_age_) {</a:t>
            </a:r>
          </a:p>
          <a:p xmlns:a="http://schemas.openxmlformats.org/drawingml/2006/main">
            <a:r>
              <a:t>                return ControlLeaseDecision::ExcessiveQueueAge;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cpp/host/src/control/control_lease.hpp:123-132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cpp/host/src/control/control_lease.hpp:123-132  ControlLease::accept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cpp/host/src/control/control_lease.hpp:51-181  ControlLease</a:t>
            </a:r>
          </a:p>
          <a:p xmlns:a="http://schemas.openxmlformats.org/drawingml/2006/main">
            <a:r>
              <a:t>cpp/host/src/simulation_host_session.cpp:412-575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require(lease.update_timeout(start + 251ms),</a:t>
            </a:r>
          </a:p>
          <a:p xmlns:a="http://schemas.openxmlformats.org/drawingml/2006/main">
            <a:r>
              <a:t>            "250ms command timeout must enter SafeStop");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require(lease.accept(command("manual", "session-a", 2, 1'010'000'000), start + 252ms)</a:t>
            </a:r>
          </a:p>
          <a:p xmlns:a="http://schemas.openxmlformats.org/drawingml/2006/main">
            <a:r>
              <a:t>                == ControlLeaseDecision::ExcessiveQueueAge,</a:t>
            </a:r>
          </a:p>
          <a:p xmlns:a="http://schemas.openxmlformats.org/drawingml/2006/main">
            <a:r>
              <a:t>            "an old queued packet must not release the soft SafeStop");</a:t>
            </a:r>
          </a:p>
          <a:p xmlns:a="http://schemas.openxmlformats.org/drawingml/2006/main">
            <a:r>
              <a:t>    require(lease.safe_stop_active(),</a:t>
            </a:r>
          </a:p>
          <a:p xmlns:a="http://schemas.openxmlformats.org/drawingml/2006/main">
            <a:r>
              <a:t>            "rejected queued input must leave SafeStop active");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cpp/host/tests/control_lease_test.cpp:77-84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cpp/host/tests/control_lease_test.cpp:77-84  test_stale_queued_packet_cannot_release_safe_stop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cpp/host/src/control/control_lease.hpp:51-181  ControlLease</a:t>
            </a:r>
          </a:p>
          <a:p xmlns:a="http://schemas.openxmlformats.org/drawingml/2006/main">
            <a:r>
              <a:t>cpp/host/src/simulation_host_session.cpp:412-575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cpp/host/src/control/control_lease.hpp:51-181  ControlLease</a:t>
            </a:r>
          </a:p>
          <a:p xmlns:a="http://schemas.openxmlformats.org/drawingml/2006/main">
            <a:r>
              <a:t>cpp/host/src/simulation_host_session.cpp:412-575  SimulationHost::handle_simulation_reset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유효 입력과 최신 상태의 경계를 이해했으므로 계산의 재료인 지면 자료를 읽습니다.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cpp/host/src/websocket/ws_server.cpp:66-90  WsSession::send_binary</a:t>
            </a:r>
          </a:p>
          <a:p xmlns:a="http://schemas.openxmlformats.org/drawingml/2006/main">
            <a:r>
              <a:t>cpp/host/src/websocket/ws_server.cpp:177-220  WsSession::do_write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cpp/host/src/websocket/ws_server.cpp:66-90  WsSession::send_binary</a:t>
            </a:r>
          </a:p>
          <a:p xmlns:a="http://schemas.openxmlformats.org/drawingml/2006/main">
            <a:r>
              <a:t>cpp/host/src/websocket/ws_server.cpp:177-220  WsSession::do_write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A가 전송 중일 때 대기 B는 C, D로 교체됩니다.</a:t>
            </a:r>
          </a:p>
          <a:p xmlns:a="http://schemas.openxmlformats.org/drawingml/2006/main">
            <a:r>
              <a:t>A 바이트는 쓰기 완료까지 보존하며 그 뒤 최신 D를 보냅니다.</a:t>
            </a:r>
          </a:p>
          <a:p xmlns:a="http://schemas.openxmlformats.org/drawingml/2006/main">
            <a:r>
              <a:t>오른쪽 message와 self 캡처가 완료까지 객체 수명을 잇습니다.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cpp/host/src/websocket/ws_server.cpp:66-90  WsSession::send_binary</a:t>
            </a:r>
          </a:p>
          <a:p xmlns:a="http://schemas.openxmlformats.org/drawingml/2006/main">
            <a:r>
              <a:t>cpp/host/src/websocket/ws_server.cpp:177-220  WsSession::do_write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if (closed_ || close_requested_) {</a:t>
            </a:r>
          </a:p>
          <a:p xmlns:a="http://schemas.openxmlformats.org/drawingml/2006/main">
            <a:r>
              <a:t>        return;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// State broadcast is latest-wins; keep the write in progress and one pending update.</a:t>
            </a:r>
          </a:p>
          <a:p xmlns:a="http://schemas.openxmlformats.org/drawingml/2006/main">
            <a:r>
              <a:t>    if (write_in_progress_ &amp;&amp; write_queue_.size() &gt;= 2) {</a:t>
            </a:r>
          </a:p>
          <a:p xmlns:a="http://schemas.openxmlformats.org/drawingml/2006/main">
            <a:r>
              <a:t>        write_queue_.back() = std::move(message);</a:t>
            </a:r>
          </a:p>
          <a:p xmlns:a="http://schemas.openxmlformats.org/drawingml/2006/main">
            <a:r>
              <a:t>        return;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cpp/host/src/websocket/ws_server.cpp:72-80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cpp/host/src/websocket/ws_server.cpp:72-80  WsSession::send_binary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cpp/host/src/websocket/ws_server.cpp:66-90  WsSession::send_binary</a:t>
            </a:r>
          </a:p>
          <a:p xmlns:a="http://schemas.openxmlformats.org/drawingml/2006/main">
            <a:r>
              <a:t>cpp/host/src/websocket/ws_server.cpp:177-220  WsSession::do_write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cpp/host/src/websocket/ws_server.cpp:66-90  WsSession::send_binary</a:t>
            </a:r>
          </a:p>
          <a:p xmlns:a="http://schemas.openxmlformats.org/drawingml/2006/main">
            <a:r>
              <a:t>cpp/host/src/websocket/ws_server.cpp:177-220  WsSession::do_write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write_in_progress_ = true;</a:t>
            </a:r>
          </a:p>
          <a:p xmlns:a="http://schemas.openxmlformats.org/drawingml/2006/main">
            <a:r>
              <a:t>    ws_.binary(true);</a:t>
            </a:r>
          </a:p>
          <a:p xmlns:a="http://schemas.openxmlformats.org/drawingml/2006/main">
            <a:r>
              <a:t>    auto message = write_queue_.front();</a:t>
            </a:r>
          </a:p>
          <a:p xmlns:a="http://schemas.openxmlformats.org/drawingml/2006/main">
            <a:r>
              <a:t>    ws_.async_write(net::buffer(*message),</a:t>
            </a:r>
          </a:p>
          <a:p xmlns:a="http://schemas.openxmlformats.org/drawingml/2006/main">
            <a:r>
              <a:t>        [self = shared_from_this(), message](beast::error_code ec, std::size_t) {</a:t>
            </a:r>
          </a:p>
          <a:p xmlns:a="http://schemas.openxmlformats.org/drawingml/2006/main">
            <a:r>
              <a:t>            self-&gt;write_in_progress_ = false;</a:t>
            </a:r>
          </a:p>
          <a:p xmlns:a="http://schemas.openxmlformats.org/drawingml/2006/main">
            <a:r>
              <a:t>            if (ec) {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cpp/host/src/websocket/ws_server.cpp:181-187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cpp/host/src/websocket/ws_server.cpp:181-187  WsSession::do_write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cpp/host/src/websocket/ws_server.cpp:66-90  WsSession::send_binary</a:t>
            </a:r>
          </a:p>
          <a:p xmlns:a="http://schemas.openxmlformats.org/drawingml/2006/main">
            <a:r>
              <a:t>cpp/host/src/websocket/ws_server.cpp:177-220  WsSession::do_write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cpp/host/src/websocket/ws_server.cpp:66-90  WsSession::send_binary</a:t>
            </a:r>
          </a:p>
          <a:p xmlns:a="http://schemas.openxmlformats.org/drawingml/2006/main">
            <a:r>
              <a:t>cpp/host/src/websocket/ws_server.cpp:177-220  WsSession::do_write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cpp/host/src/websocket/ws_server.cpp:66-90  WsSession::send_binary</a:t>
            </a:r>
          </a:p>
          <a:p xmlns:a="http://schemas.openxmlformats.org/drawingml/2006/main">
            <a:r>
              <a:t>cpp/host/src/websocket/ws_server.cpp:177-220  WsSession::do_write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2장 신뢰할 입력과 비동기 통신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확보한 하중이 구동과 회전에 어떤 한계를 주는지 계산합니다.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확보한 하중이 구동과 회전에 어떤 한계를 주는지 계산합니다.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접점 위치를 구했으므로 그 접점이 얼마의 힘으로 차량을 지지하는지 계산합니다.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cpp/host/src/terrain/ground_query.hpp:54-74  GroundHit</a:t>
            </a:r>
          </a:p>
          <a:p xmlns:a="http://schemas.openxmlformats.org/drawingml/2006/main">
            <a:r>
              <a:t>cpp/host/src/terrain/heightfield_ground_query.cpp:440-539  HeightfieldGroundQuery::query_down</a:t>
            </a:r>
          </a:p>
          <a:p xmlns:a="http://schemas.openxmlformats.org/drawingml/2006/main">
            <a:r>
              <a:t>cpp/host/src/terrain/map_package_runtime.hpp:46-52  RuntimeMapPackage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cpp/host/src/terrain/ground_query.hpp:54-74  GroundHit</a:t>
            </a:r>
          </a:p>
          <a:p xmlns:a="http://schemas.openxmlformats.org/drawingml/2006/main">
            <a:r>
              <a:t>cpp/host/src/terrain/heightfield_ground_query.cpp:440-539  HeightfieldGroundQuery::query_down</a:t>
            </a:r>
          </a:p>
          <a:p xmlns:a="http://schemas.openxmlformats.org/drawingml/2006/main">
            <a:r>
              <a:t>cpp/host/src/terrain/map_package_runtime.hpp:46-52  RuntimeMapPackage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원리 설명용 개념도입니다. 실제 프로젝트 화면, 측정값 또는 기계 설계도가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cpp/host/src/terrain/ground_query.hpp:54-74  GroundHit</a:t>
            </a:r>
          </a:p>
          <a:p xmlns:a="http://schemas.openxmlformats.org/drawingml/2006/main">
            <a:r>
              <a:t>cpp/host/src/terrain/heightfield_ground_query.cpp:440-539  HeightfieldGroundQuery::query_down</a:t>
            </a:r>
          </a:p>
          <a:p xmlns:a="http://schemas.openxmlformats.org/drawingml/2006/main">
            <a:r>
              <a:t>cpp/host/src/terrain/map_package_runtime.hpp:46-52  RuntimeMapPackage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cpp/host/src/terrain/ground_query.hpp:54-74  GroundHit</a:t>
            </a:r>
          </a:p>
          <a:p xmlns:a="http://schemas.openxmlformats.org/drawingml/2006/main">
            <a:r>
              <a:t>cpp/host/src/terrain/heightfield_ground_query.cpp:440-539  HeightfieldGroundQuery::query_down</a:t>
            </a:r>
          </a:p>
          <a:p xmlns:a="http://schemas.openxmlformats.org/drawingml/2006/main">
            <a:r>
              <a:t>cpp/host/src/terrain/map_package_runtime.hpp:46-52  RuntimeMapPackage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std::array&lt;double, 3&gt; weights{};</a:t>
            </a:r>
          </a:p>
          <a:p xmlns:a="http://schemas.openxmlformats.org/drawingml/2006/main">
            <a:r>
              <a:t>    if (local_row &lt;= local_column) {</a:t>
            </a:r>
          </a:p>
          <a:p xmlns:a="http://schemas.openxmlformats.org/drawingml/2006/main">
            <a:r>
              <a:t>        triangle = {&amp;p00, &amp;p10, &amp;p11};</a:t>
            </a:r>
          </a:p>
          <a:p xmlns:a="http://schemas.openxmlformats.org/drawingml/2006/main">
            <a:r>
              <a:t>        weights = {</a:t>
            </a:r>
          </a:p>
          <a:p xmlns:a="http://schemas.openxmlformats.org/drawingml/2006/main">
            <a:r>
              <a:t>            1.0 - local_column,</a:t>
            </a:r>
          </a:p>
          <a:p xmlns:a="http://schemas.openxmlformats.org/drawingml/2006/main">
            <a:r>
              <a:t>            local_column - local_row,</a:t>
            </a:r>
          </a:p>
          <a:p xmlns:a="http://schemas.openxmlformats.org/drawingml/2006/main">
            <a:r>
              <a:t>            local_row};</a:t>
            </a:r>
          </a:p>
          <a:p xmlns:a="http://schemas.openxmlformats.org/drawingml/2006/main">
            <a:r>
              <a:t>    } else {</a:t>
            </a:r>
          </a:p>
          <a:p xmlns:a="http://schemas.openxmlformats.org/drawingml/2006/main">
            <a:r>
              <a:t>        triangle = {&amp;p00, &amp;p11, &amp;p01};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cpp/host/src/terrain/heightfield_ground_query.cpp:499-507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cpp/host/src/terrain/heightfield_ground_query.cpp:499-507  HeightfieldGroundQuery::query_down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cpp/host/src/terrain/ground_query.hpp:54-74  GroundHit</a:t>
            </a:r>
          </a:p>
          <a:p xmlns:a="http://schemas.openxmlformats.org/drawingml/2006/main">
            <a:r>
              <a:t>cpp/host/src/terrain/heightfield_ground_query.cpp:440-539  HeightfieldGroundQuery::query_down</a:t>
            </a:r>
          </a:p>
          <a:p xmlns:a="http://schemas.openxmlformats.org/drawingml/2006/main">
            <a:r>
              <a:t>cpp/host/src/terrain/map_package_runtime.hpp:46-52  RuntimeMapPackage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cpp/host/src/terrain/ground_query.hpp:54-74  GroundHit</a:t>
            </a:r>
          </a:p>
          <a:p xmlns:a="http://schemas.openxmlformats.org/drawingml/2006/main">
            <a:r>
              <a:t>cpp/host/src/terrain/heightfield_ground_query.cpp:440-539  HeightfieldGroundQuery::query_down</a:t>
            </a:r>
          </a:p>
          <a:p xmlns:a="http://schemas.openxmlformats.org/drawingml/2006/main">
            <a:r>
              <a:t>cpp/host/src/terrain/map_package_runtime.hpp:46-52  RuntimeMapPackage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// u=.75, v=.25 selects P00/P10/P11: .25*0 + .5*10 + .25*40.</a:t>
            </a:r>
          </a:p>
          <a:p xmlns:a="http://schemas.openxmlformats.org/drawingml/2006/main">
            <a:r>
              <a:t>    const auto lower = ground.query_down({{11.5, 20.75, 50.0}, 50.0});</a:t>
            </a:r>
          </a:p>
          <a:p xmlns:a="http://schemas.openxmlformats.org/drawingml/2006/main">
            <a:r>
              <a:t>    require(lower.has_value() &amp;&amp; close(lower-&gt;point_enu.up_m, 15.0)</a:t>
            </a:r>
          </a:p>
          <a:p xmlns:a="http://schemas.openxmlformats.org/drawingml/2006/main">
            <a:r>
              <a:t>            &amp;&amp; close(lower-&gt;distance_m, 35.0)</a:t>
            </a:r>
          </a:p>
          <a:p xmlns:a="http://schemas.openxmlformats.org/drawingml/2006/main">
            <a:r>
              <a:t>            &amp;&amp; lower-&gt;surface_material_id</a:t>
            </a:r>
          </a:p>
          <a:p xmlns:a="http://schemas.openxmlformats.org/drawingml/2006/main">
            <a:r>
              <a:t>                == simcore_host::GroundSurfaceMaterialId::Default</a:t>
            </a:r>
          </a:p>
          <a:p xmlns:a="http://schemas.openxmlformats.org/drawingml/2006/main">
            <a:r>
              <a:t>            &amp;&amp; close(lower-&gt;friction_multiplier, 1.0),</a:t>
            </a:r>
          </a:p>
          <a:p xmlns:a="http://schemas.openxmlformats.org/drawingml/2006/main">
            <a:r>
              <a:t>            "v1 must preserve interpolation and default material metadata");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cpp/host/tests/heightfield_ground_query_test.cpp:214-221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cpp/host/tests/heightfield_ground_query_test.cpp:214-221  test_fixed_diagonal_interpolates_measured_height_and_normal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cpp/host/src/terrain/ground_query.hpp:54-74  GroundHit</a:t>
            </a:r>
          </a:p>
          <a:p xmlns:a="http://schemas.openxmlformats.org/drawingml/2006/main">
            <a:r>
              <a:t>cpp/host/src/terrain/heightfield_ground_query.cpp:440-539  HeightfieldGroundQuery::query_down</a:t>
            </a:r>
          </a:p>
          <a:p xmlns:a="http://schemas.openxmlformats.org/drawingml/2006/main">
            <a:r>
              <a:t>cpp/host/src/terrain/map_package_runtime.hpp:46-52  RuntimeMapPackage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cpp/host/src/terrain/ground_query.hpp:54-74  GroundHit</a:t>
            </a:r>
          </a:p>
          <a:p xmlns:a="http://schemas.openxmlformats.org/drawingml/2006/main">
            <a:r>
              <a:t>cpp/host/src/terrain/heightfield_ground_query.cpp:440-539  HeightfieldGroundQuery::query_down</a:t>
            </a:r>
          </a:p>
          <a:p xmlns:a="http://schemas.openxmlformats.org/drawingml/2006/main">
            <a:r>
              <a:t>cpp/host/src/terrain/map_package_runtime.hpp:46-52  RuntimeMapPackage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cpp/host/src/terrain/ground_query.hpp:54-74  GroundHit</a:t>
            </a:r>
          </a:p>
          <a:p xmlns:a="http://schemas.openxmlformats.org/drawingml/2006/main">
            <a:r>
              <a:t>cpp/host/src/terrain/heightfield_ground_query.cpp:440-539  HeightfieldGroundQuery::query_down</a:t>
            </a:r>
          </a:p>
          <a:p xmlns:a="http://schemas.openxmlformats.org/drawingml/2006/main">
            <a:r>
              <a:t>cpp/host/src/terrain/map_package_runtime.hpp:46-52  RuntimeMapPackage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수직 하중을 계산했으므로 이 하중이 구동 토크의 상한을 어떻게 만드는지 살펴봅니다.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cpp/host/src/physics/suspension_model.hpp:43-74  evaluate_suspension</a:t>
            </a:r>
          </a:p>
          <a:p xmlns:a="http://schemas.openxmlformats.org/drawingml/2006/main">
            <a:r>
              <a:t>cpp/host/src/physics/vehicle_physics.hpp:46-59  WheelState</a:t>
            </a:r>
          </a:p>
          <a:p xmlns:a="http://schemas.openxmlformats.org/drawingml/2006/main">
            <a:r>
              <a:t>cpp/host/src/physics/vehicle_physics.hpp:31-38  VehicleInput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cpp/host/src/physics/suspension_model.hpp:43-74  evaluate_suspension</a:t>
            </a:r>
          </a:p>
          <a:p xmlns:a="http://schemas.openxmlformats.org/drawingml/2006/main">
            <a:r>
              <a:t>cpp/host/src/physics/vehicle_physics.hpp:46-59  WheelState</a:t>
            </a:r>
          </a:p>
          <a:p xmlns:a="http://schemas.openxmlformats.org/drawingml/2006/main">
            <a:r>
              <a:t>cpp/host/src/physics/vehicle_physics.hpp:31-38  VehicleInput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교육용 개념도, 실제 프로젝트 화면이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cpp/host/src/physics/suspension_model.hpp:43-74  evaluate_suspension</a:t>
            </a:r>
          </a:p>
          <a:p xmlns:a="http://schemas.openxmlformats.org/drawingml/2006/main">
            <a:r>
              <a:t>cpp/host/src/physics/vehicle_physics.hpp:46-59  WheelState</a:t>
            </a:r>
          </a:p>
          <a:p xmlns:a="http://schemas.openxmlformats.org/drawingml/2006/main">
            <a:r>
              <a:t>cpp/host/src/physics/vehicle_physics.hpp:31-38  VehicleInput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cpp/host/src/physics/suspension_model.hpp:43-74  evaluate_suspension</a:t>
            </a:r>
          </a:p>
          <a:p xmlns:a="http://schemas.openxmlformats.org/drawingml/2006/main">
            <a:r>
              <a:t>cpp/host/src/physics/vehicle_physics.hpp:46-59  WheelState</a:t>
            </a:r>
          </a:p>
          <a:p xmlns:a="http://schemas.openxmlformats.org/drawingml/2006/main">
            <a:r>
              <a:t>cpp/host/src/physics/vehicle_physics.hpp:31-38  VehicleInput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const float spring_force = parameters.spring_rate_n_per_m</a:t>
            </a:r>
          </a:p>
          <a:p xmlns:a="http://schemas.openxmlformats.org/drawingml/2006/main">
            <a:r>
              <a:t>        * std::max(0.f, compression);</a:t>
            </a:r>
          </a:p>
          <a:p xmlns:a="http://schemas.openxmlformats.org/drawingml/2006/main">
            <a:r>
              <a:t>    const float damper_force = parameters.damper_rate_n_s_per_m</a:t>
            </a:r>
          </a:p>
          <a:p xmlns:a="http://schemas.openxmlformats.org/drawingml/2006/main">
            <a:r>
              <a:t>        * compression_velocity;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  return {</a:t>
            </a:r>
          </a:p>
          <a:p xmlns:a="http://schemas.openxmlformats.org/drawingml/2006/main">
            <a:r>
              <a:t>        bounded_length,</a:t>
            </a:r>
          </a:p>
          <a:p xmlns:a="http://schemas.openxmlformats.org/drawingml/2006/main">
            <a:r>
              <a:t>        compression,</a:t>
            </a:r>
          </a:p>
          <a:p xmlns:a="http://schemas.openxmlformats.org/drawingml/2006/main">
            <a:r>
              <a:t>        compression_velocity,</a:t>
            </a:r>
          </a:p>
          <a:p xmlns:a="http://schemas.openxmlformats.org/drawingml/2006/main">
            <a:r>
              <a:t>        std::clamp(spring_force + damper_force, 0.f, parameters.max_force_n)};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cpp/host/src/physics/suspension_model.hpp:64-73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cpp/host/src/physics/suspension_model.hpp:64-73  evaluate_suspension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cpp/host/src/physics/suspension_model.hpp:43-74  evaluate_suspension</a:t>
            </a:r>
          </a:p>
          <a:p xmlns:a="http://schemas.openxmlformats.org/drawingml/2006/main">
            <a:r>
              <a:t>cpp/host/src/physics/vehicle_physics.hpp:46-59  WheelState</a:t>
            </a:r>
          </a:p>
          <a:p xmlns:a="http://schemas.openxmlformats.org/drawingml/2006/main">
            <a:r>
              <a:t>cpp/host/src/physics/vehicle_physics.hpp:31-38  VehicleInput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cpp/host/src/physics/suspension_model.hpp:43-74  evaluate_suspension</a:t>
            </a:r>
          </a:p>
          <a:p xmlns:a="http://schemas.openxmlformats.org/drawingml/2006/main">
            <a:r>
              <a:t>cpp/host/src/physics/vehicle_physics.hpp:46-59  WheelState</a:t>
            </a:r>
          </a:p>
          <a:p xmlns:a="http://schemas.openxmlformats.org/drawingml/2006/main">
            <a:r>
              <a:t>cpp/host/src/physics/vehicle_physics.hpp:31-38  VehicleInput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const auto compressed = simcore_host::evaluate_suspension(</a:t>
            </a:r>
          </a:p>
          <a:p xmlns:a="http://schemas.openxmlformats.org/drawingml/2006/main">
            <a:r>
              <a:t>        parameters, -10.f, 0.f, false, 0.01f);</a:t>
            </a:r>
          </a:p>
          <a:p xmlns:a="http://schemas.openxmlformats.org/drawingml/2006/main">
            <a:r>
              <a:t>    require(std::abs(compressed.bounded_length_m - 0.3f) &lt; 1e-6f,</a:t>
            </a:r>
          </a:p>
          <a:p xmlns:a="http://schemas.openxmlformats.org/drawingml/2006/main">
            <a:r>
              <a:t>            "suspension length must stop at the compression stroke bound");</a:t>
            </a:r>
          </a:p>
          <a:p xmlns:a="http://schemas.openxmlformats.org/drawingml/2006/main">
            <a:r>
              <a:t>    require(std::abs(compressed.compression_m - 0.1f) &lt; 1e-6f,</a:t>
            </a:r>
          </a:p>
          <a:p xmlns:a="http://schemas.openxmlformats.org/drawingml/2006/main">
            <a:r>
              <a:t>            "suspension compression must be bounded");</a:t>
            </a:r>
          </a:p>
          <a:p xmlns:a="http://schemas.openxmlformats.org/drawingml/2006/main">
            <a:r>
              <a:t>    require(compressed.normal_force_n == parameters.max_force_n,</a:t>
            </a:r>
          </a:p>
          <a:p xmlns:a="http://schemas.openxmlformats.org/drawingml/2006/main">
            <a:r>
              <a:t>            "spring force must stop at the configured maximum");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cpp/host/tests/vehicle_physics_test.cpp:786-793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cpp/host/tests/vehicle_physics_test.cpp:786-793  test_suspension_model_clamps_stroke_and_force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cpp/host/src/physics/suspension_model.hpp:43-74  evaluate_suspension</a:t>
            </a:r>
          </a:p>
          <a:p xmlns:a="http://schemas.openxmlformats.org/drawingml/2006/main">
            <a:r>
              <a:t>cpp/host/src/physics/vehicle_physics.hpp:46-59  WheelState</a:t>
            </a:r>
          </a:p>
          <a:p xmlns:a="http://schemas.openxmlformats.org/drawingml/2006/main">
            <a:r>
              <a:t>cpp/host/src/physics/vehicle_physics.hpp:31-38  VehicleInput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cpp/host/src/physics/suspension_model.hpp:43-74  evaluate_suspension</a:t>
            </a:r>
          </a:p>
          <a:p xmlns:a="http://schemas.openxmlformats.org/drawingml/2006/main">
            <a:r>
              <a:t>cpp/host/src/physics/vehicle_physics.hpp:46-59  WheelState</a:t>
            </a:r>
          </a:p>
          <a:p xmlns:a="http://schemas.openxmlformats.org/drawingml/2006/main">
            <a:r>
              <a:t>cpp/host/src/physics/vehicle_physics.hpp:31-38  VehicleInput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cpp/host/src/physics/suspension_model.hpp:43-74  evaluate_suspension</a:t>
            </a:r>
          </a:p>
          <a:p xmlns:a="http://schemas.openxmlformats.org/drawingml/2006/main">
            <a:r>
              <a:t>cpp/host/src/physics/vehicle_physics.hpp:46-59  WheelState</a:t>
            </a:r>
          </a:p>
          <a:p xmlns:a="http://schemas.openxmlformats.org/drawingml/2006/main">
            <a:r>
              <a:t>cpp/host/src/physics/vehicle_physics.hpp:31-38  VehicleInput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3장 지면에서 지지력까지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타이어 힘 외에 충돌이 속도와 회전을 바꾸는 방법을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타이어 힘 외에 충돌이 속도와 회전을 바꾸는 방법을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종방향 구동을 이해했으므로 같은 타이어가 횡방향 회전에 힘을 쓰는 상황으로 확장합니다.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cpp/host/src/physics/vehicle_physics.cpp:767-815  VehiclePhysics::update</a:t>
            </a:r>
          </a:p>
          <a:p xmlns:a="http://schemas.openxmlformats.org/drawingml/2006/main">
            <a:r>
              <a:t>cpp/host/src/physics/vehicle_physics.cpp:1044-1109  VehiclePhysics::update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docs/worklogs/2026-09-08.md:98-132  연석 걸침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cpp/host/src/physics/vehicle_physics.cpp:767-815  VehiclePhysics::update</a:t>
            </a:r>
          </a:p>
          <a:p xmlns:a="http://schemas.openxmlformats.org/drawingml/2006/main">
            <a:r>
              <a:t>cpp/host/src/physics/vehicle_physics.cpp:1044-1109  VehiclePhysics::update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docs/worklogs/2026-09-08.md:98-132  연석 걸침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const bool drive_force_suppressed = forward_limiter_active</a:t>
            </a:r>
          </a:p>
          <a:p xmlns:a="http://schemas.openxmlformats.org/drawingml/2006/main">
            <a:r>
              <a:t>        || reverse_limiter_active</a:t>
            </a:r>
          </a:p>
          <a:p xmlns:a="http://schemas.openxmlformats.org/drawingml/2006/main">
            <a:r>
              <a:t>        || in.brake &gt; 0.f;</a:t>
            </a:r>
          </a:p>
          <a:p xmlns:a="http://schemas.openxmlformats.org/drawingml/2006/main">
            <a:r>
              <a:t>    const float desired_drive_force = drive_force_suppressed</a:t>
            </a:r>
          </a:p>
          <a:p xmlns:a="http://schemas.openxmlformats.org/drawingml/2006/main">
            <a:r>
              <a:t>        ? 0.f</a:t>
            </a:r>
          </a:p>
          <a:p xmlns:a="http://schemas.openxmlformats.org/drawingml/2006/main">
            <a:r>
              <a:t>        : gear_sign * in.throttle * available_drive_force;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cpp/host/src/physics/vehicle_physics.cpp:787-792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cpp/host/src/physics/vehicle_physics.cpp:787-792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cpp/host/src/physics/vehicle_physics.cpp:767-815  VehiclePhysics::update</a:t>
            </a:r>
          </a:p>
          <a:p xmlns:a="http://schemas.openxmlformats.org/drawingml/2006/main">
            <a:r>
              <a:t>cpp/host/src/physics/vehicle_physics.cpp:1044-1109  VehiclePhysics::update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docs/worklogs/2026-09-08.md:98-132  연석 걸침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무하중 바퀴가 개방형 차동의 양쪽 토크를 제한합니다.</a:t>
            </a:r>
          </a:p>
          <a:p xmlns:a="http://schemas.openxmlformats.org/drawingml/2006/main">
            <a:r>
              <a:t>주황색 제동 반력은 접지·제동 한도 안에서 전달을 돕습니다.</a:t>
            </a:r>
          </a:p>
          <a:p xmlns:a="http://schemas.openxmlformats.org/drawingml/2006/main">
            <a:r>
              <a:t>D·R은 요구 방향을 바꾸며 공중에 접지력을 만들지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cpp/host/src/physics/vehicle_physics.cpp:1044-1109  VehiclePhysics::update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const float traction_brake_capacity = parameters_.max_service_brake_n</a:t>
            </a:r>
          </a:p>
          <a:p xmlns:a="http://schemas.openxmlformats.org/drawingml/2006/main">
            <a:r>
              <a:t>            * brake_axle_fraction * 0.5f * parameters_.tire_radius_m * brake_assist_scale;</a:t>
            </a:r>
          </a:p>
          <a:p xmlns:a="http://schemas.openxmlformats.org/drawingml/2006/main">
            <a:r>
              <a:t>        const float torque_capacity_per_wheel = std::min(</a:t>
            </a:r>
          </a:p>
          <a:p xmlns:a="http://schemas.openxmlformats.org/drawingml/2006/main">
            <a:r>
              <a:t>            std::max(left_torque_capacity, right_torque_capacity),</a:t>
            </a:r>
          </a:p>
          <a:p xmlns:a="http://schemas.openxmlformats.org/drawingml/2006/main">
            <a:r>
              <a:t>            std::min(left_torque_capacity, right_torque_capacity)</a:t>
            </a:r>
          </a:p>
          <a:p xmlns:a="http://schemas.openxmlformats.org/drawingml/2006/main">
            <a:r>
              <a:t>                + traction_brake_capacity);</a:t>
            </a:r>
          </a:p>
          <a:p xmlns:a="http://schemas.openxmlformats.org/drawingml/2006/main">
            <a:r>
              <a:t>        axle_drive_torque_per_wheel[axle] = std::clamp(</a:t>
            </a:r>
          </a:p>
          <a:p xmlns:a="http://schemas.openxmlformats.org/drawingml/2006/main">
            <a:r>
              <a:t>            requested_torque_per_wheel,</a:t>
            </a:r>
          </a:p>
          <a:p xmlns:a="http://schemas.openxmlformats.org/drawingml/2006/main">
            <a:r>
              <a:t>            -torque_capacity_per_wheel,</a:t>
            </a:r>
          </a:p>
          <a:p xmlns:a="http://schemas.openxmlformats.org/drawingml/2006/main">
            <a:r>
              <a:t>            torque_capacity_per_wheel);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cpp/host/src/physics/vehicle_physics.cpp:1094-1103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cpp/host/src/physics/vehicle_physics.cpp:1094-1103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cpp/host/src/physics/vehicle_physics.cpp:767-815  VehiclePhysics::update</a:t>
            </a:r>
          </a:p>
          <a:p xmlns:a="http://schemas.openxmlformats.org/drawingml/2006/main">
            <a:r>
              <a:t>cpp/host/src/physics/vehicle_physics.cpp:1044-1109  VehiclePhysics::update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docs/worklogs/2026-09-08.md:98-132  연석 걸침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cpp/host/src/physics/vehicle_physics.cpp:767-815  VehiclePhysics::update</a:t>
            </a:r>
          </a:p>
          <a:p xmlns:a="http://schemas.openxmlformats.org/drawingml/2006/main">
            <a:r>
              <a:t>cpp/host/src/physics/vehicle_physics.cpp:1044-1109  VehiclePhysics::update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docs/worklogs/2026-09-08.md:98-132  연석 걸침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cpp/host/src/physics/vehicle_physics.cpp:767-815  VehiclePhysics::update</a:t>
            </a:r>
          </a:p>
          <a:p xmlns:a="http://schemas.openxmlformats.org/drawingml/2006/main">
            <a:r>
              <a:t>cpp/host/src/physics/vehicle_physics.cpp:1044-1109  VehiclePhysics::update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docs/worklogs/2026-09-08.md:98-132  연석 걸침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cpp/host/src/physics/vehicle_physics.cpp:767-815  VehiclePhysics::update</a:t>
            </a:r>
          </a:p>
          <a:p xmlns:a="http://schemas.openxmlformats.org/drawingml/2006/main">
            <a:r>
              <a:t>cpp/host/src/physics/vehicle_physics.cpp:1044-1109  VehiclePhysics::update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docs/worklogs/2026-09-08.md:98-132  연석 걸침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원리를 여러 질량과 치수에 적용하면 차종별 물리 차이를 이해할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cpp/host/src/physics/vehicle_physics.cpp:875-888  VehiclePhysics::update</a:t>
            </a:r>
          </a:p>
          <a:p xmlns:a="http://schemas.openxmlformats.org/drawingml/2006/main">
            <a:r>
              <a:t>cpp/host/src/physics/vehicle_physics.cpp:995-1035  VehiclePhysics::update</a:t>
            </a:r>
          </a:p>
          <a:p xmlns:a="http://schemas.openxmlformats.org/drawingml/2006/main">
            <a:r>
              <a:t>cpp/host/src/physics/vehicle_physics.cpp:1398-1403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cpp/host/src/physics/vehicle_physics.cpp:875-888  VehiclePhysics::update</a:t>
            </a:r>
          </a:p>
          <a:p xmlns:a="http://schemas.openxmlformats.org/drawingml/2006/main">
            <a:r>
              <a:t>cpp/host/src/physics/vehicle_physics.cpp:995-1035  VehiclePhysics::update</a:t>
            </a:r>
          </a:p>
          <a:p xmlns:a="http://schemas.openxmlformats.org/drawingml/2006/main">
            <a:r>
              <a:t>cpp/host/src/physics/vehicle_physics.cpp:1398-1403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std::array&lt;float, 4&gt; solver_wheel_steering_angles{};</a:t>
            </a:r>
          </a:p>
          <a:p xmlns:a="http://schemas.openxmlformats.org/drawingml/2006/main">
            <a:r>
              <a:t>    if (std::abs(solver_steering_angle) &gt; 1e-6f) {</a:t>
            </a:r>
          </a:p>
          <a:p xmlns:a="http://schemas.openxmlformats.org/drawingml/2006/main">
            <a:r>
              <a:t>        const float steering_sign = std::copysign(1.f, solver_steering_angle);</a:t>
            </a:r>
          </a:p>
          <a:p xmlns:a="http://schemas.openxmlformats.org/drawingml/2006/main">
            <a:r>
              <a:t>        const float centre_radius = parameters_.wheelbase_m</a:t>
            </a:r>
          </a:p>
          <a:p xmlns:a="http://schemas.openxmlformats.org/drawingml/2006/main">
            <a:r>
              <a:t>            / std::abs(std::tan(solver_steering_angle));</a:t>
            </a:r>
          </a:p>
          <a:p xmlns:a="http://schemas.openxmlformats.org/drawingml/2006/main">
            <a:r>
              <a:t>        for (std::size_t index = 0; index &lt; 2; ++index) {</a:t>
            </a:r>
          </a:p>
          <a:p xmlns:a="http://schemas.openxmlformats.org/drawingml/2006/main">
            <a:r>
              <a:t>            const float wheel_radius = std::max(</a:t>
            </a:r>
          </a:p>
          <a:p xmlns:a="http://schemas.openxmlformats.org/drawingml/2006/main">
            <a:r>
              <a:t>                0.05f, centre_radius - steering_sign * wheel_y[index]);</a:t>
            </a:r>
          </a:p>
          <a:p xmlns:a="http://schemas.openxmlformats.org/drawingml/2006/main">
            <a:r>
              <a:t>            solver_wheel_steering_angles[index] = steering_sign</a:t>
            </a:r>
          </a:p>
          <a:p xmlns:a="http://schemas.openxmlformats.org/drawingml/2006/main">
            <a:r>
              <a:t>                * std::atan(parameters_.wheelbase_m / wheel_radius);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cpp/host/src/physics/vehicle_physics.cpp:877-886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cpp/host/src/physics/vehicle_physics.cpp:877-886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cpp/host/src/physics/vehicle_physics.cpp:875-888  VehiclePhysics::update</a:t>
            </a:r>
          </a:p>
          <a:p xmlns:a="http://schemas.openxmlformats.org/drawingml/2006/main">
            <a:r>
              <a:t>cpp/host/src/physics/vehicle_physics.cpp:995-1035  VehiclePhysics::update</a:t>
            </a:r>
          </a:p>
          <a:p xmlns:a="http://schemas.openxmlformats.org/drawingml/2006/main">
            <a:r>
              <a:t>cpp/host/src/physics/vehicle_physics.cpp:1398-1403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원리 설명용 개념도입니다. 실제 프로젝트 화면, 측정값 또는 기계 설계도가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cpp/host/src/physics/vehicle_physics.cpp:875-888  VehiclePhysics::update</a:t>
            </a:r>
          </a:p>
          <a:p xmlns:a="http://schemas.openxmlformats.org/drawingml/2006/main">
            <a:r>
              <a:t>cpp/host/src/physics/vehicle_physics.cpp:995-1035  VehiclePhysics::update</a:t>
            </a:r>
          </a:p>
          <a:p xmlns:a="http://schemas.openxmlformats.org/drawingml/2006/main">
            <a:r>
              <a:t>cpp/host/src/physics/vehicle_physics.cpp:1398-1403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cpp/host/src/physics/vehicle_physics.cpp:875-888  VehiclePhysics::update</a:t>
            </a:r>
          </a:p>
          <a:p xmlns:a="http://schemas.openxmlformats.org/drawingml/2006/main">
            <a:r>
              <a:t>cpp/host/src/physics/vehicle_physics.cpp:995-1035  VehiclePhysics::update</a:t>
            </a:r>
          </a:p>
          <a:p xmlns:a="http://schemas.openxmlformats.org/drawingml/2006/main">
            <a:r>
              <a:t>cpp/host/src/physics/vehicle_physics.cpp:1398-1403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longitudinal_force_reserve[index] = rear_handbrake_tire</a:t>
            </a:r>
          </a:p>
          <a:p xmlns:a="http://schemas.openxmlformats.org/drawingml/2006/main">
            <a:r>
              <a:t>            ? friction_limit</a:t>
            </a:r>
          </a:p>
          <a:p xmlns:a="http://schemas.openxmlformats.org/drawingml/2006/main">
            <a:r>
              <a:t>            : std::sqrt(std::max(</a:t>
            </a:r>
          </a:p>
          <a:p xmlns:a="http://schemas.openxmlformats.org/drawingml/2006/main">
            <a:r>
              <a:t>                0.f,</a:t>
            </a:r>
          </a:p>
          <a:p xmlns:a="http://schemas.openxmlformats.org/drawingml/2006/main">
            <a:r>
              <a:t>                friction_limit * friction_limit</a:t>
            </a:r>
          </a:p>
          <a:p xmlns:a="http://schemas.openxmlformats.org/drawingml/2006/main">
            <a:r>
              <a:t>                    - tire_force_y_by_wheel[index]</a:t>
            </a:r>
          </a:p>
          <a:p xmlns:a="http://schemas.openxmlformats.org/drawingml/2006/main">
            <a:r>
              <a:t>                        * tire_force_y_by_wheel[index]));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cpp/host/src/physics/vehicle_physics.cpp:1029-1035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cpp/host/src/physics/vehicle_physics.cpp:1029-1035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cpp/host/src/physics/vehicle_physics.cpp:875-888  VehiclePhysics::update</a:t>
            </a:r>
          </a:p>
          <a:p xmlns:a="http://schemas.openxmlformats.org/drawingml/2006/main">
            <a:r>
              <a:t>cpp/host/src/physics/vehicle_physics.cpp:995-1035  VehiclePhysics::update</a:t>
            </a:r>
          </a:p>
          <a:p xmlns:a="http://schemas.openxmlformats.org/drawingml/2006/main">
            <a:r>
              <a:t>cpp/host/src/physics/vehicle_physics.cpp:1398-1403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cpp/host/src/physics/vehicle_physics.cpp:875-888  VehiclePhysics::update</a:t>
            </a:r>
          </a:p>
          <a:p xmlns:a="http://schemas.openxmlformats.org/drawingml/2006/main">
            <a:r>
              <a:t>cpp/host/src/physics/vehicle_physics.cpp:995-1035  VehiclePhysics::update</a:t>
            </a:r>
          </a:p>
          <a:p xmlns:a="http://schemas.openxmlformats.org/drawingml/2006/main">
            <a:r>
              <a:t>cpp/host/src/physics/vehicle_physics.cpp:1398-1403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cpp/host/src/physics/vehicle_physics.cpp:875-888  VehiclePhysics::update</a:t>
            </a:r>
          </a:p>
          <a:p xmlns:a="http://schemas.openxmlformats.org/drawingml/2006/main">
            <a:r>
              <a:t>cpp/host/src/physics/vehicle_physics.cpp:995-1035  VehiclePhysics::update</a:t>
            </a:r>
          </a:p>
          <a:p xmlns:a="http://schemas.openxmlformats.org/drawingml/2006/main">
            <a:r>
              <a:t>cpp/host/src/physics/vehicle_physics.cpp:1398-1403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cpp/host/src/physics/vehicle_physics.cpp:875-888  VehiclePhysics::update</a:t>
            </a:r>
          </a:p>
          <a:p xmlns:a="http://schemas.openxmlformats.org/drawingml/2006/main">
            <a:r>
              <a:t>cpp/host/src/physics/vehicle_physics.cpp:995-1035  VehiclePhysics::update</a:t>
            </a:r>
          </a:p>
          <a:p xmlns:a="http://schemas.openxmlformats.org/drawingml/2006/main">
            <a:r>
              <a:t>cpp/host/src/physics/vehicle_physics.cpp:1398-1403  VehiclePhysics::update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차종별 질량과 관성을 이해했으므로 충돌에서 서로 다른 상대가 반응하는 이유를 계산합니다.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cpp/host/src/player_vehicle_profile.cpp:29-165  make_player_vehicle_parameters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하나의 차종에서 시각 모델과 물리 프로필이 갈라집니다.</a:t>
            </a:r>
          </a:p>
          <a:p xmlns:a="http://schemas.openxmlformats.org/drawingml/2006/main">
            <a:r>
              <a:t>주황색 점은 자동차 네 접점과 오토바이 중심선 두 접점입니다.</a:t>
            </a:r>
          </a:p>
          <a:p xmlns:a="http://schemas.openxmlformats.org/drawingml/2006/main">
            <a:r>
              <a:t>휠베이스는 앞뒤 축 사이, 반지름은 휠 중심부터 잽니다.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cpp/host/src/player_vehicle_profile.cpp:29-165  make_player_vehicle_parameters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cpp/host/src/player_vehicle_profile.cpp:29-165  make_player_vehicle_parameters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case RuntimeVehicleClass::Motorcycle:</a:t>
            </a:r>
          </a:p>
          <a:p xmlns:a="http://schemas.openxmlformats.org/drawingml/2006/main">
            <a:r>
              <a:t>        result.single_track = true;</a:t>
            </a:r>
          </a:p>
          <a:p xmlns:a="http://schemas.openxmlformats.org/drawingml/2006/main">
            <a:r>
              <a:t>        result.mass_kg = 240.f;</a:t>
            </a:r>
          </a:p>
          <a:p xmlns:a="http://schemas.openxmlformats.org/drawingml/2006/main">
            <a:r>
              <a:t>        result.wheelbase_m = 1.81f;</a:t>
            </a:r>
          </a:p>
          <a:p xmlns:a="http://schemas.openxmlformats.org/drawingml/2006/main">
            <a:r>
              <a:t>        result.max_steering_angle_rad = 0.5585054f; // 32 degrees</a:t>
            </a:r>
          </a:p>
          <a:p xmlns:a="http://schemas.openxmlformats.org/drawingml/2006/main">
            <a:r>
              <a:t>        result.steering_rate_rad_s = 2.4f;</a:t>
            </a:r>
          </a:p>
          <a:p xmlns:a="http://schemas.openxmlformats.org/drawingml/2006/main">
            <a:r>
              <a:t>        result.steering_return_rate_rad_s = 2.8f;</a:t>
            </a:r>
          </a:p>
          <a:p xmlns:a="http://schemas.openxmlformats.org/drawingml/2006/main">
            <a:r>
              <a:t>        result.max_drive_force_n = 1800.f;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cpp/host/src/player_vehicle_profile.cpp:114-121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cpp/host/src/player_vehicle_profile.cpp:114-121  make_player_vehicle_parameters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cpp/host/src/player_vehicle_profile.cpp:29-165  make_player_vehicle_parameters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cpp/host/src/player_vehicle_profile.cpp:29-165  make_player_vehicle_parameters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result.tire_radius_m = 0.336f;</a:t>
            </a:r>
          </a:p>
          <a:p xmlns:a="http://schemas.openxmlformats.org/drawingml/2006/main">
            <a:r>
              <a:t>        result.max_forward_speed_mps = 50.f;</a:t>
            </a:r>
          </a:p>
          <a:p xmlns:a="http://schemas.openxmlformats.org/drawingml/2006/main">
            <a:r>
              <a:t>        result.front_track_m = 0.60f;</a:t>
            </a:r>
          </a:p>
          <a:p xmlns:a="http://schemas.openxmlformats.org/drawingml/2006/main">
            <a:r>
              <a:t>        result.rear_track_m = 0.60f;</a:t>
            </a:r>
          </a:p>
          <a:p xmlns:a="http://schemas.openxmlformats.org/drawingml/2006/main">
            <a:r>
              <a:t>        result.cg_height_m = 0.42f;</a:t>
            </a:r>
          </a:p>
          <a:p xmlns:a="http://schemas.openxmlformats.org/drawingml/2006/main">
            <a:r>
              <a:t>        result.front_static_load_fraction = 0.82f / 1.81f;</a:t>
            </a:r>
          </a:p>
          <a:p xmlns:a="http://schemas.openxmlformats.org/drawingml/2006/main">
            <a:r>
              <a:t>        result.front_drive_torque_fraction = 0.f;</a:t>
            </a:r>
          </a:p>
          <a:p xmlns:a="http://schemas.openxmlformats.org/drawingml/2006/main">
            <a:r>
              <a:t>        result.yaw_inertia_kg_m2 = 210.f;</a:t>
            </a:r>
          </a:p>
          <a:p xmlns:a="http://schemas.openxmlformats.org/drawingml/2006/main">
            <a:r>
              <a:t>        result.pitch_inertia_kg_m2 = 180.f;</a:t>
            </a:r>
          </a:p>
          <a:p xmlns:a="http://schemas.openxmlformats.org/drawingml/2006/main">
            <a:r>
              <a:t>        result.roll_inertia_kg_m2 = 70.f;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cpp/host/src/player_vehicle_profile.cpp:131-140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cpp/host/src/player_vehicle_profile.cpp:131-140  make_player_vehicle_parameters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cpp/host/src/player_vehicle_profile.cpp:29-165  make_player_vehicle_parameters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cpp/host/src/player_vehicle_profile.cpp:29-165  make_player_vehicle_parameters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cpp/host/src/player_vehicle_profile.cpp:29-165  make_player_vehicle_parameters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4장 타이어가 차를 움직이는 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충돌체를 보고 NPC가 이동 경로를 고르는 과정을 살펴봅니다.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충돌체를 보고 NPC가 이동 경로를 고르는 과정을 살펴봅니다.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충돌체가 길을 차지하는 방식을 알았으므로 NPC 경로 판단에서 이를 어떻게 읽는지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cpp/host/src/collision/collision_world.cpp:1051-1232  CollisionWorld::integrate_with_tire_supported_curbs</a:t>
            </a:r>
          </a:p>
          <a:p xmlns:a="http://schemas.openxmlformats.org/drawingml/2006/main">
            <a:r>
              <a:t>cpp/host/src/collision/collision_world.cpp:543-619  resolve_finite_proxy_contact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cpp/host/src/collision/collision_world.cpp:1051-1232  CollisionWorld::integrate_with_tire_supported_curbs</a:t>
            </a:r>
          </a:p>
          <a:p xmlns:a="http://schemas.openxmlformats.org/drawingml/2006/main">
            <a:r>
              <a:t>cpp/host/src/collision/collision_world.cpp:543-619  resolve_finite_proxy_contact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교육용 개념도, 실제 프로젝트 화면이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cpp/host/src/collision/collision_world.cpp:1051-1232  CollisionWorld::integrate_with_tire_supported_curbs</a:t>
            </a:r>
          </a:p>
          <a:p xmlns:a="http://schemas.openxmlformats.org/drawingml/2006/main">
            <a:r>
              <a:t>cpp/host/src/collision/collision_world.cpp:543-619  resolve_finite_proxy_contact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cpp/host/src/collision/collision_world.cpp:1051-1232  CollisionWorld::integrate_with_tire_supported_curbs</a:t>
            </a:r>
          </a:p>
          <a:p xmlns:a="http://schemas.openxmlformats.org/drawingml/2006/main">
            <a:r>
              <a:t>cpp/host/src/collision/collision_world.cpp:543-619  resolve_finite_proxy_contact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const double body_normal_arm = cross(</a:t>
            </a:r>
          </a:p>
          <a:p xmlns:a="http://schemas.openxmlformats.org/drawingml/2006/main">
            <a:r>
              <a:t>        body_contact_offset, manifold.normal_enu);</a:t>
            </a:r>
          </a:p>
          <a:p xmlns:a="http://schemas.openxmlformats.org/drawingml/2006/main">
            <a:r>
              <a:t>    const double proxy_normal_arm = cross(</a:t>
            </a:r>
          </a:p>
          <a:p xmlns:a="http://schemas.openxmlformats.org/drawingml/2006/main">
            <a:r>
              <a:t>        proxy_contact_offset, manifold.normal_enu);</a:t>
            </a:r>
          </a:p>
          <a:p xmlns:a="http://schemas.openxmlformats.org/drawingml/2006/main">
            <a:r>
              <a:t>    const double proxy_inverse_inertia = proxy_inverse_yaw_inertia(proxy);</a:t>
            </a:r>
          </a:p>
          <a:p xmlns:a="http://schemas.openxmlformats.org/drawingml/2006/main">
            <a:r>
              <a:t>    const double normal_denominator = body_inverse_mass + proxy_inverse_mass</a:t>
            </a:r>
          </a:p>
          <a:p xmlns:a="http://schemas.openxmlformats.org/drawingml/2006/main">
            <a:r>
              <a:t>        + body_normal_arm * body_normal_arm / body.yaw_inertia_kg_m2</a:t>
            </a:r>
          </a:p>
          <a:p xmlns:a="http://schemas.openxmlformats.org/drawingml/2006/main">
            <a:r>
              <a:t>        + proxy_normal_arm * proxy_normal_arm * proxy_inverse_inertia;</a:t>
            </a:r>
          </a:p>
          <a:p xmlns:a="http://schemas.openxmlformats.org/drawingml/2006/main">
            <a:r>
              <a:t>    const double normal_impulse =</a:t>
            </a:r>
          </a:p>
          <a:p xmlns:a="http://schemas.openxmlformats.org/drawingml/2006/main">
            <a:r>
              <a:t>        -(1.0 + proxy.material.restitution) * normal_velocity</a:t>
            </a:r>
          </a:p>
          <a:p xmlns:a="http://schemas.openxmlformats.org/drawingml/2006/main">
            <a:r>
              <a:t>        / normal_denominator;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cpp/host/src/collision/collision_world.cpp:595-605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cpp/host/src/collision/collision_world.cpp:595-605  resolve_finite_proxy_contact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cpp/host/src/collision/collision_world.cpp:1051-1232  CollisionWorld::integrate_with_tire_supported_curbs</a:t>
            </a:r>
          </a:p>
          <a:p xmlns:a="http://schemas.openxmlformats.org/drawingml/2006/main">
            <a:r>
              <a:t>cpp/host/src/collision/collision_world.cpp:543-619  resolve_finite_proxy_contact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cpp/host/src/collision/collision_world.cpp:1051-1232  CollisionWorld::integrate_with_tire_supported_curbs</a:t>
            </a:r>
          </a:p>
          <a:p xmlns:a="http://schemas.openxmlformats.org/drawingml/2006/main">
            <a:r>
              <a:t>cpp/host/src/collision/collision_world.cpp:543-619  resolve_finite_proxy_contact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require(near(</a:t>
            </a:r>
          </a:p>
          <a:p xmlns:a="http://schemas.openxmlformats.org/drawingml/2006/main">
            <a:r>
              <a:t>                result.body.mass_kg * result.body.linear_velocity_enu_mps.east_m</a:t>
            </a:r>
          </a:p>
          <a:p xmlns:a="http://schemas.openxmlformats.org/drawingml/2006/main">
            <a:r>
              <a:t>                    + resolved.mass_kg * resolved.linear_velocity_enu_mps.east_m,</a:t>
            </a:r>
          </a:p>
          <a:p xmlns:a="http://schemas.openxmlformats.org/drawingml/2006/main">
            <a:r>
              <a:t>                initial_east_momentum, 1e-6)</a:t>
            </a:r>
          </a:p>
          <a:p xmlns:a="http://schemas.openxmlformats.org/drawingml/2006/main">
            <a:r>
              <a:t>                &amp;&amp; near(</a:t>
            </a:r>
          </a:p>
          <a:p xmlns:a="http://schemas.openxmlformats.org/drawingml/2006/main">
            <a:r>
              <a:t>                    result.body.mass_kg * result.body.linear_velocity_enu_mps.north_m</a:t>
            </a:r>
          </a:p>
          <a:p xmlns:a="http://schemas.openxmlformats.org/drawingml/2006/main">
            <a:r>
              <a:t>                        + resolved.mass_kg * resolved.linear_velocity_enu_mps.north_m,</a:t>
            </a:r>
          </a:p>
          <a:p xmlns:a="http://schemas.openxmlformats.org/drawingml/2006/main">
            <a:r>
              <a:t>                    initial_north_momentum, 1e-6),</a:t>
            </a:r>
          </a:p>
          <a:p xmlns:a="http://schemas.openxmlformats.org/drawingml/2006/main">
            <a:r>
              <a:t>            "uncapped finite pair impulses must conserve planar linear momentum");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cpp/host/tests/collision_world_test.cpp:389-397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cpp/host/tests/collision_world_test.cpp:389-397  test_finite_npc_receives_equal_opposite_normal_and_tangent_impulse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cpp/host/src/collision/collision_world.cpp:1051-1232  CollisionWorld::integrate_with_tire_supported_curbs</a:t>
            </a:r>
          </a:p>
          <a:p xmlns:a="http://schemas.openxmlformats.org/drawingml/2006/main">
            <a:r>
              <a:t>cpp/host/src/collision/collision_world.cpp:543-619  resolve_finite_proxy_contact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cpp/host/src/collision/collision_world.cpp:1051-1232  CollisionWorld::integrate_with_tire_supported_curbs</a:t>
            </a:r>
          </a:p>
          <a:p xmlns:a="http://schemas.openxmlformats.org/drawingml/2006/main">
            <a:r>
              <a:t>cpp/host/src/collision/collision_world.cpp:543-619  resolve_finite_proxy_contact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cpp/host/src/collision/collision_world.cpp:1051-1232  CollisionWorld::integrate_with_tire_supported_curbs</a:t>
            </a:r>
          </a:p>
          <a:p xmlns:a="http://schemas.openxmlformats.org/drawingml/2006/main">
            <a:r>
              <a:t>cpp/host/src/collision/collision_world.cpp:543-619  resolve_finite_proxy_contact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5장 접촉과 충돌 반응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상황을 기록하고 재실행하여 수정 근거를 남깁니다.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상황을 기록하고 재실행하여 수정 근거를 남깁니다.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도로 경로를 따라갈 수 있어도 가까운 사고 장애물에는 별도 우회 탐색과 계산 예산이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cpp/host/src/traffic/npc_route_planner.cpp:70-117  NpcRoutePlanner::shortest_route</a:t>
            </a:r>
          </a:p>
          <a:p xmlns:a="http://schemas.openxmlformats.org/drawingml/2006/main">
            <a:r>
              <a:t>cpp/host/src/traffic/npc_lane_follower.cpp:551-628  NpcLaneFollower::step</a:t>
            </a:r>
          </a:p>
          <a:p xmlns:a="http://schemas.openxmlformats.org/drawingml/2006/main">
            <a:r>
              <a:t>cpp/host/src/traffic/traffic_network.cpp:855-925  TrafficNetwork::signals_at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cpp/host/src/traffic/npc_route_planner.cpp:70-117  NpcRoutePlanner::shortest_route</a:t>
            </a:r>
          </a:p>
          <a:p xmlns:a="http://schemas.openxmlformats.org/drawingml/2006/main">
            <a:r>
              <a:t>cpp/host/src/traffic/npc_lane_follower.cpp:551-628  NpcLaneFollower::step</a:t>
            </a:r>
          </a:p>
          <a:p xmlns:a="http://schemas.openxmlformats.org/drawingml/2006/main">
            <a:r>
              <a:t>cpp/host/src/traffic/traffic_network.cpp:855-925  TrafficNetwork::signals_at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for (const auto successor : lanes_.at(next).successors) {</a:t>
            </a:r>
          </a:p>
          <a:p xmlns:a="http://schemas.openxmlformats.org/drawingml/2006/main">
            <a:r>
              <a:t>            if (blocked.contains(successor) || visited.contains(successor)) { continue; }</a:t>
            </a:r>
          </a:p>
          <a:p xmlns:a="http://schemas.openxmlformats.org/drawingml/2006/main">
            <a:r>
              <a:t>            const double candidate = best + lanes_.at(successor).length_m;</a:t>
            </a:r>
          </a:p>
          <a:p xmlns:a="http://schemas.openxmlformats.org/drawingml/2006/main">
            <a:r>
              <a:t>            const auto old = cost.find(successor);</a:t>
            </a:r>
          </a:p>
          <a:p xmlns:a="http://schemas.openxmlformats.org/drawingml/2006/main">
            <a:r>
              <a:t>            if (old == cost.end() || candidate &lt; old-&gt;second) {</a:t>
            </a:r>
          </a:p>
          <a:p xmlns:a="http://schemas.openxmlformats.org/drawingml/2006/main">
            <a:r>
              <a:t>                cost[successor] = candidate;</a:t>
            </a:r>
          </a:p>
          <a:p xmlns:a="http://schemas.openxmlformats.org/drawingml/2006/main">
            <a:r>
              <a:t>                predecessor[successor] = next;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cpp/host/src/traffic/npc_route_planner.cpp:106-114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cpp/host/src/traffic/npc_route_planner.cpp:106-114  NpcRoutePlanner::shortest_route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cpp/host/src/traffic/npc_route_planner.cpp:70-117  NpcRoutePlanner::shortest_route</a:t>
            </a:r>
          </a:p>
          <a:p xmlns:a="http://schemas.openxmlformats.org/drawingml/2006/main">
            <a:r>
              <a:t>cpp/host/src/traffic/npc_lane_follower.cpp:551-628  NpcLaneFollower::step</a:t>
            </a:r>
          </a:p>
          <a:p xmlns:a="http://schemas.openxmlformats.org/drawingml/2006/main">
            <a:r>
              <a:t>cpp/host/src/traffic/traffic_network.cpp:855-925  TrafficNetwork::signals_at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교육용 그래프는 길이 합이 작은 A→B→D의 80m를 고릅니다.</a:t>
            </a:r>
          </a:p>
          <a:p xmlns:a="http://schemas.openxmlformats.org/drawingml/2006/main">
            <a:r>
              <a:t>오른쪽 추종 제어는 경로가 있어도 빨간 신호 앞에서 감속합니다.</a:t>
            </a:r>
          </a:p>
          <a:p xmlns:a="http://schemas.openxmlformats.org/drawingml/2006/main">
            <a:r>
              <a:t>Turn intent는 예정한 교차로 회전이며 일반 곡률과 다릅니다.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cpp/host/src/traffic/npc_route_planner.cpp:70-117  NpcRoutePlanner::shortest_route</a:t>
            </a:r>
          </a:p>
          <a:p xmlns:a="http://schemas.openxmlformats.org/drawingml/2006/main">
            <a:r>
              <a:t>cpp/host/src/traffic/npc_lane_follower.cpp:551-628  NpcLaneFollower::step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cpp/host/src/traffic/npc_route_planner.cpp:70-117  NpcRoutePlanner::shortest_route</a:t>
            </a:r>
          </a:p>
          <a:p xmlns:a="http://schemas.openxmlformats.org/drawingml/2006/main">
            <a:r>
              <a:t>cpp/host/src/traffic/npc_lane_follower.cpp:551-628  NpcLaneFollower::step</a:t>
            </a:r>
          </a:p>
          <a:p xmlns:a="http://schemas.openxmlformats.org/drawingml/2006/main">
            <a:r>
              <a:t>cpp/host/src/traffic/traffic_network.cpp:855-925  TrafficNetwork::signals_at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        if (lane.signal_group_id != 0 &amp;&amp; end &gt; committed_stopline_m_ + epsilon</a:t>
            </a:r>
          </a:p>
          <a:p xmlns:a="http://schemas.openxmlformats.org/drawingml/2006/main">
            <a:r>
              <a:t>                    &amp;&amp; !green(lane.signal_group_id, signals, elapsed)) {</a:t>
            </a:r>
          </a:p>
          <a:p xmlns:a="http://schemas.openxmlformats.org/drawingml/2006/main">
            <a:r>
              <a:t>                    const double target = std::max(progress_m_, end - clearance);</a:t>
            </a:r>
          </a:p>
          <a:p xmlns:a="http://schemas.openxmlformats.org/drawingml/2006/main">
            <a:r>
              <a:t>                    if (target &lt; stop_at) { stop_at = target; reason = NpcLaneStopReason::Signal; }</a:t>
            </a:r>
          </a:p>
          <a:p xmlns:a="http://schemas.openxmlformats.org/drawingml/2006/main">
            <a:r>
              <a:t>                }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}</a:t>
            </a:r>
          </a:p>
          <a:p xmlns:a="http://schemas.openxmlformats.org/drawingml/2006/main">
            <a:r>
              <a:t>        const double remaining = stop_at - progress_m_;</a:t>
            </a:r>
          </a:p>
          <a:p xmlns:a="http://schemas.openxmlformats.org/drawingml/2006/main">
            <a:r>
              <a:t>        if (std::isfinite(stop_at)) {</a:t>
            </a:r>
          </a:p>
          <a:p xmlns:a="http://schemas.openxmlformats.org/drawingml/2006/main">
            <a:r>
              <a:t>            desired = std::min(desired, braking_envelope(remaining, 0.0, config_.braking_mps2, h));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cpp/host/src/traffic/npc_lane_follower.cpp:612-621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cpp/host/src/traffic/npc_lane_follower.cpp:612-621  NpcLaneFollower::step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cpp/host/src/traffic/npc_route_planner.cpp:70-117  NpcRoutePlanner::shortest_route</a:t>
            </a:r>
          </a:p>
          <a:p xmlns:a="http://schemas.openxmlformats.org/drawingml/2006/main">
            <a:r>
              <a:t>cpp/host/src/traffic/npc_lane_follower.cpp:551-628  NpcLaneFollower::step</a:t>
            </a:r>
          </a:p>
          <a:p xmlns:a="http://schemas.openxmlformats.org/drawingml/2006/main">
            <a:r>
              <a:t>cpp/host/src/traffic/traffic_network.cpp:855-925  TrafficNetwork::signals_at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        const std::uint64_t plan_cycle_ns = plan-&gt;cycle_ms * millisecond_ns;</a:t>
            </a:r>
          </a:p>
          <a:p xmlns:a="http://schemas.openxmlformats.org/drawingml/2006/main">
            <a:r>
              <a:t>                const std::uint64_t position_ns =</a:t>
            </a:r>
          </a:p>
          <a:p xmlns:a="http://schemas.openxmlformats.org/drawingml/2006/main">
            <a:r>
              <a:t>                    ((elapsed_ns % plan_cycle_ns)</a:t>
            </a:r>
          </a:p>
          <a:p xmlns:a="http://schemas.openxmlformats.org/drawingml/2006/main">
            <a:r>
              <a:t>                     + static_cast&lt;std::uint64_t&gt;(plan-&gt;offset_ms) * millisecond_ns)</a:t>
            </a:r>
          </a:p>
          <a:p xmlns:a="http://schemas.openxmlformats.org/drawingml/2006/main">
            <a:r>
              <a:t>                    % plan_cycle_ns;</a:t>
            </a:r>
          </a:p>
          <a:p xmlns:a="http://schemas.openxmlformats.org/drawingml/2006/main">
            <a:r>
              <a:t>                std::uint64_t phase_start_ns = 0;</a:t>
            </a:r>
          </a:p>
          <a:p xmlns:a="http://schemas.openxmlformats.org/drawingml/2006/main">
            <a:r>
              <a:t>                std::size_t phase_index = 0;</a:t>
            </a:r>
          </a:p>
          <a:p xmlns:a="http://schemas.openxmlformats.org/drawingml/2006/main">
            <a:r>
              <a:t>                for (; phase_index &lt; plan-&gt;phases.size(); ++phase_index) {</a:t>
            </a:r>
          </a:p>
          <a:p xmlns:a="http://schemas.openxmlformats.org/drawingml/2006/main">
            <a:r>
              <a:t>                    const std::uint64_t end = phase_start_ns</a:t>
            </a:r>
          </a:p>
          <a:p xmlns:a="http://schemas.openxmlformats.org/drawingml/2006/main">
            <a:r>
              <a:t>                        + static_cast&lt;std::uint64_t&gt;(plan-&gt;phases[phase_index].duration_ms)</a:t>
            </a:r>
          </a:p>
          <a:p xmlns:a="http://schemas.openxmlformats.org/drawingml/2006/main">
            <a:r>
              <a:t>                            * millisecond_ns;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cpp/host/src/traffic/traffic_network.cpp:905-915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cpp/host/src/traffic/traffic_network.cpp:905-915  TrafficNetwork::signals_at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cpp/host/src/traffic/npc_route_planner.cpp:70-117  NpcRoutePlanner::shortest_route</a:t>
            </a:r>
          </a:p>
          <a:p xmlns:a="http://schemas.openxmlformats.org/drawingml/2006/main">
            <a:r>
              <a:t>cpp/host/src/traffic/npc_lane_follower.cpp:551-628  NpcLaneFollower::step</a:t>
            </a:r>
          </a:p>
          <a:p xmlns:a="http://schemas.openxmlformats.org/drawingml/2006/main">
            <a:r>
              <a:t>cpp/host/src/traffic/traffic_network.cpp:855-925  TrafficNetwork::signals_at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cpp/host/src/traffic/npc_route_planner.cpp:70-117  NpcRoutePlanner::shortest_route</a:t>
            </a:r>
          </a:p>
          <a:p xmlns:a="http://schemas.openxmlformats.org/drawingml/2006/main">
            <a:r>
              <a:t>cpp/host/src/traffic/npc_lane_follower.cpp:551-628  NpcLaneFollower::step</a:t>
            </a:r>
          </a:p>
          <a:p xmlns:a="http://schemas.openxmlformats.org/drawingml/2006/main">
            <a:r>
              <a:t>cpp/host/src/traffic/traffic_network.cpp:855-925  TrafficNetwork::signals_at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cpp/host/src/traffic/npc_route_planner.cpp:70-117  NpcRoutePlanner::shortest_route</a:t>
            </a:r>
          </a:p>
          <a:p xmlns:a="http://schemas.openxmlformats.org/drawingml/2006/main">
            <a:r>
              <a:t>cpp/host/src/traffic/npc_lane_follower.cpp:551-628  NpcLaneFollower::step</a:t>
            </a:r>
          </a:p>
          <a:p xmlns:a="http://schemas.openxmlformats.org/drawingml/2006/main">
            <a:r>
              <a:t>cpp/host/src/traffic/traffic_network.cpp:855-925  TrafficNetwork::signals_at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이제 같은 장면을 기록하고 수정 후 재실행해 결과를 검증하는 방법으로 넘어갑니다.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원리 설명용 개념도입니다. 실제 프로젝트 화면, 측정값 또는 기계 설계도가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const auto local_obstacles=npc_local_obstacles(npc);</a:t>
            </a:r>
          </a:p>
          <a:p xmlns:a="http://schemas.openxmlformats.org/drawingml/2006/main">
            <a:r>
              <a:t>    if (!try_npc_lane_change(npc, requested, false)</a:t>
            </a:r>
          </a:p>
          <a:p xmlns:a="http://schemas.openxmlformats.org/drawingml/2006/main">
            <a:r>
              <a:t>        &amp;&amp; !try_npc_local_bypass(npc, requested, false,&amp;local_obstacles)) {</a:t>
            </a:r>
          </a:p>
          <a:p xmlns:a="http://schemas.openxmlformats.org/drawingml/2006/main">
            <a:r>
              <a:t>        npc.next_reverse_probe_m = requested + 0.5;</a:t>
            </a:r>
          </a:p>
          <a:p xmlns:a="http://schemas.openxmlformats.org/drawingml/2006/main">
            <a:r>
              <a:t>        npc.navigation_search_requested = npc.next_reverse_probe_m &lt;= maximum + 1e-6;</a:t>
            </a:r>
          </a:p>
          <a:p xmlns:a="http://schemas.openxmlformats.org/drawingml/2006/main">
            <a:r>
              <a:t>        if (!npc.navigation_search_requested) npc.next_reverse_probe_m = 0.0;</a:t>
            </a:r>
          </a:p>
          <a:p xmlns:a="http://schemas.openxmlformats.org/drawingml/2006/main">
            <a:r>
              <a:t>        return false;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npc.next_reverse_probe_m = 0.0;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cpp/host/src/simulation_host_npc.cpp:547-555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cpp/host/src/simulation_host_npc.cpp:547-555  SimulationHost::begin_npc_escape_reverse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교육용 개념도, 실제 프로젝트 화면이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std::uint32_t first_requested = 0;</a:t>
            </a:r>
          </a:p>
          <a:p xmlns:a="http://schemas.openxmlformats.org/drawingml/2006/main">
            <a:r>
              <a:t>    if (enabled) for (const auto&amp; npc : lane_npcs_) {</a:t>
            </a:r>
          </a:p>
          <a:p xmlns:a="http://schemas.openxmlformats.org/drawingml/2006/main">
            <a:r>
              <a:t>        if (!npc.navigation_search_requested || npc.lane_change || npc.local_bypass</a:t>
            </a:r>
          </a:p>
          <a:p xmlns:a="http://schemas.openxmlformats.org/drawingml/2006/main">
            <a:r>
              <a:t>            || !npc.reaction.recovery.allows_driving()) continue;</a:t>
            </a:r>
          </a:p>
          <a:p xmlns:a="http://schemas.openxmlformats.org/drawingml/2006/main">
            <a:r>
              <a:t>        if (first_requested == 0 || npc.entity_id &lt; first_requested) first_requested = npc.entity_id;</a:t>
            </a:r>
          </a:p>
          <a:p xmlns:a="http://schemas.openxmlformats.org/drawingml/2006/main">
            <a:r>
              <a:t>        if (npc.entity_id &gt; npc_search_after_entity_id_</a:t>
            </a:r>
          </a:p>
          <a:p xmlns:a="http://schemas.openxmlformats.org/drawingml/2006/main">
            <a:r>
              <a:t>            &amp;&amp; (npc_search_entity_id_ == 0 || npc.entity_id &lt; npc_search_entity_id_))</a:t>
            </a:r>
          </a:p>
          <a:p xmlns:a="http://schemas.openxmlformats.org/drawingml/2006/main">
            <a:r>
              <a:t>            npc_search_entity_id_ = npc.entity_id;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  if (npc_search_entity_id_ == 0) npc_search_entity_id_ = first_requested;</a:t>
            </a:r>
          </a:p>
          <a:p xmlns:a="http://schemas.openxmlformats.org/drawingml/2006/main">
            <a:r>
              <a:t>    if (npc_search_entity_id_ != 0) npc_search_after_entity_id_ = npc_search_entity_id_;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cpp/host/src/simulation_host_npc.cpp:1076-1086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cpp/host/src/simulation_host_npc.cpp:1076-1086  SimulationHost::prepare_lane_npc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for (std::size_t index = 0; index &lt; previous.size(); ++index) {</a:t>
            </a:r>
          </a:p>
          <a:p xmlns:a="http://schemas.openxmlformats.org/drawingml/2006/main">
            <a:r>
              <a:t>        require(previous[index].search_steps &gt;= 6 &amp;&amp; maximum_probe[index] &gt;= 2.5,</a:t>
            </a:r>
          </a:p>
          <a:p xmlns:a="http://schemas.openxmlformats.org/drawingml/2006/main">
            <a:r>
              <a:t>            "no NPC may starve while another explores repeated reverse candidates");</a:t>
            </a:r>
          </a:p>
          <a:p xmlns:a="http://schemas.openxmlformats.org/drawingml/2006/main">
            <a:r>
              <a:t>        if (full_search)</a:t>
            </a:r>
          </a:p>
          <a:p xmlns:a="http://schemas.openxmlformats.org/drawingml/2006/main">
            <a:r>
              <a:t>            require(maximum_probe[index] == 16.0 &amp;&amp; exhausted[index] &amp;&amp; retried[index],</a:t>
            </a:r>
          </a:p>
          <a:p xmlns:a="http://schemas.openxmlformats.org/drawingml/2006/main">
            <a:r>
              <a:t>                "every accident search must exhaust all 32 reverse proposals and later retry without starvation");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cpp/host/tests/npc_search_budget_test.cpp:205-210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cpp/host/tests/npc_search_budget_test.cpp:205-210  exercise_searches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생성된 교육용 개념도, 실제 프로젝트 화면이 아닙니다.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cpp/host/src/simulation_host_npc.cpp:493-558  SimulationHost::begin_npc_escape_reverse</a:t>
            </a:r>
          </a:p>
          <a:p xmlns:a="http://schemas.openxmlformats.org/drawingml/2006/main">
            <a:r>
              <a:t>cpp/host/src/simulation_host_npc.cpp:1066-1328  SimulationHost::prepare_lane_npc</a:t>
            </a:r>
          </a:p>
          <a:p xmlns:a="http://schemas.openxmlformats.org/drawingml/2006/main">
            <a:r>
              <a:t>cpp/host/tests/npc_search_budget_test.cpp:155-218  exercise_searches</a:t>
            </a:r>
          </a:p>
          <a:p xmlns:a="http://schemas.openxmlformats.org/drawingml/2006/main">
            <a:r>
              <a:t>docs/worklogs/2026-09-08.md:175-216  NPC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6장 NPC 판단과 제한된 계산 시간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C++ 객체 수명, 좌표 변환, 역학을 필요한 부분부터 이어 공부합니다.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C++ 객체 수명, 좌표 변환, 역학을 필요한 부분부터 이어 공부합니다.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앞 수업의 개념을 사용하여 관측에서 원인 가설과 회귀까지 스스로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cpp/host/src/replay/physics_replay.cpp:348-370  PhysicsReplayRecorder::tick</a:t>
            </a:r>
          </a:p>
          <a:p xmlns:a="http://schemas.openxmlformats.org/drawingml/2006/main">
            <a:r>
              <a:t>cpp/host/src/replay/physics_replay.cpp:392-430  verify_physics_replay</a:t>
            </a:r>
          </a:p>
          <a:p xmlns:a="http://schemas.openxmlformats.org/drawingml/2006/main">
            <a:r>
              <a:t>unreal/DriveIntegration/Source/DriveIntegration/SimCoreDriveReplay.h:52-75  USimCoreDriveReplayComponent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cpp/host/src/replay/physics_replay.cpp:348-370  PhysicsReplayRecorder::tick</a:t>
            </a:r>
          </a:p>
          <a:p xmlns:a="http://schemas.openxmlformats.org/drawingml/2006/main">
            <a:r>
              <a:t>cpp/host/src/replay/physics_replay.cpp:392-430  verify_physics_replay</a:t>
            </a:r>
          </a:p>
          <a:p xmlns:a="http://schemas.openxmlformats.org/drawingml/2006/main">
            <a:r>
              <a:t>unreal/DriveIntegration/Source/DriveIntegration/SimCoreDriveReplay.h:52-75  USimCoreDriveReplayComponent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위 ghost는 저장 snapshot으로 당시 경로를 표시합니다.</a:t>
            </a:r>
          </a:p>
          <a:p xmlns:a="http://schemas.openxmlformats.org/drawingml/2006/main">
            <a:r>
              <a:t>아래는 입력·외부 proxy·고정 조건으로 ego 물리를 다시 풉니다.</a:t>
            </a:r>
          </a:p>
          <a:p xmlns:a="http://schemas.openxmlformats.org/drawingml/2006/main">
            <a:r>
              <a:t>계산 결과와 기록 결과를 비교하며 전체 NPC 판단 재현은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cpp/host/src/replay/physics_replay.cpp:348-370  PhysicsReplayRecorder::tick</a:t>
            </a:r>
          </a:p>
          <a:p xmlns:a="http://schemas.openxmlformats.org/drawingml/2006/main">
            <a:r>
              <a:t>cpp/host/src/replay/physics_replay.cpp:392-430  verify_physics_replay</a:t>
            </a:r>
          </a:p>
          <a:p xmlns:a="http://schemas.openxmlformats.org/drawingml/2006/main">
            <a:r>
              <a:t>unreal/DriveIntegration/Source/DriveIntegration/SimCoreDriveReplay.h:52-75  USimCoreDriveReplayComponent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cpp/host/src/replay/physics_replay.cpp:348-370  PhysicsReplayRecorder::tick</a:t>
            </a:r>
          </a:p>
          <a:p xmlns:a="http://schemas.openxmlformats.org/drawingml/2006/main">
            <a:r>
              <a:t>cpp/host/src/replay/physics_replay.cpp:392-430  verify_physics_replay</a:t>
            </a:r>
          </a:p>
          <a:p xmlns:a="http://schemas.openxmlformats.org/drawingml/2006/main">
            <a:r>
              <a:t>unreal/DriveIntegration/Source/DriveIntegration/SimCoreDriveReplay.h:52-75  USimCoreDriveReplayComponent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void PhysicsReplayRecorder::tick(const VehicleInput&amp; input,</a:t>
            </a:r>
          </a:p>
          <a:p xmlns:a="http://schemas.openxmlformats.org/drawingml/2006/main">
            <a:r>
              <a:t>    const std::vector&lt;KinematicCollisionProxy&gt;&amp; proxies, const VehicleState&amp; state)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  if (complete_ || invalid_) return;</a:t>
            </a:r>
          </a:p>
          <a:p xmlns:a="http://schemas.openxmlformats.org/drawingml/2006/main">
            <a:r>
              <a:t>    validate_input(input);</a:t>
            </a:r>
          </a:p>
          <a:p xmlns:a="http://schemas.openxmlformats.org/drawingml/2006/main">
            <a:r>
              <a:t>    require(proxies.size() &lt;= 255, "proxy count exceeds 255");</a:t>
            </a:r>
          </a:p>
          <a:p xmlns:a="http://schemas.openxmlformats.org/drawingml/2006/main">
            <a:r>
              <a:t>    auto output = output_line();</a:t>
            </a:r>
          </a:p>
          <a:p xmlns:a="http://schemas.openxmlformats.org/drawingml/2006/main">
            <a:r>
              <a:t>    output &lt;&lt; "TICK " &lt;&lt; frames_ &lt;&lt; ' ' &lt;&lt; input.throttle &lt;&lt; ' ' &lt;&lt; input.brake &lt;&lt; ' '</a:t>
            </a:r>
          </a:p>
          <a:p xmlns:a="http://schemas.openxmlformats.org/drawingml/2006/main">
            <a:r>
              <a:t>           &lt;&lt; input.steering &lt;&lt; ' ' &lt;&lt; input.handbrake &lt;&lt; ' '</a:t>
            </a:r>
          </a:p>
          <a:p xmlns:a="http://schemas.openxmlformats.org/drawingml/2006/main">
            <a:r>
              <a:t>           &lt;&lt; static_cast&lt;unsigned&gt;(input.gear) &lt;&lt; ' ' &lt;&lt; proxies.size();</a:t>
            </a:r>
          </a:p>
          <a:p xmlns:a="http://schemas.openxmlformats.org/drawingml/2006/main">
            <a:r>
              <a:t>    write_line(output.str());</a:t>
            </a:r>
          </a:p>
          <a:p xmlns:a="http://schemas.openxmlformats.org/drawingml/2006/main">
            <a:r>
              <a:t>    for (const auto&amp; proxy : proxies) write_line(proxy_line(proxy));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cpp/host/src/replay/physics_replay.cpp:348-359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cpp/host/src/replay/physics_replay.cpp:348-359  PhysicsReplayRecorder::tick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cpp/host/src/replay/physics_replay.cpp:348-370  PhysicsReplayRecorder::tick</a:t>
            </a:r>
          </a:p>
          <a:p xmlns:a="http://schemas.openxmlformats.org/drawingml/2006/main">
            <a:r>
              <a:t>cpp/host/src/replay/physics_replay.cpp:392-430  verify_physics_replay</a:t>
            </a:r>
          </a:p>
          <a:p xmlns:a="http://schemas.openxmlformats.org/drawingml/2006/main">
            <a:r>
              <a:t>unreal/DriveIntegration/Source/DriveIntegration/SimCoreDriveReplay.h:52-75  USimCoreDriveReplayComponent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validate_identity(expected_identity);</a:t>
            </a:r>
          </a:p>
          <a:p xmlns:a="http://schemas.openxmlformats.org/drawingml/2006/main">
            <a:r>
              <a:t>    Reader reader(path);</a:t>
            </a:r>
          </a:p>
          <a:p xmlns:a="http://schemas.openxmlformats.org/drawingml/2006/main">
            <a:r>
              <a:t>    require(reader.line() == "SIMCORE_PHYSICS_REPLAY 1", "unsupported format/version");</a:t>
            </a:r>
          </a:p>
          <a:p xmlns:a="http://schemas.openxmlformats.org/drawingml/2006/main">
            <a:r>
              <a:t>    // Canonical max_digits10 formatting gives an exact, locale-independent</a:t>
            </a:r>
          </a:p>
          <a:p xmlns:a="http://schemas.openxmlformats.org/drawingml/2006/main">
            <a:r>
              <a:t>    // scalar/config/map/executable match, not a permissive approximate one.</a:t>
            </a:r>
          </a:p>
          <a:p xmlns:a="http://schemas.openxmlformats.org/drawingml/2006/main">
            <a:r>
              <a:t>    require(reader.line() == identity_line(expected_identity), "build/config/map/spawn/tick identity mismatch");</a:t>
            </a:r>
          </a:p>
          <a:p xmlns:a="http://schemas.openxmlformats.org/drawingml/2006/main">
            <a:r>
              <a:t>    VehiclePhysics physics(expected_identity.origin_lat, expected_identity.origin_lon,</a:t>
            </a:r>
          </a:p>
          <a:p xmlns:a="http://schemas.openxmlformats.org/drawingml/2006/main">
            <a:r>
              <a:t>        expected_identity.origin_alt, expected_identity.spawn_heading, parameters,</a:t>
            </a:r>
          </a:p>
          <a:p xmlns:a="http://schemas.openxmlformats.org/drawingml/2006/main">
            <a:r>
              <a:t>        std::move(ground), std::move(collision));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cpp/host/src/replay/physics_replay.cpp:396-404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cpp/host/src/replay/physics_replay.cpp:396-404  verify_physics_replay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cpp/host/src/replay/physics_replay.cpp:348-370  PhysicsReplayRecorder::tick</a:t>
            </a:r>
          </a:p>
          <a:p xmlns:a="http://schemas.openxmlformats.org/drawingml/2006/main">
            <a:r>
              <a:t>cpp/host/src/replay/physics_replay.cpp:392-430  verify_physics_replay</a:t>
            </a:r>
          </a:p>
          <a:p xmlns:a="http://schemas.openxmlformats.org/drawingml/2006/main">
            <a:r>
              <a:t>unreal/DriveIntegration/Source/DriveIntegration/SimCoreDriveReplay.h:52-75  USimCoreDriveReplayComponent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for (int field = 0; field &lt; 6; ++field) {</a:t>
            </a:r>
          </a:p>
          <a:p xmlns:a="http://schemas.openxmlformats.org/drawingml/2006/main">
            <a:r>
              <a:t>        auto changed = identity;</a:t>
            </a:r>
          </a:p>
          <a:p xmlns:a="http://schemas.openxmlformats.org/drawingml/2006/main">
            <a:r>
              <a:t>        if (field == 0) changed.executable_checksum += "-other";</a:t>
            </a:r>
          </a:p>
          <a:p xmlns:a="http://schemas.openxmlformats.org/drawingml/2006/main">
            <a:r>
              <a:t>        if (field == 1) changed.vehicle_checksum += "-other";</a:t>
            </a:r>
          </a:p>
          <a:p xmlns:a="http://schemas.openxmlformats.org/drawingml/2006/main">
            <a:r>
              <a:t>        if (field == 2) changed.map_checksum += "-other";</a:t>
            </a:r>
          </a:p>
          <a:p xmlns:a="http://schemas.openxmlformats.org/drawingml/2006/main">
            <a:r>
              <a:t>        if (field == 3) changed.physics_hz = 60;</a:t>
            </a:r>
          </a:p>
          <a:p xmlns:a="http://schemas.openxmlformats.org/drawingml/2006/main">
            <a:r>
              <a:t>        if (field == 4) changed.spawn_heading = 5;</a:t>
            </a:r>
          </a:p>
          <a:p xmlns:a="http://schemas.openxmlformats.org/drawingml/2006/main">
            <a:r>
              <a:t>        if (field == 5) changed.origin_alt = 1;</a:t>
            </a:r>
          </a:p>
          <a:p xmlns:a="http://schemas.openxmlformats.org/drawingml/2006/main">
            <a:r>
              <a:t>        rejects([&amp;] { verify_physics_replay(path, changed, {}, {}, {}); });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cpp/host/tests/physics_replay_test.cpp:147-156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cpp/host/tests/physics_replay_test.cpp:147-156  test_actual_host_and_strict_reader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cpp/host/src/replay/physics_replay.cpp:348-370  PhysicsReplayRecorder::tick</a:t>
            </a:r>
          </a:p>
          <a:p xmlns:a="http://schemas.openxmlformats.org/drawingml/2006/main">
            <a:r>
              <a:t>cpp/host/src/replay/physics_replay.cpp:392-430  verify_physics_replay</a:t>
            </a:r>
          </a:p>
          <a:p xmlns:a="http://schemas.openxmlformats.org/drawingml/2006/main">
            <a:r>
              <a:t>unreal/DriveIntegration/Source/DriveIntegration/SimCoreDriveReplay.h:52-75  USimCoreDriveReplayComponent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cpp/host/src/replay/physics_replay.cpp:348-370  PhysicsReplayRecorder::tick</a:t>
            </a:r>
          </a:p>
          <a:p xmlns:a="http://schemas.openxmlformats.org/drawingml/2006/main">
            <a:r>
              <a:t>cpp/host/src/replay/physics_replay.cpp:392-430  verify_physics_replay</a:t>
            </a:r>
          </a:p>
          <a:p xmlns:a="http://schemas.openxmlformats.org/drawingml/2006/main">
            <a:r>
              <a:t>unreal/DriveIntegration/Source/DriveIntegration/SimCoreDriveReplay.h:52-75  USimCoreDriveReplayComponent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cpp/host/src/replay/physics_replay.cpp:348-370  PhysicsReplayRecorder::tick</a:t>
            </a:r>
          </a:p>
          <a:p xmlns:a="http://schemas.openxmlformats.org/drawingml/2006/main">
            <a:r>
              <a:t>cpp/host/src/replay/physics_replay.cpp:392-430  verify_physics_replay</a:t>
            </a:r>
          </a:p>
          <a:p xmlns:a="http://schemas.openxmlformats.org/drawingml/2006/main">
            <a:r>
              <a:t>unreal/DriveIntegration/Source/DriveIntegration/SimCoreDriveReplay.h:52-75  USimCoreDriveReplayComponent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필요한 부분부터 C++ 수명, 좌표 변환, 역학을 깊게 공부하며 새로운 작은 회귀를 설명해 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cpp/host/src/simulation_host.cpp:679-700  SimulationHost::run_tick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cpp/host/src/control/control_lease.hpp:123-180  ControlLease</a:t>
            </a:r>
          </a:p>
          <a:p xmlns:a="http://schemas.openxmlformats.org/drawingml/2006/main">
            <a:r>
              <a:t>cpp/host/tests/npc_search_budget_test.cpp:155-218  exercise_searches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cpp/host/src/simulation_host.cpp:679-700  SimulationHost::run_tick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cpp/host/src/control/control_lease.hpp:123-180  ControlLease</a:t>
            </a:r>
          </a:p>
          <a:p xmlns:a="http://schemas.openxmlformats.org/drawingml/2006/main">
            <a:r>
              <a:t>cpp/host/tests/npc_search_budget_test.cpp:155-218  exercise_searches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시점의 입력·health·접촉·Fz·Fx를 모읍니다.</a:t>
            </a:r>
          </a:p>
          <a:p xmlns:a="http://schemas.openxmlformats.org/drawingml/2006/main">
            <a:r>
              <a:t>가설을 구별할 검사를 고르고 같은 시작 상태에서 반복합니다.</a:t>
            </a:r>
          </a:p>
          <a:p xmlns:a="http://schemas.openxmlformats.org/drawingml/2006/main">
            <a:r>
              <a:t>첫 틱 힘과 이후 이동을 확인하고 결과와 한계를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[그림 설명]</a:t>
            </a:r>
          </a:p>
          <a:p xmlns:a="http://schemas.openxmlformats.org/drawingml/2006/main">
            <a:r>
              <a:t>scientific-educational</a:t>
            </a:r>
          </a:p>
          <a:p xmlns:a="http://schemas.openxmlformats.org/drawingml/2006/main">
            <a:r>
              <a:t>실제 프로젝트의 화면, 측정 그래프 또는 기계 설계도가 아닙니다. 코드와 수치는 본문의 원문을 기준으로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cpp/host/src/simulation_host.cpp:679-700  SimulationHost::run_tick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    for (const auto&amp; wheel : state.wheels) {</a:t>
            </a:r>
          </a:p>
          <a:p xmlns:a="http://schemas.openxmlformats.org/drawingml/2006/main">
            <a:r>
              <a:t>                std::cout &lt;&lt; " wheel" &lt;&lt; wheel.wheel_index &lt;&lt; "=" &lt;&lt; wheel.in_contact</a:t>
            </a:r>
          </a:p>
          <a:p xmlns:a="http://schemas.openxmlformats.org/drawingml/2006/main">
            <a:r>
              <a:t>                    &lt;&lt; "/" &lt;&lt; wheel.normal_load &lt;&lt; "/" &lt;&lt; wheel.longitudinal_force;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>            const auto&amp; contacts = physics_.get_last_collision_contacts();</a:t>
            </a:r>
          </a:p>
          <a:p xmlns:a="http://schemas.openxmlformats.org/drawingml/2006/main">
            <a:r>
              <a:t>            std::cout &lt;&lt; " contacts=" &lt;&lt; contacts.size();</a:t>
            </a:r>
          </a:p>
          <a:p xmlns:a="http://schemas.openxmlformats.org/drawingml/2006/main">
            <a:r>
              <a:t>            for (std::size_t index=0; index&lt;std::min&lt;std::size_t&gt;(contacts.size(),4); ++index)</a:t>
            </a:r>
          </a:p>
          <a:p xmlns:a="http://schemas.openxmlformats.org/drawingml/2006/main">
            <a:r>
              <a:t>                std::cout &lt;&lt; " collider=" &lt;&lt; contacts[index].collider_id;</a:t>
            </a:r>
          </a:p>
          <a:p xmlns:a="http://schemas.openxmlformats.org/drawingml/2006/main">
            <a:r>
              <a:t>            std::cout &lt;&lt; std::endl;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cpp/host/src/simulation_host.cpp:691-699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cpp/host/src/simulation_host.cpp:691-699  SimulationHost::run_tick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cpp/host/src/simulation_host.cpp:679-700  SimulationHost::run_tick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cpp/host/src/control/control_lease.hpp:123-180  ControlLease</a:t>
            </a:r>
          </a:p>
          <a:p xmlns:a="http://schemas.openxmlformats.org/drawingml/2006/main">
            <a:r>
              <a:t>cpp/host/tests/npc_search_budget_test.cpp:155-218  exercise_searches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cpp/host/src/simulation_host.cpp:679-700  SimulationHost::run_tick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cpp/host/src/control/control_lease.hpp:123-180  ControlLease</a:t>
            </a:r>
          </a:p>
          <a:p xmlns:a="http://schemas.openxmlformats.org/drawingml/2006/main">
            <a:r>
              <a:t>cpp/host/tests/npc_search_budget_test.cpp:155-218  exercise_searches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[코드 원문]</a:t>
            </a:r>
          </a:p>
          <a:p xmlns:a="http://schemas.openxmlformats.org/drawingml/2006/main">
            <a:r>
              <a:t>        auto state = settled;</a:t>
            </a:r>
          </a:p>
          <a:p xmlns:a="http://schemas.openxmlformats.org/drawingml/2006/main">
            <a:r>
              <a:t>        for (int tick = 0; tick &lt; 240; ++tick) {</a:t>
            </a:r>
          </a:p>
          <a:p xmlns:a="http://schemas.openxmlformats.org/drawingml/2006/main">
            <a:r>
              <a:t>            const auto previous = state;</a:t>
            </a:r>
          </a:p>
          <a:p xmlns:a="http://schemas.openxmlformats.org/drawingml/2006/main">
            <a:r>
              <a:t>            state = vehicle.update(kDt);</a:t>
            </a:r>
          </a:p>
          <a:p xmlns:a="http://schemas.openxmlformats.org/drawingml/2006/main">
            <a:r>
              <a:t>            if (tick == 0) {</a:t>
            </a:r>
          </a:p>
          <a:p xmlns:a="http://schemas.openxmlformats.org/drawingml/2006/main">
            <a:r>
              <a:t>                require(std::abs(state.wheels[3].longitudinal_force) &gt; 100.f,</a:t>
            </a:r>
          </a:p>
          <a:p xmlns:a="http://schemas.openxmlformats.org/drawingml/2006/main">
            <a:r>
              <a:t>                        "loaded rear tire must receive drive before the car leaves the stalled pose");</a:t>
            </a:r>
          </a:p>
          <a:p xmlns:a="http://schemas.openxmlformats.org/drawingml/2006/main">
            <a:r>
              <a:t>                require(std::abs(state.wheels[2].longitudinal_force) &lt; 1.f,</a:t>
            </a:r>
          </a:p>
          <a:p xmlns:a="http://schemas.openxmlformats.org/drawingml/2006/main">
            <a:r>
              <a:t>                        "traction brake must not invent ground force on the unloaded rear tire");</a:t>
            </a:r>
          </a:p>
          <a:p xmlns:a="http://schemas.openxmlformats.org/drawingml/2006/main">
            <a:r>
              <a:t>        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cpp/host/tests/signal_city_course_test.cpp:588-597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cpp/host/tests/signal_city_course_test.cpp:588-597  test_reported_diagonal_curb_restart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cpp/host/src/simulation_host.cpp:679-700  SimulationHost::run_tick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cpp/host/src/control/control_lease.hpp:123-180  ControlLease</a:t>
            </a:r>
          </a:p>
          <a:p xmlns:a="http://schemas.openxmlformats.org/drawingml/2006/main">
            <a:r>
              <a:t>cpp/host/tests/npc_search_budget_test.cpp:155-218  exercise_searches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cpp/host/src/simulation_host.cpp:679-700  SimulationHost::run_tick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cpp/host/src/control/control_lease.hpp:123-180  ControlLease</a:t>
            </a:r>
          </a:p>
          <a:p xmlns:a="http://schemas.openxmlformats.org/drawingml/2006/main">
            <a:r>
              <a:t>cpp/host/tests/npc_search_budget_test.cpp:155-218  exercise_searches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cpp/host/src/simulation_host.cpp:679-700  SimulationHost::run_tick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cpp/host/src/control/control_lease.hpp:123-180  ControlLease</a:t>
            </a:r>
          </a:p>
          <a:p xmlns:a="http://schemas.openxmlformats.org/drawingml/2006/main">
            <a:r>
              <a:t>cpp/host/tests/npc_search_budget_test.cpp:155-218  exercise_searches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[읽을 코드와 출처]</a:t>
            </a:r>
          </a:p>
          <a:p xmlns:a="http://schemas.openxmlformats.org/drawingml/2006/main">
            <a:r>
              <a:t>cpp/host/src/simulation_host.cpp:679-700  SimulationHost::run_tick</a:t>
            </a:r>
          </a:p>
          <a:p xmlns:a="http://schemas.openxmlformats.org/drawingml/2006/main">
            <a:r>
              <a:t>cpp/host/tests/signal_city_course_test.cpp:550-614  test_reported_diagonal_curb_restart</a:t>
            </a:r>
          </a:p>
          <a:p xmlns:a="http://schemas.openxmlformats.org/drawingml/2006/main">
            <a:r>
              <a:t>cpp/host/src/control/control_lease.hpp:123-180  ControlLease</a:t>
            </a:r>
          </a:p>
          <a:p xmlns:a="http://schemas.openxmlformats.org/drawingml/2006/main">
            <a:r>
              <a:t>cpp/host/tests/npc_search_budget_test.cpp:155-218  exercise_searches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7장 기록·재현·독립 진단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확인 문제의 결과를 맞혀도 코드의 조건을 설명하지 못한다면 앞의 코드 풀이를 다시 읽습니다. 해당 단원에서 아직 모르는 변수나 함수 이름을 적고 넘어가세요.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821b9d3d1945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878f60792a4dda" /><Relationship Type="http://schemas.openxmlformats.org/officeDocument/2006/relationships/slideLayout" Target="/ppt/slideLayouts/slideLayout1.xml" Id="R3215a871d43e4f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15a871d43e4f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dad2a6e904264" /><Relationship Type="http://schemas.openxmlformats.org/officeDocument/2006/relationships/notesSlide" Target="/ppt/notesSlides/notesSlide1.xml" Id="Re3b9e1430af846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e12cbf9a14c0e" /><Relationship Type="http://schemas.openxmlformats.org/officeDocument/2006/relationships/notesSlide" Target="/ppt/notesSlides/notesSlide2.xml" Id="Re9d50ae93fc648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dfc791e8c4b47" /><Relationship Type="http://schemas.openxmlformats.org/officeDocument/2006/relationships/notesSlide" Target="/ppt/notesSlides/notesSlide3.xml" Id="Ra9d1ab0db20e45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fd44f6c6c461a" /><Relationship Type="http://schemas.openxmlformats.org/officeDocument/2006/relationships/notesSlide" Target="/ppt/notesSlides/notesSlide4.xml" Id="R5a26cdcb359748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9d2c49fb940f1" /><Relationship Type="http://schemas.openxmlformats.org/officeDocument/2006/relationships/notesSlide" Target="/ppt/notesSlides/notesSlide5.xml" Id="R5ec92bcdafaf4e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13598ccaa40b6" /><Relationship Type="http://schemas.openxmlformats.org/officeDocument/2006/relationships/notesSlide" Target="/ppt/notesSlides/notesSlide6.xml" Id="Rdfb4e4097be341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f2f544fc34f96" /><Relationship Type="http://schemas.openxmlformats.org/officeDocument/2006/relationships/notesSlide" Target="/ppt/notesSlides/notesSlide7.xml" Id="R305278f0782042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1285a5c654d88" /><Relationship Type="http://schemas.openxmlformats.org/officeDocument/2006/relationships/notesSlide" Target="/ppt/notesSlides/notesSlide8.xml" Id="Re7db0a34388a43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9fdca37dc44c7" /><Relationship Type="http://schemas.openxmlformats.org/officeDocument/2006/relationships/notesSlide" Target="/ppt/notesSlides/notesSlide9.xml" Id="R08fbe53d1f724b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2d3acfa7c413b" /><Relationship Type="http://schemas.openxmlformats.org/officeDocument/2006/relationships/notesSlide" Target="/ppt/notesSlides/notesSlide10.xml" Id="R411298110f0748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d77a197ef457e" /><Relationship Type="http://schemas.openxmlformats.org/officeDocument/2006/relationships/image" Target="/ppt/media/image.png" Id="R40579ec888ae477d" /><Relationship Type="http://schemas.openxmlformats.org/officeDocument/2006/relationships/notesSlide" Target="/ppt/notesSlides/notesSlide11.xml" Id="R92c70c45e35448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2666798ee45c0" /><Relationship Type="http://schemas.openxmlformats.org/officeDocument/2006/relationships/notesSlide" Target="/ppt/notesSlides/notesSlide12.xml" Id="R94640c02d11546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f5c41f2304f14" /><Relationship Type="http://schemas.openxmlformats.org/officeDocument/2006/relationships/notesSlide" Target="/ppt/notesSlides/notesSlide13.xml" Id="Ra950d804c7ea438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1ce87c61b492e" /><Relationship Type="http://schemas.openxmlformats.org/officeDocument/2006/relationships/notesSlide" Target="/ppt/notesSlides/notesSlide14.xml" Id="Rdcf613ae5d2549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f1f48aa2845c1" /><Relationship Type="http://schemas.openxmlformats.org/officeDocument/2006/relationships/notesSlide" Target="/ppt/notesSlides/notesSlide15.xml" Id="R7aa4548ce77e4a5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2a178ca824ea9" /><Relationship Type="http://schemas.openxmlformats.org/officeDocument/2006/relationships/notesSlide" Target="/ppt/notesSlides/notesSlide16.xml" Id="R9306855909de4be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11f6c9f204059" /><Relationship Type="http://schemas.openxmlformats.org/officeDocument/2006/relationships/notesSlide" Target="/ppt/notesSlides/notesSlide17.xml" Id="Rac5f2f9b1e7045b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47e7b82b04755" /><Relationship Type="http://schemas.openxmlformats.org/officeDocument/2006/relationships/notesSlide" Target="/ppt/notesSlides/notesSlide18.xml" Id="Ra25389bfa06e43a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9e2f9d9c64359" /><Relationship Type="http://schemas.openxmlformats.org/officeDocument/2006/relationships/notesSlide" Target="/ppt/notesSlides/notesSlide19.xml" Id="Ra8f2266663f0424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f1ee2d2ae4409d" /><Relationship Type="http://schemas.openxmlformats.org/officeDocument/2006/relationships/notesSlide" Target="/ppt/notesSlides/notesSlide20.xml" Id="R74b9406349a74a6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94f236bb042ea" /><Relationship Type="http://schemas.openxmlformats.org/officeDocument/2006/relationships/notesSlide" Target="/ppt/notesSlides/notesSlide21.xml" Id="Rfd9e250506e6481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7b3fbc7e04c76" /><Relationship Type="http://schemas.openxmlformats.org/officeDocument/2006/relationships/image" Target="/ppt/media/image2.png" Id="Re4ff9f78f26343bb" /><Relationship Type="http://schemas.openxmlformats.org/officeDocument/2006/relationships/notesSlide" Target="/ppt/notesSlides/notesSlide22.xml" Id="R027cfce63a92440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b0acc68c545fd" /><Relationship Type="http://schemas.openxmlformats.org/officeDocument/2006/relationships/notesSlide" Target="/ppt/notesSlides/notesSlide23.xml" Id="R197279ff4220447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c5d98fc634174" /><Relationship Type="http://schemas.openxmlformats.org/officeDocument/2006/relationships/notesSlide" Target="/ppt/notesSlides/notesSlide24.xml" Id="R07c3b745c169489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a98a494474185" /><Relationship Type="http://schemas.openxmlformats.org/officeDocument/2006/relationships/notesSlide" Target="/ppt/notesSlides/notesSlide25.xml" Id="R97a880e519014d5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b79e016b04929" /><Relationship Type="http://schemas.openxmlformats.org/officeDocument/2006/relationships/notesSlide" Target="/ppt/notesSlides/notesSlide26.xml" Id="R7f4362b77479448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b3812b12546b0" /><Relationship Type="http://schemas.openxmlformats.org/officeDocument/2006/relationships/notesSlide" Target="/ppt/notesSlides/notesSlide27.xml" Id="Rde0bef9151c644e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fbd094add4d18" /><Relationship Type="http://schemas.openxmlformats.org/officeDocument/2006/relationships/notesSlide" Target="/ppt/notesSlides/notesSlide28.xml" Id="Rd59fcbc3b7d34be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9f24e347446a7" /><Relationship Type="http://schemas.openxmlformats.org/officeDocument/2006/relationships/notesSlide" Target="/ppt/notesSlides/notesSlide29.xml" Id="R04299d7de3144f1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f91ad576641fc" /><Relationship Type="http://schemas.openxmlformats.org/officeDocument/2006/relationships/notesSlide" Target="/ppt/notesSlides/notesSlide30.xml" Id="Radd1324d6844407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86bb5d9a547ac" /><Relationship Type="http://schemas.openxmlformats.org/officeDocument/2006/relationships/notesSlide" Target="/ppt/notesSlides/notesSlide31.xml" Id="Rbceef15d3b8d40d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92a0bcf2f40b8" /><Relationship Type="http://schemas.openxmlformats.org/officeDocument/2006/relationships/notesSlide" Target="/ppt/notesSlides/notesSlide32.xml" Id="R464a1a4e3ed349e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48394199b40ae" /><Relationship Type="http://schemas.openxmlformats.org/officeDocument/2006/relationships/notesSlide" Target="/ppt/notesSlides/notesSlide33.xml" Id="Rc8baec67055f44c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38b112f5b43b7" /><Relationship Type="http://schemas.openxmlformats.org/officeDocument/2006/relationships/notesSlide" Target="/ppt/notesSlides/notesSlide34.xml" Id="R694f6530ce91401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bb4af501441d5" /><Relationship Type="http://schemas.openxmlformats.org/officeDocument/2006/relationships/notesSlide" Target="/ppt/notesSlides/notesSlide35.xml" Id="R9a3453396744410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8b752805a49e6" /><Relationship Type="http://schemas.openxmlformats.org/officeDocument/2006/relationships/notesSlide" Target="/ppt/notesSlides/notesSlide36.xml" Id="R89b8b520a0034d9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92a1905d14084" /><Relationship Type="http://schemas.openxmlformats.org/officeDocument/2006/relationships/image" Target="/ppt/media/image3.png" Id="R1f79bcb22cd34d44" /><Relationship Type="http://schemas.openxmlformats.org/officeDocument/2006/relationships/notesSlide" Target="/ppt/notesSlides/notesSlide37.xml" Id="Re886e4f086ea455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85aa414d246c0" /><Relationship Type="http://schemas.openxmlformats.org/officeDocument/2006/relationships/notesSlide" Target="/ppt/notesSlides/notesSlide38.xml" Id="R5c16e6957a09420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cd3c01223416a" /><Relationship Type="http://schemas.openxmlformats.org/officeDocument/2006/relationships/notesSlide" Target="/ppt/notesSlides/notesSlide39.xml" Id="R0f732238ce22487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0c6029b704f45" /><Relationship Type="http://schemas.openxmlformats.org/officeDocument/2006/relationships/notesSlide" Target="/ppt/notesSlides/notesSlide40.xml" Id="R8e9314b8ed29471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7689a70114881" /><Relationship Type="http://schemas.openxmlformats.org/officeDocument/2006/relationships/notesSlide" Target="/ppt/notesSlides/notesSlide41.xml" Id="R3a1870c33c42440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d7f9bf91d4fae" /><Relationship Type="http://schemas.openxmlformats.org/officeDocument/2006/relationships/notesSlide" Target="/ppt/notesSlides/notesSlide42.xml" Id="R541f01cf812f491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8f7d61b1b4b58" /><Relationship Type="http://schemas.openxmlformats.org/officeDocument/2006/relationships/notesSlide" Target="/ppt/notesSlides/notesSlide43.xml" Id="Rddde34904c04469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02d45b9d14b31" /><Relationship Type="http://schemas.openxmlformats.org/officeDocument/2006/relationships/notesSlide" Target="/ppt/notesSlides/notesSlide44.xml" Id="R8830c0620df543d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403b9cbc44a66" /><Relationship Type="http://schemas.openxmlformats.org/officeDocument/2006/relationships/notesSlide" Target="/ppt/notesSlides/notesSlide45.xml" Id="Raa7d14820a17489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e01df902040b0" /><Relationship Type="http://schemas.openxmlformats.org/officeDocument/2006/relationships/notesSlide" Target="/ppt/notesSlides/notesSlide46.xml" Id="Rb5b6417bb0a04aa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766a4fc624ac5" /><Relationship Type="http://schemas.openxmlformats.org/officeDocument/2006/relationships/notesSlide" Target="/ppt/notesSlides/notesSlide47.xml" Id="R824373cc46b94f9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dbabe3d8e4bab" /><Relationship Type="http://schemas.openxmlformats.org/officeDocument/2006/relationships/notesSlide" Target="/ppt/notesSlides/notesSlide48.xml" Id="R5c010e28de3d4bd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eda683db2478f" /><Relationship Type="http://schemas.openxmlformats.org/officeDocument/2006/relationships/notesSlide" Target="/ppt/notesSlides/notesSlide49.xml" Id="R4b1a452ed28b422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ecfb86c634389" /><Relationship Type="http://schemas.openxmlformats.org/officeDocument/2006/relationships/notesSlide" Target="/ppt/notesSlides/notesSlide50.xml" Id="R889a772f80f24322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0363d1a0644fe" /><Relationship Type="http://schemas.openxmlformats.org/officeDocument/2006/relationships/image" Target="/ppt/media/image4.png" Id="R8b0f842a823a41b6" /><Relationship Type="http://schemas.openxmlformats.org/officeDocument/2006/relationships/notesSlide" Target="/ppt/notesSlides/notesSlide51.xml" Id="Rfaf4dd1277e6461a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75297a9e14818" /><Relationship Type="http://schemas.openxmlformats.org/officeDocument/2006/relationships/notesSlide" Target="/ppt/notesSlides/notesSlide52.xml" Id="Rea566c6430ea4fc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1a5accbdc4ffa" /><Relationship Type="http://schemas.openxmlformats.org/officeDocument/2006/relationships/notesSlide" Target="/ppt/notesSlides/notesSlide53.xml" Id="R729435d8949740d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2a513a850409c" /><Relationship Type="http://schemas.openxmlformats.org/officeDocument/2006/relationships/notesSlide" Target="/ppt/notesSlides/notesSlide54.xml" Id="R2c41d6282c06447b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3f22711e1491b" /><Relationship Type="http://schemas.openxmlformats.org/officeDocument/2006/relationships/notesSlide" Target="/ppt/notesSlides/notesSlide55.xml" Id="Rd953617fcd784651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4f23057ef418e" /><Relationship Type="http://schemas.openxmlformats.org/officeDocument/2006/relationships/notesSlide" Target="/ppt/notesSlides/notesSlide56.xml" Id="R02b8d97b51cc43d8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9001dc5c4462d" /><Relationship Type="http://schemas.openxmlformats.org/officeDocument/2006/relationships/notesSlide" Target="/ppt/notesSlides/notesSlide57.xml" Id="R123fe0bbc3854de9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1bb391fc04ea2" /><Relationship Type="http://schemas.openxmlformats.org/officeDocument/2006/relationships/notesSlide" Target="/ppt/notesSlides/notesSlide58.xml" Id="Rc5cbc18414d1444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ee5c512454df2" /><Relationship Type="http://schemas.openxmlformats.org/officeDocument/2006/relationships/notesSlide" Target="/ppt/notesSlides/notesSlide59.xml" Id="R394fa90c48b1480d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b5e155b2f4090" /><Relationship Type="http://schemas.openxmlformats.org/officeDocument/2006/relationships/notesSlide" Target="/ppt/notesSlides/notesSlide60.xml" Id="R119c423b07cb4c5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e89eb0e4b4deb" /><Relationship Type="http://schemas.openxmlformats.org/officeDocument/2006/relationships/notesSlide" Target="/ppt/notesSlides/notesSlide61.xml" Id="R5ce13f0ff7de49f3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23fcd26ea409c" /><Relationship Type="http://schemas.openxmlformats.org/officeDocument/2006/relationships/notesSlide" Target="/ppt/notesSlides/notesSlide62.xml" Id="R5b6e576aa2824dba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9dce78e4d42aa" /><Relationship Type="http://schemas.openxmlformats.org/officeDocument/2006/relationships/notesSlide" Target="/ppt/notesSlides/notesSlide63.xml" Id="Rdaa8112f71b547e4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08ec1a22f4fa1" /><Relationship Type="http://schemas.openxmlformats.org/officeDocument/2006/relationships/notesSlide" Target="/ppt/notesSlides/notesSlide64.xml" Id="Ra734029aa09145ff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a4b04dd5c4bae" /><Relationship Type="http://schemas.openxmlformats.org/officeDocument/2006/relationships/image" Target="/ppt/media/image5.png" Id="R6f8e9966adc2408c" /><Relationship Type="http://schemas.openxmlformats.org/officeDocument/2006/relationships/notesSlide" Target="/ppt/notesSlides/notesSlide65.xml" Id="R0d93cc1e573845aa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dc1d789d243cc" /><Relationship Type="http://schemas.openxmlformats.org/officeDocument/2006/relationships/notesSlide" Target="/ppt/notesSlides/notesSlide66.xml" Id="R15d5e580f32a421f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39f3558314179" /><Relationship Type="http://schemas.openxmlformats.org/officeDocument/2006/relationships/notesSlide" Target="/ppt/notesSlides/notesSlide67.xml" Id="R7632e4cb1dd24eea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30713fb144bd3" /><Relationship Type="http://schemas.openxmlformats.org/officeDocument/2006/relationships/notesSlide" Target="/ppt/notesSlides/notesSlide68.xml" Id="R457ff978be54454e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966807bbb4aa4" /><Relationship Type="http://schemas.openxmlformats.org/officeDocument/2006/relationships/notesSlide" Target="/ppt/notesSlides/notesSlide69.xml" Id="Rf06331a69b21414d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0b79a180e46cf" /><Relationship Type="http://schemas.openxmlformats.org/officeDocument/2006/relationships/notesSlide" Target="/ppt/notesSlides/notesSlide70.xml" Id="R2d24462c754f4985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5d341e67c4988" /><Relationship Type="http://schemas.openxmlformats.org/officeDocument/2006/relationships/notesSlide" Target="/ppt/notesSlides/notesSlide71.xml" Id="R09c65a5f375d473e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98862c384451a" /><Relationship Type="http://schemas.openxmlformats.org/officeDocument/2006/relationships/notesSlide" Target="/ppt/notesSlides/notesSlide72.xml" Id="Rd10127cce2854299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52a4ba0794aa7" /><Relationship Type="http://schemas.openxmlformats.org/officeDocument/2006/relationships/notesSlide" Target="/ppt/notesSlides/notesSlide73.xml" Id="R8253c2191be24d01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3f9d2244748fc" /><Relationship Type="http://schemas.openxmlformats.org/officeDocument/2006/relationships/notesSlide" Target="/ppt/notesSlides/notesSlide74.xml" Id="R403c35ffb97041b2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f4104c1754792" /><Relationship Type="http://schemas.openxmlformats.org/officeDocument/2006/relationships/notesSlide" Target="/ppt/notesSlides/notesSlide75.xml" Id="Rf49edd44ecbd4f2b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66df6877f4eed" /><Relationship Type="http://schemas.openxmlformats.org/officeDocument/2006/relationships/notesSlide" Target="/ppt/notesSlides/notesSlide76.xml" Id="Rd930ba2b52bd4684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f842cd8b74920" /><Relationship Type="http://schemas.openxmlformats.org/officeDocument/2006/relationships/notesSlide" Target="/ppt/notesSlides/notesSlide77.xml" Id="R225c34da1e684bd3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93710bf6943b3" /><Relationship Type="http://schemas.openxmlformats.org/officeDocument/2006/relationships/image" Target="/ppt/media/image6.png" Id="R330bca0b0609466f" /><Relationship Type="http://schemas.openxmlformats.org/officeDocument/2006/relationships/notesSlide" Target="/ppt/notesSlides/notesSlide78.xml" Id="R697897b1a2fe4444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8d3fe3a864f4e" /><Relationship Type="http://schemas.openxmlformats.org/officeDocument/2006/relationships/notesSlide" Target="/ppt/notesSlides/notesSlide79.xml" Id="R51eff8e85c2144a0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410f7fded4a17" /><Relationship Type="http://schemas.openxmlformats.org/officeDocument/2006/relationships/notesSlide" Target="/ppt/notesSlides/notesSlide80.xml" Id="R0dac2f9b97154e3a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7f71008ec41da" /><Relationship Type="http://schemas.openxmlformats.org/officeDocument/2006/relationships/notesSlide" Target="/ppt/notesSlides/notesSlide81.xml" Id="Ree5633d9eb0d4672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1b14868e14fcb" /><Relationship Type="http://schemas.openxmlformats.org/officeDocument/2006/relationships/notesSlide" Target="/ppt/notesSlides/notesSlide82.xml" Id="R2a741932d9be46c7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9eca4bbc54b5c" /><Relationship Type="http://schemas.openxmlformats.org/officeDocument/2006/relationships/notesSlide" Target="/ppt/notesSlides/notesSlide83.xml" Id="R8a682ca4d39a4564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419abf86142f8" /><Relationship Type="http://schemas.openxmlformats.org/officeDocument/2006/relationships/notesSlide" Target="/ppt/notesSlides/notesSlide84.xml" Id="R16967a924c1542c4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2d728b97143e5" /><Relationship Type="http://schemas.openxmlformats.org/officeDocument/2006/relationships/notesSlide" Target="/ppt/notesSlides/notesSlide85.xml" Id="Rf2e56d4ec3714811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0394b8e7d4879" /><Relationship Type="http://schemas.openxmlformats.org/officeDocument/2006/relationships/notesSlide" Target="/ppt/notesSlides/notesSlide86.xml" Id="Ra8d169c0ac1c429e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f667f652d4746" /><Relationship Type="http://schemas.openxmlformats.org/officeDocument/2006/relationships/notesSlide" Target="/ppt/notesSlides/notesSlide87.xml" Id="Rfb08a11184734a01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1f34e320f43ef" /><Relationship Type="http://schemas.openxmlformats.org/officeDocument/2006/relationships/notesSlide" Target="/ppt/notesSlides/notesSlide88.xml" Id="Rd1f2ae773f00411c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5017d4d5d4293" /><Relationship Type="http://schemas.openxmlformats.org/officeDocument/2006/relationships/notesSlide" Target="/ppt/notesSlides/notesSlide89.xml" Id="R1eec9e9e0db2469e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0977cb68b45ce" /><Relationship Type="http://schemas.openxmlformats.org/officeDocument/2006/relationships/notesSlide" Target="/ppt/notesSlides/notesSlide90.xml" Id="Rb4da3f2b6aa24926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ae6c85e89491e" /><Relationship Type="http://schemas.openxmlformats.org/officeDocument/2006/relationships/notesSlide" Target="/ppt/notesSlides/notesSlide91.xml" Id="R0e3d5206e8d547bd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98015c7f546d2" /><Relationship Type="http://schemas.openxmlformats.org/officeDocument/2006/relationships/notesSlide" Target="/ppt/notesSlides/notesSlide92.xml" Id="R71ff337ecfa646f5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64dfae20b4462" /><Relationship Type="http://schemas.openxmlformats.org/officeDocument/2006/relationships/notesSlide" Target="/ppt/notesSlides/notesSlide93.xml" Id="R277ac27b294245dc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6f374c9a2493e" /><Relationship Type="http://schemas.openxmlformats.org/officeDocument/2006/relationships/notesSlide" Target="/ppt/notesSlides/notesSlide94.xml" Id="R158cc45aa68d40f9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131e0b4e3402c" /><Relationship Type="http://schemas.openxmlformats.org/officeDocument/2006/relationships/image" Target="/ppt/media/image7.png" Id="Re2c2eb65673343cc" /><Relationship Type="http://schemas.openxmlformats.org/officeDocument/2006/relationships/notesSlide" Target="/ppt/notesSlides/notesSlide95.xml" Id="R4306228e5e9d4f7a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ad8b900cb4c3e" /><Relationship Type="http://schemas.openxmlformats.org/officeDocument/2006/relationships/notesSlide" Target="/ppt/notesSlides/notesSlide96.xml" Id="R16fd9a2d7fff4b58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98662c13b4790" /><Relationship Type="http://schemas.openxmlformats.org/officeDocument/2006/relationships/notesSlide" Target="/ppt/notesSlides/notesSlide97.xml" Id="Ra6e4082a48754aa6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0951e714a462a" /><Relationship Type="http://schemas.openxmlformats.org/officeDocument/2006/relationships/notesSlide" Target="/ppt/notesSlides/notesSlide98.xml" Id="R418f7a514a634d66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611dbb6a5432e" /><Relationship Type="http://schemas.openxmlformats.org/officeDocument/2006/relationships/notesSlide" Target="/ppt/notesSlides/notesSlide99.xml" Id="Rb1a4b9a338624510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edfeb22a04b4b" /><Relationship Type="http://schemas.openxmlformats.org/officeDocument/2006/relationships/notesSlide" Target="/ppt/notesSlides/notesSlide100.xml" Id="Rd1a3b4e654894b39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14f28eaf54d41" /><Relationship Type="http://schemas.openxmlformats.org/officeDocument/2006/relationships/notesSlide" Target="/ppt/notesSlides/notesSlide101.xml" Id="R4771f9e74e1f42a4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47cd3a7484dbb" /><Relationship Type="http://schemas.openxmlformats.org/officeDocument/2006/relationships/notesSlide" Target="/ppt/notesSlides/notesSlide102.xml" Id="R7587bb7577ba48dc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451b257ec47d4" /><Relationship Type="http://schemas.openxmlformats.org/officeDocument/2006/relationships/notesSlide" Target="/ppt/notesSlides/notesSlide103.xml" Id="R2d9af6a55c414820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5c625a9394cb0" /><Relationship Type="http://schemas.openxmlformats.org/officeDocument/2006/relationships/notesSlide" Target="/ppt/notesSlides/notesSlide104.xml" Id="R578dd80d85064c53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4e1d3192d46ff" /><Relationship Type="http://schemas.openxmlformats.org/officeDocument/2006/relationships/notesSlide" Target="/ppt/notesSlides/notesSlide105.xml" Id="R4672945135274c45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e7533a6f346c4" /><Relationship Type="http://schemas.openxmlformats.org/officeDocument/2006/relationships/notesSlide" Target="/ppt/notesSlides/notesSlide106.xml" Id="Rcf54b6a6dc734717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8c93a2abc42e4" /><Relationship Type="http://schemas.openxmlformats.org/officeDocument/2006/relationships/image" Target="/ppt/media/image8.png" Id="R5812559c4b2c4be4" /><Relationship Type="http://schemas.openxmlformats.org/officeDocument/2006/relationships/notesSlide" Target="/ppt/notesSlides/notesSlide107.xml" Id="R0b956313814b4fb2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25f6a19d24111" /><Relationship Type="http://schemas.openxmlformats.org/officeDocument/2006/relationships/notesSlide" Target="/ppt/notesSlides/notesSlide108.xml" Id="R56e6fb7310414aa2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d6eadd7d740bf" /><Relationship Type="http://schemas.openxmlformats.org/officeDocument/2006/relationships/notesSlide" Target="/ppt/notesSlides/notesSlide109.xml" Id="R3bdc32bea45e4a91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3d868bbe74a4d" /><Relationship Type="http://schemas.openxmlformats.org/officeDocument/2006/relationships/notesSlide" Target="/ppt/notesSlides/notesSlide110.xml" Id="R4f839551c4054161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0713f9a55419d" /><Relationship Type="http://schemas.openxmlformats.org/officeDocument/2006/relationships/notesSlide" Target="/ppt/notesSlides/notesSlide111.xml" Id="R5f67843f5797478b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c0120684a448f" /><Relationship Type="http://schemas.openxmlformats.org/officeDocument/2006/relationships/notesSlide" Target="/ppt/notesSlides/notesSlide112.xml" Id="Rc5dc9f233862468b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a2dc0bdf048d8" /><Relationship Type="http://schemas.openxmlformats.org/officeDocument/2006/relationships/notesSlide" Target="/ppt/notesSlides/notesSlide113.xml" Id="Rc67c95d9fd6448f9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91507db774dd8" /><Relationship Type="http://schemas.openxmlformats.org/officeDocument/2006/relationships/notesSlide" Target="/ppt/notesSlides/notesSlide114.xml" Id="R6e05837f3eb544f0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3326c3f97467e" /><Relationship Type="http://schemas.openxmlformats.org/officeDocument/2006/relationships/notesSlide" Target="/ppt/notesSlides/notesSlide115.xml" Id="R298bb8fdc4fd4038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01c1e3edd43db" /><Relationship Type="http://schemas.openxmlformats.org/officeDocument/2006/relationships/notesSlide" Target="/ppt/notesSlides/notesSlide116.xml" Id="Rf282b4a2b8c44437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afa1d6fab484c" /><Relationship Type="http://schemas.openxmlformats.org/officeDocument/2006/relationships/image" Target="/ppt/media/image9.png" Id="R31c5c1f94f31420a" /><Relationship Type="http://schemas.openxmlformats.org/officeDocument/2006/relationships/notesSlide" Target="/ppt/notesSlides/notesSlide117.xml" Id="Ra9431bd032884833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fd93157a14bdb" /><Relationship Type="http://schemas.openxmlformats.org/officeDocument/2006/relationships/notesSlide" Target="/ppt/notesSlides/notesSlide118.xml" Id="R642bc8f85f994c04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173177c6845ef" /><Relationship Type="http://schemas.openxmlformats.org/officeDocument/2006/relationships/notesSlide" Target="/ppt/notesSlides/notesSlide119.xml" Id="Rbafa933d45614f75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8f7f759604068" /><Relationship Type="http://schemas.openxmlformats.org/officeDocument/2006/relationships/notesSlide" Target="/ppt/notesSlides/notesSlide120.xml" Id="R6d0bc1cba39d4d81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2f8c0945a438c" /><Relationship Type="http://schemas.openxmlformats.org/officeDocument/2006/relationships/notesSlide" Target="/ppt/notesSlides/notesSlide121.xml" Id="R83af434f990b4453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f3e4cc859486f" /><Relationship Type="http://schemas.openxmlformats.org/officeDocument/2006/relationships/notesSlide" Target="/ppt/notesSlides/notesSlide122.xml" Id="Rb1226be2d4f5452c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707b687e6469e" /><Relationship Type="http://schemas.openxmlformats.org/officeDocument/2006/relationships/notesSlide" Target="/ppt/notesSlides/notesSlide123.xml" Id="R867e413d22024b45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c46a9f0434517" /><Relationship Type="http://schemas.openxmlformats.org/officeDocument/2006/relationships/notesSlide" Target="/ppt/notesSlides/notesSlide124.xml" Id="R89d771138e6e465a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2b71d1ffb4eb9" /><Relationship Type="http://schemas.openxmlformats.org/officeDocument/2006/relationships/notesSlide" Target="/ppt/notesSlides/notesSlide125.xml" Id="Rbabd27f54cbe43b4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0f5be55b544d4" /><Relationship Type="http://schemas.openxmlformats.org/officeDocument/2006/relationships/notesSlide" Target="/ppt/notesSlides/notesSlide126.xml" Id="Rbb96c47271ac446c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c35fe80974f95" /><Relationship Type="http://schemas.openxmlformats.org/officeDocument/2006/relationships/notesSlide" Target="/ppt/notesSlides/notesSlide127.xml" Id="R7fbd791bd5f5403b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0b02a1be949fc" /><Relationship Type="http://schemas.openxmlformats.org/officeDocument/2006/relationships/notesSlide" Target="/ppt/notesSlides/notesSlide128.xml" Id="Rc385f5b9aaa54b97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839b14b77495d" /><Relationship Type="http://schemas.openxmlformats.org/officeDocument/2006/relationships/notesSlide" Target="/ppt/notesSlides/notesSlide129.xml" Id="Redfe57d286004bab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9b58089df433d" /><Relationship Type="http://schemas.openxmlformats.org/officeDocument/2006/relationships/notesSlide" Target="/ppt/notesSlides/notesSlide130.xml" Id="R14209aebe11947f7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7484477a045fc" /><Relationship Type="http://schemas.openxmlformats.org/officeDocument/2006/relationships/notesSlide" Target="/ppt/notesSlides/notesSlide131.xml" Id="R6e544c5b12dd43db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67c758fe04b02" /><Relationship Type="http://schemas.openxmlformats.org/officeDocument/2006/relationships/image" Target="/ppt/media/image10.png" Id="Rfe94cf1fd0c34325" /><Relationship Type="http://schemas.openxmlformats.org/officeDocument/2006/relationships/notesSlide" Target="/ppt/notesSlides/notesSlide132.xml" Id="R72554845a5c94bc2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9b818c6154660" /><Relationship Type="http://schemas.openxmlformats.org/officeDocument/2006/relationships/notesSlide" Target="/ppt/notesSlides/notesSlide133.xml" Id="R001aadc25dce425b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aafddd1d04fa7" /><Relationship Type="http://schemas.openxmlformats.org/officeDocument/2006/relationships/notesSlide" Target="/ppt/notesSlides/notesSlide134.xml" Id="Re62e83cdf8264c5d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133f411b0427e" /><Relationship Type="http://schemas.openxmlformats.org/officeDocument/2006/relationships/notesSlide" Target="/ppt/notesSlides/notesSlide135.xml" Id="R2d46caab05ab459b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8ed601c334076" /><Relationship Type="http://schemas.openxmlformats.org/officeDocument/2006/relationships/notesSlide" Target="/ppt/notesSlides/notesSlide136.xml" Id="Rb370cb10757a4a4e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ff138fb4d4add" /><Relationship Type="http://schemas.openxmlformats.org/officeDocument/2006/relationships/notesSlide" Target="/ppt/notesSlides/notesSlide137.xml" Id="Rb0a60564cd8d414a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961ca954a48cf" /><Relationship Type="http://schemas.openxmlformats.org/officeDocument/2006/relationships/notesSlide" Target="/ppt/notesSlides/notesSlide138.xml" Id="Ra862c0a3c97a426f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32fba313446d6" /><Relationship Type="http://schemas.openxmlformats.org/officeDocument/2006/relationships/notesSlide" Target="/ppt/notesSlides/notesSlide139.xml" Id="Rac44da15fec54839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48edc0f0a4958" /><Relationship Type="http://schemas.openxmlformats.org/officeDocument/2006/relationships/notesSlide" Target="/ppt/notesSlides/notesSlide140.xml" Id="Ref6d4bfa9a7d4d26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31c21a8d854a09" /><Relationship Type="http://schemas.openxmlformats.org/officeDocument/2006/relationships/notesSlide" Target="/ppt/notesSlides/notesSlide141.xml" Id="Ra22a51241df54ce7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91890d1af4f7e" /><Relationship Type="http://schemas.openxmlformats.org/officeDocument/2006/relationships/notesSlide" Target="/ppt/notesSlides/notesSlide142.xml" Id="R982a498fe7c84b3d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c5ceeaad44424" /><Relationship Type="http://schemas.openxmlformats.org/officeDocument/2006/relationships/notesSlide" Target="/ppt/notesSlides/notesSlide143.xml" Id="R3020c6ea6b9544b1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ee80b3a3741b6" /><Relationship Type="http://schemas.openxmlformats.org/officeDocument/2006/relationships/notesSlide" Target="/ppt/notesSlides/notesSlide144.xml" Id="R56568a5a46254d02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de99993ad4ca7" /><Relationship Type="http://schemas.openxmlformats.org/officeDocument/2006/relationships/notesSlide" Target="/ppt/notesSlides/notesSlide145.xml" Id="Rb18630fd6ed5422a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8077818524975" /><Relationship Type="http://schemas.openxmlformats.org/officeDocument/2006/relationships/notesSlide" Target="/ppt/notesSlides/notesSlide146.xml" Id="R393a075b3f9c4fee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450732742418f" /><Relationship Type="http://schemas.openxmlformats.org/officeDocument/2006/relationships/notesSlide" Target="/ppt/notesSlides/notesSlide147.xml" Id="R312a5320f28241c0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c1a271b4340d6" /><Relationship Type="http://schemas.openxmlformats.org/officeDocument/2006/relationships/notesSlide" Target="/ppt/notesSlides/notesSlide148.xml" Id="R840291b506a54d95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0558b71b84d06" /><Relationship Type="http://schemas.openxmlformats.org/officeDocument/2006/relationships/image" Target="/ppt/media/image11.png" Id="R8780beab83a642be" /><Relationship Type="http://schemas.openxmlformats.org/officeDocument/2006/relationships/notesSlide" Target="/ppt/notesSlides/notesSlide149.xml" Id="Rab5b4b9aebae48d2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0e78958694fcb" /><Relationship Type="http://schemas.openxmlformats.org/officeDocument/2006/relationships/notesSlide" Target="/ppt/notesSlides/notesSlide150.xml" Id="Rf822901478d24de4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9ada421f04af2" /><Relationship Type="http://schemas.openxmlformats.org/officeDocument/2006/relationships/notesSlide" Target="/ppt/notesSlides/notesSlide151.xml" Id="Ra8e34776f0954523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a95682519485e" /><Relationship Type="http://schemas.openxmlformats.org/officeDocument/2006/relationships/notesSlide" Target="/ppt/notesSlides/notesSlide152.xml" Id="R9be7f410990e4a47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e6845eb334bec" /><Relationship Type="http://schemas.openxmlformats.org/officeDocument/2006/relationships/notesSlide" Target="/ppt/notesSlides/notesSlide153.xml" Id="R51c94e0cf09141fb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eec4f3da14b01" /><Relationship Type="http://schemas.openxmlformats.org/officeDocument/2006/relationships/notesSlide" Target="/ppt/notesSlides/notesSlide154.xml" Id="Rb82ce3a2d698459c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17f0f3eef4ff8" /><Relationship Type="http://schemas.openxmlformats.org/officeDocument/2006/relationships/notesSlide" Target="/ppt/notesSlides/notesSlide155.xml" Id="R412fe8ccc0384bf9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a058b3afb4ae1" /><Relationship Type="http://schemas.openxmlformats.org/officeDocument/2006/relationships/notesSlide" Target="/ppt/notesSlides/notesSlide156.xml" Id="R81f5054c4b8e4fed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9b1b9fd8a4b0a" /><Relationship Type="http://schemas.openxmlformats.org/officeDocument/2006/relationships/notesSlide" Target="/ppt/notesSlides/notesSlide157.xml" Id="R2475fd0f79d04542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5266954494d97" /><Relationship Type="http://schemas.openxmlformats.org/officeDocument/2006/relationships/notesSlide" Target="/ppt/notesSlides/notesSlide158.xml" Id="R2b99d82414824f54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78f9c23424ac3" /><Relationship Type="http://schemas.openxmlformats.org/officeDocument/2006/relationships/notesSlide" Target="/ppt/notesSlides/notesSlide159.xml" Id="Rbd8e3ec05f8e4d8b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883fed4564f11" /><Relationship Type="http://schemas.openxmlformats.org/officeDocument/2006/relationships/notesSlide" Target="/ppt/notesSlides/notesSlide160.xml" Id="Rc2ed8e557d9342a6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49a56e27e4042" /><Relationship Type="http://schemas.openxmlformats.org/officeDocument/2006/relationships/image" Target="/ppt/media/image12.png" Id="R4593597adba8439c" /><Relationship Type="http://schemas.openxmlformats.org/officeDocument/2006/relationships/notesSlide" Target="/ppt/notesSlides/notesSlide161.xml" Id="R85c7f01c69cd404d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4a89d7de44f06" /><Relationship Type="http://schemas.openxmlformats.org/officeDocument/2006/relationships/notesSlide" Target="/ppt/notesSlides/notesSlide162.xml" Id="R27b58455d6674bcf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a69c321ce4c04" /><Relationship Type="http://schemas.openxmlformats.org/officeDocument/2006/relationships/notesSlide" Target="/ppt/notesSlides/notesSlide163.xml" Id="Ra80288379dea4276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b28914b964e9c" /><Relationship Type="http://schemas.openxmlformats.org/officeDocument/2006/relationships/notesSlide" Target="/ppt/notesSlides/notesSlide164.xml" Id="Rdd4b061a5614486a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3ee793d1054eb4" /><Relationship Type="http://schemas.openxmlformats.org/officeDocument/2006/relationships/image" Target="/ppt/media/image13.png" Id="Rb1301e3afc5c4858" /><Relationship Type="http://schemas.openxmlformats.org/officeDocument/2006/relationships/notesSlide" Target="/ppt/notesSlides/notesSlide165.xml" Id="Rcf3799f7223b458d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cbd9de74846b9" /><Relationship Type="http://schemas.openxmlformats.org/officeDocument/2006/relationships/notesSlide" Target="/ppt/notesSlides/notesSlide166.xml" Id="R33cfda86a11942a2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28e4e1ff14eee" /><Relationship Type="http://schemas.openxmlformats.org/officeDocument/2006/relationships/notesSlide" Target="/ppt/notesSlides/notesSlide167.xml" Id="Rb4ea7f1a65624159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62328f69e4e8b" /><Relationship Type="http://schemas.openxmlformats.org/officeDocument/2006/relationships/notesSlide" Target="/ppt/notesSlides/notesSlide168.xml" Id="Re9d2a1a7bc084a92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6e91cf7bc445f" /><Relationship Type="http://schemas.openxmlformats.org/officeDocument/2006/relationships/notesSlide" Target="/ppt/notesSlides/notesSlide169.xml" Id="R4c9b077328a144bb" /></Relationships>
</file>

<file path=ppt/slides/_rels/slide1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9d189a33c4f2c" /><Relationship Type="http://schemas.openxmlformats.org/officeDocument/2006/relationships/notesSlide" Target="/ppt/notesSlides/notesSlide170.xml" Id="R33788a9ed59846da" /></Relationships>
</file>

<file path=ppt/slides/_rels/slide1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d3d750f954ba8" /><Relationship Type="http://schemas.openxmlformats.org/officeDocument/2006/relationships/image" Target="/ppt/media/image14.png" Id="R3f27b05cf9e34cd9" /><Relationship Type="http://schemas.openxmlformats.org/officeDocument/2006/relationships/notesSlide" Target="/ppt/notesSlides/notesSlide171.xml" Id="Rfa3415cbbc9b4385" /></Relationships>
</file>

<file path=ppt/slides/_rels/slide1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60074177d450d" /><Relationship Type="http://schemas.openxmlformats.org/officeDocument/2006/relationships/notesSlide" Target="/ppt/notesSlides/notesSlide172.xml" Id="R1e264277f7a440b2" /></Relationships>
</file>

<file path=ppt/slides/_rels/slide1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d0d423ef84ee1" /><Relationship Type="http://schemas.openxmlformats.org/officeDocument/2006/relationships/notesSlide" Target="/ppt/notesSlides/notesSlide173.xml" Id="R9cf9d036e5ba4b02" /></Relationships>
</file>

<file path=ppt/slides/_rels/slide1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c31e6f1994963" /><Relationship Type="http://schemas.openxmlformats.org/officeDocument/2006/relationships/notesSlide" Target="/ppt/notesSlides/notesSlide174.xml" Id="R251203c4caf54cab" /></Relationships>
</file>

<file path=ppt/slides/_rels/slide1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2f38105384de3" /><Relationship Type="http://schemas.openxmlformats.org/officeDocument/2006/relationships/notesSlide" Target="/ppt/notesSlides/notesSlide175.xml" Id="R60d53188a35e48b5" /></Relationships>
</file>

<file path=ppt/slides/_rels/slide1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5b2ac43f04c62" /><Relationship Type="http://schemas.openxmlformats.org/officeDocument/2006/relationships/notesSlide" Target="/ppt/notesSlides/notesSlide176.xml" Id="R8be44605a1e34688" /></Relationships>
</file>

<file path=ppt/slides/_rels/slide1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58d6379864e41" /><Relationship Type="http://schemas.openxmlformats.org/officeDocument/2006/relationships/notesSlide" Target="/ppt/notesSlides/notesSlide177.xml" Id="Rdfe5ed4f8efd4d7b" /></Relationships>
</file>

<file path=ppt/slides/_rels/slide1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ac0879eae407f" /><Relationship Type="http://schemas.openxmlformats.org/officeDocument/2006/relationships/notesSlide" Target="/ppt/notesSlides/notesSlide178.xml" Id="Re38fe1ba566a4531" /></Relationships>
</file>

<file path=ppt/slides/_rels/slide1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c83edf091148cc" /><Relationship Type="http://schemas.openxmlformats.org/officeDocument/2006/relationships/notesSlide" Target="/ppt/notesSlides/notesSlide179.xml" Id="R68fd751d943f4c74" /></Relationships>
</file>

<file path=ppt/slides/_rels/slide1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653e1a3584f76" /><Relationship Type="http://schemas.openxmlformats.org/officeDocument/2006/relationships/notesSlide" Target="/ppt/notesSlides/notesSlide180.xml" Id="R437d521e8673407c" /></Relationships>
</file>

<file path=ppt/slides/_rels/slide1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e71fdf5f14c61" /><Relationship Type="http://schemas.openxmlformats.org/officeDocument/2006/relationships/image" Target="/ppt/media/image15.png" Id="R79c1e3a76a3749e1" /><Relationship Type="http://schemas.openxmlformats.org/officeDocument/2006/relationships/notesSlide" Target="/ppt/notesSlides/notesSlide181.xml" Id="R9ee2c8854b544356" /></Relationships>
</file>

<file path=ppt/slides/_rels/slide1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b631bd0ac4a18" /><Relationship Type="http://schemas.openxmlformats.org/officeDocument/2006/relationships/notesSlide" Target="/ppt/notesSlides/notesSlide182.xml" Id="R92848a1e0a4e47a6" /></Relationships>
</file>

<file path=ppt/slides/_rels/slide1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ae91202804024" /><Relationship Type="http://schemas.openxmlformats.org/officeDocument/2006/relationships/notesSlide" Target="/ppt/notesSlides/notesSlide183.xml" Id="R5a90fbdcac444379" /></Relationships>
</file>

<file path=ppt/slides/_rels/slide1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7525984844e9d" /><Relationship Type="http://schemas.openxmlformats.org/officeDocument/2006/relationships/notesSlide" Target="/ppt/notesSlides/notesSlide184.xml" Id="R7d191f18288a48a1" /></Relationships>
</file>

<file path=ppt/slides/_rels/slide1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955df2ab04969" /><Relationship Type="http://schemas.openxmlformats.org/officeDocument/2006/relationships/notesSlide" Target="/ppt/notesSlides/notesSlide185.xml" Id="R4a26bc1707cc469c" /></Relationships>
</file>

<file path=ppt/slides/_rels/slide1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0be90e7fb484d" /><Relationship Type="http://schemas.openxmlformats.org/officeDocument/2006/relationships/notesSlide" Target="/ppt/notesSlides/notesSlide186.xml" Id="Rde6d1d24ac454485" /></Relationships>
</file>

<file path=ppt/slides/_rels/slide1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479bc8da84bb1" /><Relationship Type="http://schemas.openxmlformats.org/officeDocument/2006/relationships/notesSlide" Target="/ppt/notesSlides/notesSlide187.xml" Id="R4cb485185334415d" /></Relationships>
</file>

<file path=ppt/slides/_rels/slide1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1c16cdf1a4051" /><Relationship Type="http://schemas.openxmlformats.org/officeDocument/2006/relationships/notesSlide" Target="/ppt/notesSlides/notesSlide188.xml" Id="Rfbb6e8d68fab4596" /></Relationships>
</file>

<file path=ppt/slides/_rels/slide1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6fc896f0b46fb" /><Relationship Type="http://schemas.openxmlformats.org/officeDocument/2006/relationships/notesSlide" Target="/ppt/notesSlides/notesSlide189.xml" Id="Rabaf24d2800c49bf" /></Relationships>
</file>

<file path=ppt/slides/_rels/slide1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c8370a5284671" /><Relationship Type="http://schemas.openxmlformats.org/officeDocument/2006/relationships/notesSlide" Target="/ppt/notesSlides/notesSlide190.xml" Id="R3b707f10165a48f5" /></Relationships>
</file>

<file path=ppt/slides/_rels/slide1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103e62aed4d1b" /><Relationship Type="http://schemas.openxmlformats.org/officeDocument/2006/relationships/notesSlide" Target="/ppt/notesSlides/notesSlide191.xml" Id="R7095be2318f844ee" /></Relationships>
</file>

<file path=ppt/slides/_rels/slide1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4ac9021484503" /><Relationship Type="http://schemas.openxmlformats.org/officeDocument/2006/relationships/notesSlide" Target="/ppt/notesSlides/notesSlide192.xml" Id="Rfbefa8d74b1f4eac" /></Relationships>
</file>

<file path=ppt/slides/_rels/slide1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406211c1e44fd" /><Relationship Type="http://schemas.openxmlformats.org/officeDocument/2006/relationships/notesSlide" Target="/ppt/notesSlides/notesSlide193.xml" Id="R06d7261025cd4214" /></Relationships>
</file>

<file path=ppt/slides/_rels/slide1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dceb47b3745df" /><Relationship Type="http://schemas.openxmlformats.org/officeDocument/2006/relationships/notesSlide" Target="/ppt/notesSlides/notesSlide194.xml" Id="R302ec3a83e914c07" /></Relationships>
</file>

<file path=ppt/slides/_rels/slide1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ecf8cbc204019" /><Relationship Type="http://schemas.openxmlformats.org/officeDocument/2006/relationships/image" Target="/ppt/media/image16.png" Id="R21522fb9b3c94b79" /><Relationship Type="http://schemas.openxmlformats.org/officeDocument/2006/relationships/notesSlide" Target="/ppt/notesSlides/notesSlide195.xml" Id="Rc3be0b39a6404fc6" /></Relationships>
</file>

<file path=ppt/slides/_rels/slide1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c31d35d42493e" /><Relationship Type="http://schemas.openxmlformats.org/officeDocument/2006/relationships/notesSlide" Target="/ppt/notesSlides/notesSlide196.xml" Id="Ra3a301bc8e244b99" /></Relationships>
</file>

<file path=ppt/slides/_rels/slide1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2a84013af46d4" /><Relationship Type="http://schemas.openxmlformats.org/officeDocument/2006/relationships/notesSlide" Target="/ppt/notesSlides/notesSlide197.xml" Id="R47f0a4c35be64479" /></Relationships>
</file>

<file path=ppt/slides/_rels/slide1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a6ae3399341c5" /><Relationship Type="http://schemas.openxmlformats.org/officeDocument/2006/relationships/notesSlide" Target="/ppt/notesSlides/notesSlide198.xml" Id="Rb1f20055a02c4164" /></Relationships>
</file>

<file path=ppt/slides/_rels/slide1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d70a8806a4b64" /><Relationship Type="http://schemas.openxmlformats.org/officeDocument/2006/relationships/notesSlide" Target="/ppt/notesSlides/notesSlide199.xml" Id="R2c0b9a42e9084766" /></Relationships>
</file>

<file path=ppt/slides/_rels/slide2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ddc7d8dcf47a5" /><Relationship Type="http://schemas.openxmlformats.org/officeDocument/2006/relationships/notesSlide" Target="/ppt/notesSlides/notesSlide200.xml" Id="R0cd19c08f9354d38" /></Relationships>
</file>

<file path=ppt/slides/_rels/slide2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573c534694f84" /><Relationship Type="http://schemas.openxmlformats.org/officeDocument/2006/relationships/notesSlide" Target="/ppt/notesSlides/notesSlide201.xml" Id="Rbb85c9f9c2b94cb3" /></Relationships>
</file>

<file path=ppt/slides/_rels/slide2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50a87c6a24344" /><Relationship Type="http://schemas.openxmlformats.org/officeDocument/2006/relationships/notesSlide" Target="/ppt/notesSlides/notesSlide202.xml" Id="R426aefe2712a458c" /></Relationships>
</file>

<file path=ppt/slides/_rels/slide2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ceb111e6ef4084" /><Relationship Type="http://schemas.openxmlformats.org/officeDocument/2006/relationships/notesSlide" Target="/ppt/notesSlides/notesSlide203.xml" Id="Rf296202d170a417c" /></Relationships>
</file>

<file path=ppt/slides/_rels/slide2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4ffffc24841f3" /><Relationship Type="http://schemas.openxmlformats.org/officeDocument/2006/relationships/notesSlide" Target="/ppt/notesSlides/notesSlide204.xml" Id="R727212804aa647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DF15947-FB6C-4710-A45A-4A9264AA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C++ 서버와 차량 시뮬레이션</a:t>
            </a:r>
          </a:p>
        </p:txBody>
      </p:sp>
      <p:sp>
        <p:nvSpPr>
          <p:cNvPr id="2" name="cover-230">
            <a:extLst xmlns:a="http://schemas.openxmlformats.org/drawingml/2006/main">
              <a:ext uri="{FF2B5EF4-FFF2-40B4-BE49-F238E27FC236}">
                <a16:creationId xmlns:a16="http://schemas.microsoft.com/office/drawing/2014/main" id="{4D7F261D-2AF0-4480-B252-F1B054E7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191750" cy="50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02권  Drive Integration</a:t>
            </a:r>
          </a:p>
        </p:txBody>
      </p:sp>
      <p:sp>
        <p:nvSpPr>
          <p:cNvPr id="3" name="cover-313.28">
            <a:extLst xmlns:a="http://schemas.openxmlformats.org/drawingml/2006/main">
              <a:ext uri="{FF2B5EF4-FFF2-40B4-BE49-F238E27FC236}">
                <a16:creationId xmlns:a16="http://schemas.microsoft.com/office/drawing/2014/main" id="{7D62BA92-660E-4FF0-B1E6-56AFCBE8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3992"/>
            <a:ext cx="10191750" cy="50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문제의 이유부터 실제 코드와 계산, 독립 진단까지 이어 읽는 교재</a:t>
            </a:r>
          </a:p>
        </p:txBody>
      </p:sp>
      <p:sp>
        <p:nvSpPr>
          <p:cNvPr id="4" name="cover-396.55999999999995">
            <a:extLst xmlns:a="http://schemas.openxmlformats.org/drawingml/2006/main">
              <a:ext uri="{FF2B5EF4-FFF2-40B4-BE49-F238E27FC236}">
                <a16:creationId xmlns:a16="http://schemas.microsoft.com/office/drawing/2014/main" id="{07B0AB5D-3AF9-4459-8B22-CFB3DC4B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7234"/>
            <a:ext cx="10191750" cy="507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단원별 해설과 소스코드 실습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8336B7E-36C6-4F9B-B5FD-7FC2536C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학습 안내     1 / 204</a:t>
            </a:r>
          </a:p>
        </p:txBody>
      </p:sp>
    </p:spTree>
    <p:extLst>
      <p:ext uri="{BB962C8B-B14F-4D97-AF65-F5344CB8AC3E}">
        <p14:creationId xmlns:p14="http://schemas.microsoft.com/office/powerpoint/2010/main" val="227576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B724503-88F1-4B68-B9F6-C4DE6F92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학습과 확인 방법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7E3F491-0D96-46EC-B5F7-E327BC34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각 단원은 먼저 실제 운전·통신 문제를 제시합니다. 왜 그 문제가 생기며 어떤 개념이 해결에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필요한지 확인한 뒤 코드를 읽습니다. 사용 목적과 핵심 해설은 슬라이드 본문에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68F4138-9033-45C8-BBD1-B8C24A25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코드 페이지의 경로와 줄 번호는 현재 소스의 연속 구간을 가리킵니다. 바로 다음 풀이에서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입력, 조건, 상태 변경과 결과를 연결합니다. 교육용 계산은 실제 설정값·측정값과 구분합니다.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A16615A-7EC4-4FA8-9524-EB601A16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 문제는 답을 보지 않고 먼저 풀어 보세요. 결과 숫자뿐 아니라 왜 그 분기를 선택했는지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설명해야 합니다. 틀린 경우 같은 단원의 예시와 코드 풀이를 다시 읽고 다음 단원으로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넘어갑니다.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F1CC7272-5FE7-486B-88C3-D0BBCAD4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799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목차의 시작 쪽과 각 장의 학습 순서로 현재 위치를 찾습니다. HTML 교재에는 장·단원별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바로가기와 같은 본문이 있습니다. 노트의 추가 설명은 보충 자료이므로 본문만으로도 핵심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수업을 따라갈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874C0BE-C378-4676-929D-EED5505F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학습 안내     2 / 204</a:t>
            </a:r>
          </a:p>
        </p:txBody>
      </p:sp>
    </p:spTree>
    <p:extLst>
      <p:ext uri="{BB962C8B-B14F-4D97-AF65-F5344CB8AC3E}">
        <p14:creationId xmlns:p14="http://schemas.microsoft.com/office/powerpoint/2010/main" val="17658789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1AAE2E8-309C-49CE-A127-021BBC67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전체 목차 1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444BCE6-3FFC-42DC-AE92-B8E9BE49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1장 서버가 상태를 만드는 순서 · 6쪽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실행부터 틱 계산까지의 책임을 찾아 문제를 조사할 출발점을 만듭니다.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01CFAB1-0B6F-4D89-96A0-45388DDE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2장 신뢰할 입력과 비동기 통신 · 32쪽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연결되어 있는데도 차량이 멈추는 이유와 오래된 명령을 거부하는 근거를 배웁니다.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11728B9-2C85-4986-8DFB-9F840B73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3장 지면에서 지지력까지 · 60쪽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화면의 지형이 서버의 접지·서스펜션 힘으로 바뀌는 과정을 이해합니다.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1CFF0CA-E4F8-4386-946F-8D50CEDC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학습 안내     3 / 204</a:t>
            </a:r>
          </a:p>
        </p:txBody>
      </p:sp>
    </p:spTree>
    <p:extLst>
      <p:ext uri="{BB962C8B-B14F-4D97-AF65-F5344CB8AC3E}">
        <p14:creationId xmlns:p14="http://schemas.microsoft.com/office/powerpoint/2010/main" val="11727496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6CA8132-61C8-4D2C-88E4-584C2D52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전체 목차 2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DAC7F30-CEC3-40E8-96ED-07D2A551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4장 타이어가 차를 움직이는 과정 · 88쪽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입력·토크·마찰·조향을 연결해 주행 느낌의 원인을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DDB9F5F-C890-4726-B3A1-F70BBE80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5장 접촉과 충돌 반응 · 127쪽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단순 충돌 형상과 충격량을 이용해 상대가 밀리는 이유를 설명합니다.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96254CF-E0E6-4F43-A1F8-3FFB289C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6장 NPC 판단과 제한된 계산 시간 · 142쪽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목적지 경로와 근거리 우회를 나누고 탐색 폭주가 조작 지연을 만든 사례를 이해합니다.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FB97E18-4F0B-4156-9E10-27461215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학습 안내     4 / 204</a:t>
            </a:r>
          </a:p>
        </p:txBody>
      </p:sp>
    </p:spTree>
    <p:extLst>
      <p:ext uri="{BB962C8B-B14F-4D97-AF65-F5344CB8AC3E}">
        <p14:creationId xmlns:p14="http://schemas.microsoft.com/office/powerpoint/2010/main" val="18775701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89A7B47-DC49-419F-A6AE-34120FAA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전체 목차 3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3976452-3882-463C-9D3B-6418D316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7장 기록·재현·독립 진단 · 176쪽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눈으로 확인한 결과를 반복 가능한 실험과 근거 있는 설명으로 바꿉니다.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16F2E736-2E81-4093-956E-3CEBC032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학습 안내     5 / 204</a:t>
            </a:r>
          </a:p>
        </p:txBody>
      </p:sp>
    </p:spTree>
    <p:extLst>
      <p:ext uri="{BB962C8B-B14F-4D97-AF65-F5344CB8AC3E}">
        <p14:creationId xmlns:p14="http://schemas.microsoft.com/office/powerpoint/2010/main" val="19555445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3B8FAD94-105E-44B7-9782-EE640C49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1장 서버가 상태를 만드는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D894849-E604-4B9C-B7ED-9F5CC114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실행부터 틱 계산까지의 책임을 찾아 문제를 조사할 출발점을 만듭니다.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CEB4B3B-6666-45DB-9687-B47DC524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함수 호출과 변수의 기본 의미를 알고 시작합니다.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1D10AA8-0217-4C8B-8EAE-8E422DB0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main과 SimulationHost의 조립 관계를 설명합니다. 실제 경과시간과 고정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시뮬레이션 시간을 구분합니다.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EAC344C5-D9A8-4E02-82B0-9C35521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서버 시작 오류와 틱 지연을 서로 다른 문제로 분류할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A7ED9C9-877E-42CB-94A3-0EF6BC20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   6 / 204</a:t>
            </a:r>
          </a:p>
        </p:txBody>
      </p:sp>
    </p:spTree>
    <p:extLst>
      <p:ext uri="{BB962C8B-B14F-4D97-AF65-F5344CB8AC3E}">
        <p14:creationId xmlns:p14="http://schemas.microsoft.com/office/powerpoint/2010/main" val="5876496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833FC4C-414F-461C-A6DA-EAD91460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4196CE8-7F95-4236-9347-D8CB607A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L01 실행 파일에서 한 번의 틱까지 · 8쪽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main에서 SimulationHost까지의 호출 흐름과 콜백의 역할을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B44C2EB-7390-4594-986C-95FCEDC0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L02 고정 dt와 두 개의 시간 · 20쪽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1/60초 이동량과 틱 초과 시각을 손으로 추적합니다.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E9184B7-37B9-49D3-A209-9F6939D7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   7 / 204</a:t>
            </a:r>
          </a:p>
        </p:txBody>
      </p:sp>
    </p:spTree>
    <p:extLst>
      <p:ext uri="{BB962C8B-B14F-4D97-AF65-F5344CB8AC3E}">
        <p14:creationId xmlns:p14="http://schemas.microsoft.com/office/powerpoint/2010/main" val="2056790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8893AA82-9CDE-46BC-865A-0908E5C8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 파일에서 한 번의 틱까지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2C4099D-C104-43DF-8566-74222518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서버가 켜졌다는 로그만 보고 어디에서 차량 위치가 계산되는지 찾기 어렵습니다.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4298204-C52C-4330-90CB-C9671C70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설정 읽기·객체 조립·반복 계산을 나누어야 시작 실패와 주행 실패를 구별할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98C0693-DC4A-482F-BE96-387C34C1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main에서 SimulationHost까지의 호출 흐름과 콜백의 역할을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EEB62387-B3B9-4534-A326-C41B4584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함수 호출과 클래스 객체를 대략 이해하시면 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953D764-68D2-4316-8F50-E451D2ED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8 / 204</a:t>
            </a:r>
          </a:p>
        </p:txBody>
      </p:sp>
    </p:spTree>
    <p:extLst>
      <p:ext uri="{BB962C8B-B14F-4D97-AF65-F5344CB8AC3E}">
        <p14:creationId xmlns:p14="http://schemas.microsoft.com/office/powerpoint/2010/main" val="18241304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94C1916-9440-48B1-A72A-EA76CAC6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서버가 켜졌는데 어디부터 읽어야 할까요?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0A9C7B3-68D5-4F1A-BA37-FC92AF1D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콘솔에 연결 성공이 보이고 Unreal에서 자동차도 나타납니다. 그런데 자동차가 멈추면 어느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함수를 봐야 할까요? 시작점부터 전체 파일을 무작정 읽으면 설정 코드와 주행 계산이 섞여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원인을 좁히기 어렵습니다.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30E5DB3-736E-44BC-A066-1A312989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실행 준비와 반복 계산을 분리합니다. main은 실행 옵션을 읽고 run_simcore를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호출합니다. run_simcore는 지면·차량 설정을 읽고 서버 객체를 연결합니다. 실제 주행은 이후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반복되는 틱에서 진행합니다.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44049E2-ACC3-4A25-A19F-3C0B8AB5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수업에서는 코드를 고치지 않습니다. 입력이 어느 객체에 도착하고 계산 결과가 누구에게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전달되는지 이름을 따라가겠습니다. 이 연결도를 알면 시작 단계의 파일 오류를 물리식 오류와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혼동하지 않을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70BCFB4-2064-44F5-BAD4-425B8728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9 / 204</a:t>
            </a:r>
          </a:p>
        </p:txBody>
      </p:sp>
    </p:spTree>
    <p:extLst>
      <p:ext uri="{BB962C8B-B14F-4D97-AF65-F5344CB8AC3E}">
        <p14:creationId xmlns:p14="http://schemas.microsoft.com/office/powerpoint/2010/main" val="14372242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F882BEF-A91C-419D-8FB3-29EE95B5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호스트는 여러 책임을 연결하는 객체입니다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B3A944E-A64E-4007-8A03-5D718FEF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SimulationHost는 차량 물리만 계산하는 클래스가 아닙니다. 제어권을 확인하고 NPC와 외부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충돌 상태를 준비한 뒤 물리 객체를 호출하고 결과를 발행합니다. 이름의 Host는 이 실행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흐름을 주관한다는 뜻입니다.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5086260-5EB6-4AB4-AEB1-6D106C87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계산과 전송을 한 객체에 모두 구현하면 네트워크 없이 물리를 시험하기 어렵습니다.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프로젝트는 상태 전송 동작을 콜백으로 넘깁니다. 콜백은 나중에 필요한 순간에 호출하도록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등록한 함수입니다.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88C88A3-B359-41AE-B755-59C5F949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따라서 호스트를 읽을 때 소켓 내부 구현부터 외울 필요는 없습니다. 어떤 입력을 받아 어떤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상태를 바꾸고 어떤 콜백을 호출하는지 먼저 확인합니다. 이 방식은 통신을 제외한 호스트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테스트를 만드는 이유와도 연결됩니다.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DD70836-5DFB-4726-9BA8-DF538D53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10 / 204</a:t>
            </a:r>
          </a:p>
        </p:txBody>
      </p:sp>
    </p:spTree>
    <p:extLst>
      <p:ext uri="{BB962C8B-B14F-4D97-AF65-F5344CB8AC3E}">
        <p14:creationId xmlns:p14="http://schemas.microsoft.com/office/powerpoint/2010/main" val="9833167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D1F2553D-9A4C-4E32-A490-698329DE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시작 준비가 끝난 뒤 이벤트 루프가 틱을 호출합니다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79ec888ae477d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5D8228B0-BF9F-453E-B42B-5FB354BA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F7DAB2E5-C87C-4906-9ADB-336E1E4F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위는 한 번 수행하는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준비이며 아직 차를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이동시키지 않습니다.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BD3F313D-DDDD-42FE-9A60-C00961A9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아래 틱은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입력·NPC·물리·발행을 차례로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연결합니다.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3ECE9847-20F9-4CA3-85E8-92255FE7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6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타이머와 소켓이 같은 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이벤트 루프를 공유합니다.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0F76FFF9-D653-4430-B071-EDE9E9F2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3043459-AC43-40BD-A3E0-3EBE997F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11 / 204</a:t>
            </a:r>
          </a:p>
        </p:txBody>
      </p:sp>
    </p:spTree>
    <p:extLst>
      <p:ext uri="{BB962C8B-B14F-4D97-AF65-F5344CB8AC3E}">
        <p14:creationId xmlns:p14="http://schemas.microsoft.com/office/powerpoint/2010/main" val="5617926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B4D2D40-E0E3-4A6E-8C04-9FD2B3B3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 옵션이 호스트 설정으로 들어가는 곳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F956F49F-13C1-4391-8A8A-613102F0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cpp/host/src/main.cpp:321-329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20867ABB-D6DD-47C3-A8D4-1AF2A67F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53E39A1E-56E9-485E-81D6-A6D5AC71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329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E752ABAB-F14B-4287-BF2C-93CD66DE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SimulationHostConfig host_config;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host_config.origin_lat = options.origin_lat_deg;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host_config.origin_lon = options.origin_lon_deg;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host_config.origin_alt = options.origin_alt_m;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host_config.spawn_heading = options.spawn_heading_deg;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host_config.physics_frequency_hz = options.physics_frequency_hz;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host_config.command_timeout = options.command_timeout;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host_config.max_command_queue_age = options.max_command_queue_age;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host_config.hard_command_timeout = options.hard_command_timeout;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AF343DE9-3E05-44F3-88EB-245AD5DB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오른쪽 options의 값이 왼쪽 host_config로 복사됩니다. 같은 실행이라도 시작 위치·주파수·시간 제한이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달라지면 결과가 달라집니다.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1E546E2-AFD1-4B9D-95D2-4A73D4FE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12 / 204</a:t>
            </a:r>
          </a:p>
        </p:txBody>
      </p:sp>
    </p:spTree>
    <p:extLst>
      <p:ext uri="{BB962C8B-B14F-4D97-AF65-F5344CB8AC3E}">
        <p14:creationId xmlns:p14="http://schemas.microsoft.com/office/powerpoint/2010/main" val="9283692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DE668CF-63AE-419F-AED7-877ECC98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설정 복사는 계산을 준비하는 단계입니다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3DCD060-93A7-41BE-BB0D-CE090681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origin_lat·origin_lon·origin_alt는 좌표 원점을, spawn_heading은 시작 방향을 정합니다.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physics_frequency_hz는 뒤에서 고정 dt를 만드는 주파수입니다. 이 줄들 자체가 자동차를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이동시키지는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93FCB1D-F45A-494D-97EF-95969A5D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command_timeout과 hard_command_timeout은 입력이 끊겼을 때의 단계적 대응에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사용됩니다. max_command_queue_age는 도착한 입력이 얼마나 늦어진 것으로 보이는지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판단합니다. 이름이 비슷해도 목적이 다릅니다.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7C8C749-F5CF-45AD-A9DC-63F17BBB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코드인데 PC마다 결과가 다르면 실행 옵션과 파일 경로를 먼저 비교해야 합니다. 클래스의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기본값을 읽는 것만으로 실제 실행값을 확정할 수 없습니다. 이 발췌는 설정의 출처와 사용처를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연결하는 출발점입니다.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8156268-2FDF-4D18-8D9C-6CE04001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13 / 204</a:t>
            </a:r>
          </a:p>
        </p:txBody>
      </p:sp>
    </p:spTree>
    <p:extLst>
      <p:ext uri="{BB962C8B-B14F-4D97-AF65-F5344CB8AC3E}">
        <p14:creationId xmlns:p14="http://schemas.microsoft.com/office/powerpoint/2010/main" val="18770055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AA72EFD-6C89-4B29-A283-7185DB44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번의 실행을 책임별로 나누기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찾을 이름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역할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시작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옵션 해석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객체 조립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run_simcore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 읽기·호스트·소켓 연결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이벤트 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ioc.run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준비된 콜백 실행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주행 반복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run_tick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입력·NPC·물리·발행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14B64B7B-F8CB-4BF0-9406-DCAA73F1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표는 시간 순서와 책임을 연결합니다. 준비 단계가 끝난 뒤 등록한 콜백을 실행하는 루프에 들어가며,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루프 안에서 여러 틱과 통신 이벤트를 처리합니다.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83B1B50A-ADBE-43DC-847E-9ACB4DEE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차량이 처음부터 생성되지 않으면 위쪽 준비 단계를, 실행 후 점점 반응이 늦어지면 반복 단계의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작업과 대기를 먼저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177ADB1-BF6B-4E97-8F47-52297E82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14 / 204</a:t>
            </a:r>
          </a:p>
        </p:txBody>
      </p:sp>
    </p:spTree>
    <p:extLst>
      <p:ext uri="{BB962C8B-B14F-4D97-AF65-F5344CB8AC3E}">
        <p14:creationId xmlns:p14="http://schemas.microsoft.com/office/powerpoint/2010/main" val="4645175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D4440688-E031-4A79-8900-91BDA0B1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이벤트 루프를 실행하는 마지막 호출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CE19CB0D-F828-4A8A-8111-DD5D0630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cpp/host/src/main.cpp:409-413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47505AD2-DD7A-424B-A310-32055F14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C0D0FB08-0FDD-4300-9020-65721754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413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5E9CBD0E-7EE4-41C3-9FDB-E4E855AE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net::signal_set shutdown_signals(ioc, SIGINT, SIGTERM);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shutdown_signals.async_wait([&amp;ioc](const boost::system::error_code&amp; error, int)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(!error) ioc.stop();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ioc.run();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454B2A62-4B74-4F85-9E97-498D27F7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종료 신호를 받을 콜백을 등록한 뒤 ioc.run()을 호출합니다. 비동기 동작도 이 루프가 실행할 기회를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얻어야 진행됩니다.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F97A97B-4F29-49AE-AB31-CB04003A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15 / 204</a:t>
            </a:r>
          </a:p>
        </p:txBody>
      </p:sp>
    </p:spTree>
    <p:extLst>
      <p:ext uri="{BB962C8B-B14F-4D97-AF65-F5344CB8AC3E}">
        <p14:creationId xmlns:p14="http://schemas.microsoft.com/office/powerpoint/2010/main" val="21438313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5665330-22D5-40AF-833A-6CFF94EC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비동기라는 말이 무거운 계산을 없애 주지는 않습니다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76FA8FA-5DCA-4B47-915B-6B642F7C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ioc.run은 이벤트를 기다렸다가 실행할 준비가 된 콜백을 호출합니다. 현재 주 루프는 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스레드에서 실행됩니다. async라는 이름은 완료를 기다리는 동안 다른 이벤트를 다룰 수 있게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한다는 뜻입니다.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B4715BB-33D5-4EE5-8C82-A816FC27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콜백 안에서 긴 탐색 계산을 직접 실행하면 그 시간 동안 같은 루프의 다른 콜백은 실행되지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못합니다. 입력 패킷이 PC에 도착했어도 서버의 읽기 콜백이 늦어질 수 있습니다. 인터넷만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조사해서는 설명이 안 되는 지점입니다.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D9D8443-6A36-4C7E-AE64-9893635A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일부 파일 준비 작업은 별도 경로에서 처리하므로 프로젝트의 모든 작업이 한 스레드라는 뜻은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 지금 기억할 대상은 주 틱과 소켓 이벤트가 공유하는 루프입니다. 나중에 NPC 탐색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지연 사례에서 이 구조를 다시 사용합니다.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9472D66-BA6A-4A90-AC8F-9DA9646C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16 / 204</a:t>
            </a:r>
          </a:p>
        </p:txBody>
      </p:sp>
    </p:spTree>
    <p:extLst>
      <p:ext uri="{BB962C8B-B14F-4D97-AF65-F5344CB8AC3E}">
        <p14:creationId xmlns:p14="http://schemas.microsoft.com/office/powerpoint/2010/main" val="18837762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C9587C0-DCBE-4746-8D16-94E6C8AB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두 종류의 실패를 어디서 조사할까요?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73A3D56-0579-4E68-83E6-3D47DED7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상황 A에서는 실행 직후 지도 파일을 열 수 없다는 오류와 함께 서버가 종료됩니다. 상황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B에서는 연결과 주행은 정상인데 NPC 앞을 막고 기다린 뒤 조작 지연이 커집니다. 각 상황의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첫 조사 단계를 적어 보세요.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DC6A3AC-EABA-4EEA-BF73-FCA536FE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main, run_simcore, run_tick, ioc.run을 각각 시작점·조립·반복 계산·이벤트 처리에 연결하세요.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모든 이름을 한 문장으로 나열하지 말고 앞 단계가 다음 단계에 무엇을 준비하는지 설명해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7A395A9-D294-46AD-848D-D3D6E5AC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추가로 async_wait 안에 1초짜리 계산을 넣으면 소켓 콜백은 자동으로 다른 스레드에서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실행될까요? 지금 확인한 주 이벤트 루프 구조를 근거로 답하세요. 아직 코드를 수정하거나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서버를 실행할 필요는 없습니다.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B1D8278-5E2B-446B-9F22-78E93677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17 / 204</a:t>
            </a:r>
          </a:p>
        </p:txBody>
      </p:sp>
    </p:spTree>
    <p:extLst>
      <p:ext uri="{BB962C8B-B14F-4D97-AF65-F5344CB8AC3E}">
        <p14:creationId xmlns:p14="http://schemas.microsoft.com/office/powerpoint/2010/main" val="11079934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B312A3C-5A00-45C0-B9FB-6C7B95F7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실행 준비와 실행 중 작업을 구별합니다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01C4EE1-8155-4FAE-B990-6E95D211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A는 시작 준비 단계입니다. run_simcore의 지도 경로와 파일 검증부터 확인합니다. B는 실행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중 반복 작업입니다. 틱 소요와 콜백이 오래 점유되는 위치를 확인해야 하며 지도 경로만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바꾸어 해결할 문제는 아닙니다.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624210D-74DF-42F5-A10C-693B570C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main은 옵션을 해석하고 run_simcore는 호스트와 통신 객체를 조립합니다. ioc.run이 등록된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이벤트를 실행하고, 타이머 콜백이 run_tick을 호출해 새 상태를 만듭니다. 각 함수가 모두 물리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계산을 하는 것은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1F4EDC8-160B-48FE-AC39-0E42D766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주 루프에서 긴 계산을 실행하면 같은 루프의 소켓 처리도 기다립니다. async 호출 자체가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계산을 별도 스레드로 옮겨 주지 않습니다. 다음 수업에서는 계산이 늦었을 때 실제 시간과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시뮬레이션 시간이 어떻게 달라지는지 살펴봅니다.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5E4160F-7ED5-4C0B-8974-74063FDF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18 / 204</a:t>
            </a:r>
          </a:p>
        </p:txBody>
      </p:sp>
    </p:spTree>
    <p:extLst>
      <p:ext uri="{BB962C8B-B14F-4D97-AF65-F5344CB8AC3E}">
        <p14:creationId xmlns:p14="http://schemas.microsoft.com/office/powerpoint/2010/main" val="3301379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E39D87F-E8C1-43EC-9046-F1E8A739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07BF35C-F1A6-4731-83FB-C60B44D4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main에서 SimulationHost까지의 호출 흐름과 콜백의 역할을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D696053-44FE-4869-8676-9A0DE063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설정 읽기·객체 조립·반복 계산을 나누어야 시작 실패와 주행 실패를 구별할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E24C5E4-D198-4DD2-993B-2C064D77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서버가 반복 계산한다는 사실을 알았으므로 그 반복에서 시간이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어떻게 흐르는지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07D1C22-3F63-4109-8B66-60AFBF16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L01     19 / 204</a:t>
            </a:r>
          </a:p>
        </p:txBody>
      </p:sp>
    </p:spTree>
    <p:extLst>
      <p:ext uri="{BB962C8B-B14F-4D97-AF65-F5344CB8AC3E}">
        <p14:creationId xmlns:p14="http://schemas.microsoft.com/office/powerpoint/2010/main" val="38453902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D958C4C-7E81-4D15-B5A0-516CCA6D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고정 dt와 두 개의 시간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04A2C01-6CCC-47B8-9234-A0880CFD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화면은 60fps인데 서버 조작이 늦고 tick overrun 로그가 늘어날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C7A5F12-6A0A-4C5D-AC23-B33CDBEA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화면 프레임·물리 틱·실제 경과시간을 분리해야 지연을 정확히 계산할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23A5CCC-F043-435F-928D-9EE725D4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1/60초 이동량과 틱 초과 시각을 손으로 추적합니다.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93B778B7-3E00-46BB-93E7-9330629F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L01의 타이머와 콜백 흐름을 이해해야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16818D2A-6F39-470B-BD5E-290C493D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20 / 204</a:t>
            </a:r>
          </a:p>
        </p:txBody>
      </p:sp>
    </p:spTree>
    <p:extLst>
      <p:ext uri="{BB962C8B-B14F-4D97-AF65-F5344CB8AC3E}">
        <p14:creationId xmlns:p14="http://schemas.microsoft.com/office/powerpoint/2010/main" val="16311579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712B988-3402-4D0E-ADDE-2727A0C3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60fps와 60Hz는 무엇이 다를까요?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3DF7767-4A9C-4F61-BE08-E787CDF4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Unreal의 60fps는 화면을 초당 약 60번 그린다는 뜻입니다. 서버의 60Hz는 물리 시간 1초를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60단계로 나누도록 설정했다는 뜻입니다. 화면이 계속 그려져도 새 서버 상태가 늦으면 자동차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반응은 느릴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E270210-7AC2-45B4-9512-C1DC2B42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dt는 한 계산 단계에서 진행할 시간이며 단위는 초입니다. 고정 dt를 사용하면 빠른 PC에서도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느린 PC에서도 한 단계가 같은 물리 시간을 뜻합니다. 여러 공식과 테스트를 같은 조건으로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비교하기 쉬워집니다.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BF9C03C-3C1E-4312-BDB3-705FF9CE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반면 실제 시간은 사람이 시계로 기다린 시간입니다. 한 틱 계산이 30ms 걸려도 물리 dt가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자동으로 30ms가 되는 것은 아닙니다. 이 차이를 모르면 로그의 지연과 차량 이동량을 잘못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연결하게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2F94C36-6FD1-4A16-9269-EFF366F2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21 / 204</a:t>
            </a:r>
          </a:p>
        </p:txBody>
      </p:sp>
    </p:spTree>
    <p:extLst>
      <p:ext uri="{BB962C8B-B14F-4D97-AF65-F5344CB8AC3E}">
        <p14:creationId xmlns:p14="http://schemas.microsoft.com/office/powerpoint/2010/main" val="15209291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D27C192-9DF5-4154-8AC7-7972244F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물리 틱 한 번의 시간과 실제 기다린 시간은 다릅니다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f9f78f26343bb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65B62FD3-9919-41B2-942C-7BD97A0C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0C722AED-78A5-4C9D-BF57-5F6334AA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6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60Hz의 한 틱은 물리 시간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약 16.67ms입니다.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B6E90094-EC9E-4C8F-BB1B-918D7EBA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87599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아래 30ms는 한 틱 계산에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걸린 실제 시간의 교육용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예입니다.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D24ED2EA-F70E-475A-8D35-87CE5624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28135"/>
            <a:ext cx="3152775" cy="6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놓친 마감을 건너뛰어도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완료한 물리 틱은 하나입니다.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72B755BF-EF36-4933-9D24-184AFB62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8F2C0B2-E5EC-4C1B-A3BC-6A92567B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22 / 204</a:t>
            </a:r>
          </a:p>
        </p:txBody>
      </p:sp>
    </p:spTree>
    <p:extLst>
      <p:ext uri="{BB962C8B-B14F-4D97-AF65-F5344CB8AC3E}">
        <p14:creationId xmlns:p14="http://schemas.microsoft.com/office/powerpoint/2010/main" val="143557244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3893323-1F66-4638-9ACB-F8F39C47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속도에 시간을 곱하면 이동 거리가 나옵니다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EA61925-6438-44F9-8A4C-92520B39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교육용으로 차량이 직선에서 일정한 50km/h로 움직인다고 가정합니다. km를 m로, 시간을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초로 바꾸면 50×1000÷3600=13.8889m/s입니다. 단위 변환 없이 숫자 50을 위치 계산에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넣으면 3.6배 빠르게 움직입니다.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0A6611E-B35C-4137-863F-AF6E9C92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60Hz의 dt는 1÷60=0.0166667초입니다. 이동 거리 Δs=v×dt이므로 한 틱 거리는 약 0.23148m,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즉 23.148cm입니다. Unreal의 cm와 서버의 m를 연결할 때도 이 100배 차이를 따로 처리해야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137DDA7-365B-43C2-9817-A0D44871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계산은 등속·직선 가정입니다. 실제 차량은 힘과 충돌 때문에 틱마다 속도가 변합니다.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그래도 예상 이동 규모를 먼저 계산해 두면 1틱에 수십 m를 이동하는 단위 오류를 빠르게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발견할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702362A-5C70-4D51-8B26-BCC53C7A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23 / 204</a:t>
            </a:r>
          </a:p>
        </p:txBody>
      </p:sp>
    </p:spTree>
    <p:extLst>
      <p:ext uri="{BB962C8B-B14F-4D97-AF65-F5344CB8AC3E}">
        <p14:creationId xmlns:p14="http://schemas.microsoft.com/office/powerpoint/2010/main" val="55200572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0EADEA37-9E27-4ECA-9265-13EC9778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늦은 마감과 물리 틱을 처리하는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9EE22FF2-3192-4728-8380-D3224A7A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cpp/host/src/simulation_clock.hpp:43-54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188306C3-D6B8-474B-B8BA-13269B48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F0679505-F24A-40D5-B0CB-064E709D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182896ED-EB2F-4BC9-8272-886B0F45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advance(Clock::time_point completed_at)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++tick_index_;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next_deadline_ += period_;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(completed_at &gt; next_deadline_)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// Skip missed wall-clock deadlines instead of issuing a burst of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// immediate callbacks. Simulation time still advances by exactly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// one fixed step, so overload slows the simulation rather than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// creating a catch-up spiral.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const auto skipped_periods =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(completed_at - next_deadline_) / period_ + 1;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next_deadline_ += period_ * skipped_periods;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6A4ED7E2-E06F-45AA-9930-5E82ECBD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tick_index는 한 번 증가합니다. 다음 마감이 이미 과거라면 놓친 실제 마감을 건너뛰며, 즉시 실행되는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보충 틱을 무한히 쌓지 않습니다.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3BD1EBC-B473-4508-95A5-9A3567DE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24 / 204</a:t>
            </a:r>
          </a:p>
        </p:txBody>
      </p:sp>
    </p:spTree>
    <p:extLst>
      <p:ext uri="{BB962C8B-B14F-4D97-AF65-F5344CB8AC3E}">
        <p14:creationId xmlns:p14="http://schemas.microsoft.com/office/powerpoint/2010/main" val="8581654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93CC508-0618-4DB0-9293-A6DE001F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과거의 마감을 모두 따라잡지 않는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640B087-6695-4B73-9BB8-B7825B8C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느린 계산 뒤에 놓친 틱을 한꺼번에 따라잡으려 하면 다음 계산도 밀릴 수 있습니다. 밀린 일을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처리하려고 더 많은 일을 즉시 추가하는 악순환입니다. 현재 시계는 계산한 물리 틱 수와 놓친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실제 마감 수를 분리합니다.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9B1C117-04D3-46CD-8471-B49F56D6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코드의 ++tick_index_는 물리 시간을 한 단계만 진행합니다. completed_at이 다음 마감보다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늦으면 지나간 주기 수를 구해 next_deadline을 미래로 옮깁니다. 그 결과 과부하에서는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시뮬레이션 진행이 실제 시간보다 느려질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F781B68-4BBE-46E8-8B23-212B0340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overrun은 시간 예산을 지키지 못했다는 경고이며 그 자체가 어느 함수가 느린지 알려 주지는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 원인을 찾으려면 틱 내부 작업을 나누어 측정해야 합니다. 숫자를 숨기거나 dt를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갑자기 키우는 것으로 해결했다고 볼 수 없습니다.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814C418-7389-413C-821E-2F98AEBE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25 / 204</a:t>
            </a:r>
          </a:p>
        </p:txBody>
      </p:sp>
    </p:spTree>
    <p:extLst>
      <p:ext uri="{BB962C8B-B14F-4D97-AF65-F5344CB8AC3E}">
        <p14:creationId xmlns:p14="http://schemas.microsoft.com/office/powerpoint/2010/main" val="199370563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37FE5D7-8110-4CF3-974C-81C00995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60Hz 설정에서 두 시간이 달라지는 예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0421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콜백 완료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완료한 물리 틱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물리 진행량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마감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10ms 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16.67ms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미래 마감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30ms 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16.67ms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놓친 마감 건너뜀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1초 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16.67ms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1초보다 미래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BE37B558-0A7D-41B9-94F5-13F66F3F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568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교육용으로 각 콜백을 마친 실제 시각만 비교합니다. 단 한 번 계산했다면 물리 진행은 1/60초입니다.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늦게 끝났다고 1초 분량의 물리를 계산한 것은 아닙니다.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BF772804-9E84-4C3D-93CB-7C00225C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341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마감은 완료 시각보다 뒤에 있어야 합니다. 이 조건이 네트워크를 포함한 다른 이벤트가 실행될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기회를 남깁니다.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BC02CC3-4A98-460D-A7E1-56AAA5EA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26 / 204</a:t>
            </a:r>
          </a:p>
        </p:txBody>
      </p:sp>
    </p:spTree>
    <p:extLst>
      <p:ext uri="{BB962C8B-B14F-4D97-AF65-F5344CB8AC3E}">
        <p14:creationId xmlns:p14="http://schemas.microsoft.com/office/powerpoint/2010/main" val="14651400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DCA9E41B-FD6B-484C-AB02-326BC17B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실제로 1초 초과를 넣는 시계 테스트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2E46E8EC-38C3-43DD-A10A-AEF7B457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cpp/host/tests/simulation_clock_test.cpp:45-53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BD68E69-3383-4E11-951A-6A400648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3EC0460F-71A7-4594-B273-FE880B71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651BF95E-E04C-4049-8FA4-1FA2DDAA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completed_at = start + 1s;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clock.advance(completed_at);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require(clock.tick_index() == 1,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"one callback must advance one simulation tick");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require(clock.next_deadline() &gt; completed_at,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"the next callback must never be scheduled in the past");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require(clock.overrun_count() &gt; 1,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"all skipped wall-clock deadlines must be counted");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11300E23-521F-493C-8AB9-1AA11ED9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테스트는 완료 시각만 1초 뒤로 주고, 물리 틱은 1이며 다음 마감은 미래라는 세 조건을 검사합니다.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9F51482-9806-4197-9292-0A11B326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27 / 204</a:t>
            </a:r>
          </a:p>
        </p:txBody>
      </p:sp>
    </p:spTree>
    <p:extLst>
      <p:ext uri="{BB962C8B-B14F-4D97-AF65-F5344CB8AC3E}">
        <p14:creationId xmlns:p14="http://schemas.microsoft.com/office/powerpoint/2010/main" val="124847048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0531619-632F-4133-8FCA-E1F8421D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검사해야 할 결과와 검사하지 않은 결과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DC309C6-EE59-4C2F-B256-60EAF74E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첫 require는 한 콜백이 한 물리 틱만 진행했다는 뜻입니다. 두 번째는 다음 호출을 이미 지난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시각으로 예약하지 않았다는 뜻입니다. 마지막은 건너뛴 마감을 기록하여 지연을 감추지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않았는지 확인합니다.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03583B5-B84E-415F-9BE9-AA90B016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테스트는 자동차가 1초 동안 어디까지 가는지 검사하지 않습니다. 네트워크 입력 처리량이나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PC의 최대 틱 비용도 측정하지 않습니다. 작은 시계 객체의 규칙이 고정되어 있는지를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확인하는 검사입니다.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566DFFD-B146-4B39-A80A-3D1B7664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 health와 주행 활성 여부도 틱 수 하나로 결정되지 않습니다. 새 Play와 유효 입력을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기다리거나 SafeStop 중일 수 있습니다. 이제 같은 시각에도 입력 상태에 따라 주행 허용이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달라지는 이유를 다음 수업에서 연결하겠습니다.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2F10E6A-62D9-42F4-BA15-37175AAB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28 / 204</a:t>
            </a:r>
          </a:p>
        </p:txBody>
      </p:sp>
    </p:spTree>
    <p:extLst>
      <p:ext uri="{BB962C8B-B14F-4D97-AF65-F5344CB8AC3E}">
        <p14:creationId xmlns:p14="http://schemas.microsoft.com/office/powerpoint/2010/main" val="7400285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C1056B1-B956-4CEB-BBEA-18077F8C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120틱과 실제 3초를 비교하기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B2CC88D-0C23-425B-A3C7-16DF2030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60Hz 고정 dt에서 물리 틱을 120번 완료했습니다. 물리 시간은 몇 초인가요? 이 계산을 하는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데 실제로 3초가 걸렸다면 두 시간의 차이는 얼마이며, 반드시 잘못된 위치 적분이라고 결론낼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 있을까요?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C2D8A29-1566-4F6B-B9F9-67883342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50km/h 등속 직선이라는 별도 가정에서 120틱 동안의 이동 거리도 계산하세요. 답에 사용한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속도의 단위와 dt의 단위를 꼭 쓰고 Unreal 좌표로 같은 거리를 표현하면 몇 cm인지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덧붙이세요.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C2403D7-CF1F-43F2-8FD7-17498F71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시계 테스트가 통과했다는 정보만으로 서버가 모든 장면에서 실제 60Hz를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유지한다고 말할 수 있는지 판단하세요. 함수 규칙의 검증과 실시간 성능 측정이 각각 무엇을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보여 주는지 구분해 설명하면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88BDA2F-FE99-49AF-A122-224F6A93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29 / 204</a:t>
            </a:r>
          </a:p>
        </p:txBody>
      </p:sp>
    </p:spTree>
    <p:extLst>
      <p:ext uri="{BB962C8B-B14F-4D97-AF65-F5344CB8AC3E}">
        <p14:creationId xmlns:p14="http://schemas.microsoft.com/office/powerpoint/2010/main" val="53787022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8E35ABD-44F9-4769-9E74-451D8540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고정 시간과 성능 주장은 다릅니다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4FAD749-6322-4A80-ABF8-E6B7AD4A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물리 시간은 120×1/60=2초입니다. 실제 3초와는 1초 차이가 납니다. 과부하에서 마감을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건너뛰도록 설계했으므로 이 정보만으로 적분식이 틀렸다고 단정할 수는 없습니다. 다만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실시간 성능 목표는 확인해야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16EC55F-B160-42CE-8BB5-615DB1DD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등속 직선 이동은 13.8889m/s×2s≈27.7778m입니다. Unreal의 cm로는 약 2777.78cm입니다.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3초를 곱하면 이번 실험에서 완료한 물리 틱과 다른 시간을 사용하게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522C319-576D-4E2F-BACA-72974A0E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시계 회귀는 다음 마감과 틱 증가 규칙을 검증합니다. 실제 60Hz 유지 여부는 지면·충돌·NPC를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함께 실행한 비용 측정이 필요합니다. 이후 입력 만료는 실제 기다린 시간을 다루기 때문에 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시간을 계속 구별해야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6FCAA11-C863-4E56-AFAD-6FA2BDE4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30 / 204</a:t>
            </a:r>
          </a:p>
        </p:txBody>
      </p:sp>
    </p:spTree>
    <p:extLst>
      <p:ext uri="{BB962C8B-B14F-4D97-AF65-F5344CB8AC3E}">
        <p14:creationId xmlns:p14="http://schemas.microsoft.com/office/powerpoint/2010/main" val="62570197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DAFBB39-69AF-41A7-B503-CAB9BD18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2C5EEC9-7F91-451E-A0BE-8228E6FA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1/60초 이동량과 틱 초과 시각을 손으로 추적합니다.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C6ECA39-7048-4729-8FB8-17AA85E9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화면 프레임·물리 틱·실제 경과시간을 분리해야 지연을 정확히 계산할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D1677BF-528E-4220-AE65-254588BA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시뮬레이션 시간을 배웠으므로 입력 만료가 왜 실제 시간으로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검사되는지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EBDC2A1-3B54-473A-8241-969564DA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C1  L02     31 / 204</a:t>
            </a:r>
          </a:p>
        </p:txBody>
      </p:sp>
    </p:spTree>
    <p:extLst>
      <p:ext uri="{BB962C8B-B14F-4D97-AF65-F5344CB8AC3E}">
        <p14:creationId xmlns:p14="http://schemas.microsoft.com/office/powerpoint/2010/main" val="10257971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9A707282-6DE7-4897-9E21-4A972122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2장 신뢰할 입력과 비동기 통신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FB209F6-9E3C-4016-8054-57A3FF78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연결되어 있는데도 차량이 멈추는 이유와 오래된 명령을 거부하는 근거를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배웁니다.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8213DBD-85F1-4489-BEA7-3D7D11FB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C1의 이벤트 루프와 두 시간 개념이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FB50CA6-AD83-46B1-87C7-3B6A379F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제어권·soft·hard·queue age를 상태로 추적합니다. 비동기 전송에서 큐 크기와 버퍼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수명을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4B661EC6-77B9-4920-882F-ADD8B627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통신 지연과 의도된 SafeStop을 로그로 구별할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0FEE114-41C4-48CF-98F5-425D98C7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   32 / 204</a:t>
            </a:r>
          </a:p>
        </p:txBody>
      </p:sp>
    </p:spTree>
    <p:extLst>
      <p:ext uri="{BB962C8B-B14F-4D97-AF65-F5344CB8AC3E}">
        <p14:creationId xmlns:p14="http://schemas.microsoft.com/office/powerpoint/2010/main" val="24314095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DECBF0-F9DB-458A-9CAD-13060D66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652FC95-9FCD-4217-9182-B97C0D9B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L03 제어권과 오래된 입력을 구별하기 · 34쪽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250ms·1000ms·100ms 조건을 상태 표로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DF97B91-C916-4B08-A9DF-DCB44174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L04 상태 큐와 비동기 버퍼의 수명 · 48쪽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진행 중 메시지와 최신 대기 메시지, 콜백 캡처를 설명합니다.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AE9D322-FF1F-492F-BEEB-01C5C72E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   33 / 204</a:t>
            </a:r>
          </a:p>
        </p:txBody>
      </p:sp>
    </p:spTree>
    <p:extLst>
      <p:ext uri="{BB962C8B-B14F-4D97-AF65-F5344CB8AC3E}">
        <p14:creationId xmlns:p14="http://schemas.microsoft.com/office/powerpoint/2010/main" val="49513578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B2EE7EE-E1AF-4FBE-A811-F26404F4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제어권과 오래된 입력을 구별하기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CDBE272-BAFA-403E-A78C-BD209D7C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연결이 살아 있어도 마지막 가속 입력을 영원히 유지하면 차량을 통제할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없습니다.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F433C69-7F97-4D21-AC94-045F0918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누가 보낸 입력인지와 지금도 사용할 만큼 신선한 입력인지를 별도로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검증해야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95B30E4-8DD2-46FB-AA31-6C1A57F3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250ms·1000ms·100ms 조건을 상태 표로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92A28380-7327-41FA-86BF-DEF6BB8D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실제 시간과 고정 시뮬레이션 시간을 구분해야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4086259-4900-4420-9029-731C389E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34 / 204</a:t>
            </a:r>
          </a:p>
        </p:txBody>
      </p:sp>
    </p:spTree>
    <p:extLst>
      <p:ext uri="{BB962C8B-B14F-4D97-AF65-F5344CB8AC3E}">
        <p14:creationId xmlns:p14="http://schemas.microsoft.com/office/powerpoint/2010/main" val="176745854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8490898-4E7B-4A9C-AC39-D9167840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 성공만으로 조작을 허용하면 생기는 문제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7B58DBF-A3EF-4607-B75E-2C11956D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가속 키를 누른 뒤 연결이 멈췄다고 생각해 보세요. 마지막 입력이 계속 유효하다면 사용자가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조작을 멈췄는데도 자동차는 계속 가속할 수 있습니다. 반대로 잠깐 늦어진 모든 연결을 즉시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버리면 작은 일시 정지에도 재연결이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D7346AB-F9DA-4591-847E-13D3B2B1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ControlLease는 현재 조작 권한을 가진 세션과 마지막 유효 입력 시점을 관리합니다. lease는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영구 소유권이 아니라 계속 유효성을 확인하는 권한입니다. 메시지를 받았다는 사실과 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메시지를 받아들였다는 사실도 다릅니다.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EC05FC4-10C8-4C42-BB73-B45EA11D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수업의 목표는 안전 정지와 연결 폐기를 구별하는 것입니다. 먼저 순서·시계·세션을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확인하고, 도착하지 않은 입력의 만료와 늦게 도착한 입력의 신선도 검사를 따로 읽겠습니다.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그래야 경고 원인을 정확히 설명할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6976E92-3662-4493-808F-5CB4750E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35 / 204</a:t>
            </a:r>
          </a:p>
        </p:txBody>
      </p:sp>
    </p:spTree>
    <p:extLst>
      <p:ext uri="{BB962C8B-B14F-4D97-AF65-F5344CB8AC3E}">
        <p14:creationId xmlns:p14="http://schemas.microsoft.com/office/powerpoint/2010/main" val="184005611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76F6FF3-3A3E-4D75-A618-BCEFDCF3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명령 순서와 Play 세션을 따로 확인합니다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7BBAC8B-4BCB-42DA-B465-8137EEFD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sequence는 같은 세션에서 명령 순서를 나타냅니다. 이전 번호 이하인 메시지는 중복이나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역순이므로 거부합니다. client_time_ns가 이전 값보다 작아지면 클라이언트 시계가 뒤로 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것으로 보고 거부합니다.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828B24C-0D0F-4406-B118-6DEC837E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세션 식별자는 누가 지금 제어 중인지 구분합니다. 새 Play는 새 시뮬레이션을 시작하지만 같은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Play 안의 재연결은 기존 위치를 이어갈 수 있습니다. 둘을 같게 처리하면 통신이 잠깐 끊겼을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때 차량이 출발점으로 튈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6CE7983-8F32-415D-9889-D23E4525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health의 awaiting_reset과 awaiting_control은 준비 절차를 기다리는 상태이고 active는 현재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조건에서 주행을 허용한다는 뜻입니다. 연결됨 아이콘 하나보다 이 상태와 거부 이유를 함께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읽어야 조작 불능을 진단할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038F8A3-0E8F-4A94-98BA-C7393CE8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36 / 204</a:t>
            </a:r>
          </a:p>
        </p:txBody>
      </p:sp>
    </p:spTree>
    <p:extLst>
      <p:ext uri="{BB962C8B-B14F-4D97-AF65-F5344CB8AC3E}">
        <p14:creationId xmlns:p14="http://schemas.microsoft.com/office/powerpoint/2010/main" val="17057154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5D0E7E8-E67A-4F02-85EF-BDF5CF5B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새 입력의 검증과 입력 부재의 만료를 따로 읽습니다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9bcb22cd34d44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5DC967B1-73D2-42F4-B3FA-FA1757D7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ECE0B663-5E2D-4566-B84D-83A81F44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위 명령은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세션·순서·시계·추가 지연을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모두 검사합니다.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EBAAACF6-1D5D-4408-819E-797138FA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유효 입력 부재가 250ms를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초과하면 안전 정지하고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권한은 남습니다.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748734FE-FB61-40D4-AF38-6731FC62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같은 기준에서 1000ms를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초과하면 기존 권한을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폐기합니다.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E48BF8F9-94E7-446D-9119-442486A0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79112A50-0068-4F38-AACB-3DDE2EDF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37 / 204</a:t>
            </a:r>
          </a:p>
        </p:txBody>
      </p:sp>
    </p:spTree>
    <p:extLst>
      <p:ext uri="{BB962C8B-B14F-4D97-AF65-F5344CB8AC3E}">
        <p14:creationId xmlns:p14="http://schemas.microsoft.com/office/powerpoint/2010/main" val="84668765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B241DA7B-2AFA-4960-A5C7-B878366D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soft 만료: 안전 입력으로 전환할 조건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5A07CC98-24CD-4D73-B2C6-0F75F738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cpp/host/src/control/control_lease.hpp:155-165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A478E437-1ACF-4C81-AE4F-E6BE0799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486B84C7-8184-4D5E-B93F-87446146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165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FA7BD6E4-4B22-4280-B238-56815F10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update_timeout(Clock::time_point now)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(safe_stop_active_ || last_receive_time_ == Clock::time_point::min())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(now - last_receive_time_ &lt;= timeout_)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safe_stop_active_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7A67FF52-7394-41A1-B88A-F9C5BA2A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 유효 수신 이후 시간이 timeout보다 클 때 SafeStop을 켭니다. 정확히 250ms와 같으면 이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함수의 만료 조건은 아직 거짓입니다.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DD7DFE1-E945-4CB3-AB0F-E51D2B7A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38 / 204</a:t>
            </a:r>
          </a:p>
        </p:txBody>
      </p:sp>
    </p:spTree>
    <p:extLst>
      <p:ext uri="{BB962C8B-B14F-4D97-AF65-F5344CB8AC3E}">
        <p14:creationId xmlns:p14="http://schemas.microsoft.com/office/powerpoint/2010/main" val="140839855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C9F08C7-C8AB-4A2B-B5D9-76690BB4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250ms SafeStop은 권한 폐기와 다릅니다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E2BB950-D67B-4E44-BD9A-0763D408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코드는 이미 안전 정지 중이거나 유효 수신 이력이 없으면 새 전환을 만들지 않습니다. 유효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입력이 있는 경우 실제 경과시간을 timeout과 비교합니다. 기본 실행의 soft 기준은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250ms이며 비교는 초과 조건입니다.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791A155-23C2-4E5E-AF07-C0D81E93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SafeStop이 켜지면 호스트는 오래된 가속을 유지하지 않도록 안전 입력을 적용합니다. 현재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소유 세션은 이 단계에서 남습니다. 따라서 같은 세션의 순서와 신선도 검사를 통과한 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명령으로 다시 조작할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C8CA969-55D9-40E5-872F-3E8845D8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단순히 아무 패킷이나 도착하면 복구되도록 만들면 지연 큐에 쌓여 있던 옛 가속이 차량을 다시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움직일 수 있습니다. 복구 시에도 accept의 검사를 거쳐야 하는 이유입니다. 안전 상태와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네트워크 수신 여부를 구분해서 기록하세요.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C632426-4B15-45C9-BA49-8B9C9982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39 / 204</a:t>
            </a:r>
          </a:p>
        </p:txBody>
      </p:sp>
    </p:spTree>
    <p:extLst>
      <p:ext uri="{BB962C8B-B14F-4D97-AF65-F5344CB8AC3E}">
        <p14:creationId xmlns:p14="http://schemas.microsoft.com/office/powerpoint/2010/main" val="53737510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3322E60-B617-41FC-A25F-5BB83006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hard 만료: 세션을 폐기하는 조건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03A77906-3CAA-444D-BC0E-B485241D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cpp/host/src/control/control_lease.hpp:170-180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DD3CBA1-F912-4FAD-8AE2-9D05CD15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4DCA3515-420B-45F0-B41B-C33763E8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179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88FCAB0C-B37A-4D84-ABDC-75CEBB05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bool update_hard_timeout(Clock::time_point now)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(last_receive_time_ == Clock::time_point::min()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|| active_key_.empty()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|| now - last_receive_time_ &lt;= hard_timeout_)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safe_stop_active_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retired_sessions_.insert(active_key_);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active_key_.clear();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true;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A6352237-3EF3-488F-8C36-3A29649D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hard 기준을 초과하면 active_key를 retired_sessions에 넣고 지웁니다. 이전 소유자의 늦은 입력이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권한을 되찾지 못하도록 막습니다.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F8F4206-22CD-4B9B-A3F2-86690400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40 / 204</a:t>
            </a:r>
          </a:p>
        </p:txBody>
      </p:sp>
    </p:spTree>
    <p:extLst>
      <p:ext uri="{BB962C8B-B14F-4D97-AF65-F5344CB8AC3E}">
        <p14:creationId xmlns:p14="http://schemas.microsoft.com/office/powerpoint/2010/main" val="150137480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09E8DCE-37E0-436D-8252-226C20B2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 유효 입력 이후의 상태 추적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경과시간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soft 초과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hard 초과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아니요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아니요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soft 경계와 같음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251ms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아니요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안전 정지·권한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아니요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hard 경계와 같음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1001ms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권한 폐기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E0502317-D096-4B52-A528-FD865E3C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기준은 soft 250ms, hard 1000ms이고 중간에 유효한 새 명령은 없다고 가정합니다. 상태 변화는 해당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 함수가 실제로 실행되는 순간에 발생합니다.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B8FEF85A-270E-440A-B4DD-9B953F84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1000ms에서는 soft 조건은 이미 참이지만 hard 조건은 아직 거짓입니다. 두 검사를 하나의 제한으로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외우지 말고 각각 비교하세요.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F0C5CEA-726C-4147-986B-8C584F95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41 / 204</a:t>
            </a:r>
          </a:p>
        </p:txBody>
      </p:sp>
    </p:spTree>
    <p:extLst>
      <p:ext uri="{BB962C8B-B14F-4D97-AF65-F5344CB8AC3E}">
        <p14:creationId xmlns:p14="http://schemas.microsoft.com/office/powerpoint/2010/main" val="48086727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C721D100-B5BE-444D-9CD8-C172FA6A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queue age는 두 경과시간의 차이입니다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4DEAA8C6-E245-418F-85D7-2D8F2D21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cpp/host/src/control/control_lease.hpp:123-132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4DCB42F-ECCD-4601-86EA-DB652816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AAF907A2-B729-4EE9-9544-D04FE9F1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132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2CFEDA73-EEA2-4860-9901-0A300090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server_elapsed = received_at - previous_receive_time;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client_elapsed = std::chrono::nanoseconds(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command.client_time_ns - previous_client_time_ns);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estimated_queue_age = server_elapsed &gt; client_elapsed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? std::chrono::duration_cast&lt;std::chrono::nanoseconds&gt;(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server_elapsed - client_elapsed)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: std::chrono::nanoseconds::zero();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(estimated_queue_age &gt; max_queue_age_)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ControlLeaseDecision::ExcessiveQueueAge;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0BE2ABA4-7D99-4D2A-B6C8-8EAFF5EC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서버에서 관측한 명령 간격에서 클라이언트의 명령 간격을 뺍니다. 양수 부분이 100ms를 초과하면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추가 지연이 큰 명령으로 거부합니다.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E469FCF-8726-4F24-8FC6-BD6781CA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42 / 204</a:t>
            </a:r>
          </a:p>
        </p:txBody>
      </p:sp>
    </p:spTree>
    <p:extLst>
      <p:ext uri="{BB962C8B-B14F-4D97-AF65-F5344CB8AC3E}">
        <p14:creationId xmlns:p14="http://schemas.microsoft.com/office/powerpoint/2010/main" val="37270544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D495CD5-E2A6-4F86-96CD-0013C5BB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다른 PC의 절대 시각을 빼지 않는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805AF90-FDA6-48BF-8011-1C63D2F9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두 PC 시계는 같은 원점이나 오차를 가진다고 보장할 수 없습니다. 서버의 현재 시각에서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클라이언트의 절대 시각을 바로 빼면 네트워크 지연과 시계 차이가 섞입니다. 현재 코드는 연속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명령 사이의 경과시간을 비교합니다.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8581870-0563-4290-B137-677A83A8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예를 들어 서버 수신 간격이 150ms인데 클라이언트 명령 간격은 16ms라면 추가 지연 추정은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134ms입니다. 100ms 제한을 넘으므로 거부합니다. 서버 80ms, 클라이언트 20ms이면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60ms이며 이 검사에서는 통과합니다.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69F29E5-383F-4AD7-8626-FE496AC0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값은 절대 네트워크 지연을 완벽히 측정한 값이 아닙니다. 이전 유효 명령과 비교하는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신선도 정책입니다. 최초 명령에는 이전 간격이 없고, 다른 세션·순서 검사도 있으므로 queue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age 하나가 모든 허용 여부를 결정하지는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5AFF98F-C672-408E-90DA-8EC3ABE2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43 / 204</a:t>
            </a:r>
          </a:p>
        </p:txBody>
      </p:sp>
    </p:spTree>
    <p:extLst>
      <p:ext uri="{BB962C8B-B14F-4D97-AF65-F5344CB8AC3E}">
        <p14:creationId xmlns:p14="http://schemas.microsoft.com/office/powerpoint/2010/main" val="202298621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08D61F99-140E-4C23-9792-7DC1160A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지연 입력으로 SafeStop이 풀리지 않는 테스트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EFABA040-2837-4FF5-92A8-B5798E33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cpp/host/tests/control_lease_test.cpp:77-84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681FDE30-36E0-4F58-B52F-ED4D89D6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9F18E857-AC7C-4AB2-89BD-2904AE94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84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426EDDB8-16F5-4F4A-AD84-93550DEC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require(lease.update_timeout(start + 251ms),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"250ms command timeout must enter SafeStop");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require(lease.accept(command("manual", "session-a", 2, 1'010'000'000), start +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252ms)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== ControlLeaseDecision::ExcessiveQueueAge,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"an old queued packet must not release the soft SafeStop");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require(lease.safe_stop_active(),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"rejected queued input must leave SafeStop active");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09147265-C0E0-42F7-9FA0-603F97C7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251ms에 안전 정지를 만든 뒤 252ms에 도착한 오래된 명령을 거부하고, 안전 정지가 그대로인지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45E5168-2F3B-46A3-8044-5B115CDA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44 / 204</a:t>
            </a:r>
          </a:p>
        </p:txBody>
      </p:sp>
    </p:spTree>
    <p:extLst>
      <p:ext uri="{BB962C8B-B14F-4D97-AF65-F5344CB8AC3E}">
        <p14:creationId xmlns:p14="http://schemas.microsoft.com/office/powerpoint/2010/main" val="197180421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D1F182B-DA4A-4EDB-9873-976C048D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늦은 패킷과 새로운 입력을 분류하기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F13FC08-F2D1-4044-AF35-0BF1B4F7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유효 제어를 시작한 뒤 251ms 동안 새 입력이 없습니다. 이후 같은 세션에서 순서 번호가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증가한 명령이 도착하지만, 서버 간격은 252ms이고 클라이언트 간격은 10ms입니다. 권한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유지와 조작 복구를 각각 판단하세요.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6DB79F1-209B-464E-8D47-C872FA8A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명령은 나머지 조건이 유효하며 서버와 클라이언트 경과가 둘 다 253ms라고 가정합니다.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추가 지연 추정값과 복구 가능성을 적으세요. 첫 거부가 마지막 유효 입력 기록을 오염시키지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않는지도 생각해 보세요.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4B146EB-C6BD-426E-AA81-0480D2D5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hard 만료가 실행된 뒤 예전 세션의 큰 sequence 명령이 오면 받아도 될까요?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순서가 새롭다는 사실과 세션이 폐기됐다는 사실 중 어떤 검사를 먼저 만족해야 하는지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설명하면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FF77FFB-9F97-44BE-B1A8-9224132C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45 / 204</a:t>
            </a:r>
          </a:p>
        </p:txBody>
      </p:sp>
    </p:spTree>
    <p:extLst>
      <p:ext uri="{BB962C8B-B14F-4D97-AF65-F5344CB8AC3E}">
        <p14:creationId xmlns:p14="http://schemas.microsoft.com/office/powerpoint/2010/main" val="10105141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FA4A166-DF05-482D-9717-73B00701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권한 유지 상태에서도 신선도 검사는 필요합니다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B28D500-9118-4771-9B04-DD14D83C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251ms에서는 soft 안전 정지이고 기존 세션은 남습니다. 그러나 늦게 온 명령의 추가 지연은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252−10=242ms로 100ms를 넘습니다. sequence가 증가했어도 거부하며 SafeStop은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유지해야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F43D60D-30C0-45AF-B86B-CFC679F8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두 경과가 253ms로 같다면 추가 지연은 0입니다. 다른 검사까지 통과한 같은 소유자의 입력은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hard 폐기 전에는 복구할 수 있습니다. 거부된 패킷으로 기준을 바꾸지 않아야 이후 정상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명령을 정확히 판단할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C46F3FB-FB62-4290-ABEC-F606D397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hard 만료 뒤 이전 세션은 retired 상태입니다. 큰 sequence만으로 권한을 되살리면 폐기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경계를 우회하게 됩니다. 새 연결·세션 절차가 필요합니다. 다음 수업은 반대 방향인 서버 상태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전송에서 오래된 대기를 관리하는 방법입니다.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C3800FD-73E6-478C-88F3-46FE2618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46 / 204</a:t>
            </a:r>
          </a:p>
        </p:txBody>
      </p:sp>
    </p:spTree>
    <p:extLst>
      <p:ext uri="{BB962C8B-B14F-4D97-AF65-F5344CB8AC3E}">
        <p14:creationId xmlns:p14="http://schemas.microsoft.com/office/powerpoint/2010/main" val="167319068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EB5E718-7E07-488C-B9F6-39928CBA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450A4E7-CA3B-453C-B3D4-41D25489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250ms·1000ms·100ms 조건을 상태 표로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D27043D-0BD1-4297-A55C-7EE7AF09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누가 보낸 입력인지와 지금도 사용할 만큼 신선한 입력인지를 별도로 검증해야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11CDA25-1704-4A61-9910-B67EA390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입력의 안전성을 알았으므로 서버가 보내는 상태를 밀리지 않게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관리하는 방법을 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BFFEA23-750A-4F13-B423-220356FF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L03     47 / 204</a:t>
            </a:r>
          </a:p>
        </p:txBody>
      </p:sp>
    </p:spTree>
    <p:extLst>
      <p:ext uri="{BB962C8B-B14F-4D97-AF65-F5344CB8AC3E}">
        <p14:creationId xmlns:p14="http://schemas.microsoft.com/office/powerpoint/2010/main" val="55827444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24871721-07E9-401C-9993-96487112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 큐와 비동기 버퍼의 수명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4F12CFF-D7A6-47B4-88C9-BF3CA8F1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상태를 만드는 속도보다 보내는 속도가 느리면 화면이 점점 과거를 보여 줍니다.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E1C89D3-B9D4-4520-9FF3-49E80CD7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실시간 상태에는 제한된 대기 정책이 필요하고 비동기 메모리는 완료까지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살아 있어야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9C3D000-E062-454F-86FC-948DE06B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진행 중 메시지와 최신 대기 메시지, 콜백 캡처를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2CAB4ADB-4517-4938-944F-CEC3AC16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L01의 콜백과 L03의 입력 신선도를 먼저 이해합니다.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6E9BB82A-DA56-434B-B1E0-74873164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48 / 204</a:t>
            </a:r>
          </a:p>
        </p:txBody>
      </p:sp>
    </p:spTree>
    <p:extLst>
      <p:ext uri="{BB962C8B-B14F-4D97-AF65-F5344CB8AC3E}">
        <p14:creationId xmlns:p14="http://schemas.microsoft.com/office/powerpoint/2010/main" val="196929393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C6F6D0E-7218-4D54-B435-60586910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새 상태를 모두 저장하면 항상 좋을까요?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D057785-2AB2-4A6A-8DD9-E29D9CDF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서버가 상태를 초당 60개 만들지만 연결이 초당 30개만 보낼 수 있다고 가정합니다. 모든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상태를 큐에 넣으면 1초마다 30개가 더 기다립니다. 화면은 끊기지 않아도 점점 오래된 위치를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따라가게 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EBB3780-D088-416E-9A2C-5D598E02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 메시지는 현재 위치를 보여 주는 자료이므로 아직 보내지 않은 오래된 상태를 최신 상태로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바꿀 수 있습니다. 모든 사건을 반드시 보존해야 하는 기록 파일과 목적이 다릅니다. 메시지의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의미에 맞는 큐 정책이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28425A5-CB63-4866-9966-2F58C3D7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프로젝트의 주행 상태 전송은 진행 중인 메시지 하나와 최신 대기 상태 하나를 유지합니다.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Hello와 제어 절차 전체를 무조건 버리는 규칙은 아닙니다. 어떤 종류의 메시지에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적용하는지까지 함께 읽어야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81B342C-E869-4F34-84F4-7C33FD3C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49 / 204</a:t>
            </a:r>
          </a:p>
        </p:txBody>
      </p:sp>
    </p:spTree>
    <p:extLst>
      <p:ext uri="{BB962C8B-B14F-4D97-AF65-F5344CB8AC3E}">
        <p14:creationId xmlns:p14="http://schemas.microsoft.com/office/powerpoint/2010/main" val="180699788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BC6A93E-E06A-4552-935B-21BFC2FD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backpressure와 latest-wins의 관계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0984CF9-C3E6-4F79-B75C-AEF18717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backpressure는 소비자가 감당할 속도보다 생산자가 빠를 때 작업량을 제어하는 문제입니다.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대기를 무한히 늘리는 대신 생산을 늦추거나 일부 자료를 합치거나 버릴 수 있습니다. 선택은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데이터의 의미에 따라 달라집니다.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B9146AB-7ECB-4815-B924-76EDC62F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latest-wins는 최신 값으로 대기 상태를 교체한다는 정책입니다. 차량 위치 표시는 몇 틱 전 중간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상태를 모두 보는 것보다 현재 상태에 가까워지는 편이 중요합니다. 이미 전송 중인 버퍼는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바꾸지 않아야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CA14BFC-D3BF-474B-AAC7-77E8C83D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큐 크기를 제한해도 느린 링크 자체가 빨라지는 것은 아닙니다. 다만 무한한 메모리 증가와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누적 표시 지연을 줄일 수 있습니다. 입력의 queue age 검사와 상태 출력 큐 정책은 방향과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목적이 다른 두 장치입니다.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B4B9B3D-A571-4CBD-80F8-2BC2BBBC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50 / 204</a:t>
            </a:r>
          </a:p>
        </p:txBody>
      </p:sp>
    </p:spTree>
    <p:extLst>
      <p:ext uri="{BB962C8B-B14F-4D97-AF65-F5344CB8AC3E}">
        <p14:creationId xmlns:p14="http://schemas.microsoft.com/office/powerpoint/2010/main" val="756136039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1002CA0-06E9-4E65-93EE-69B2A825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최신 대기는 교체해도 전송 중인 버퍼는 보존합니다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f842a823a41b6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7DA16DFC-F66E-4956-A710-00C177B1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16904FFF-E522-4122-97BC-C2C6337A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6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A가 전송 중일 때 대기 B는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C, D로 교체됩니다.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B91A0887-75A5-4CAC-9DCF-AA24F6B6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87599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A 바이트는 쓰기 완료까지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보존하며 그 뒤 최신 D를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보냅니다.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5D73892A-E7C5-4499-9860-B7392413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2813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오른쪽 message와 self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캡처가 완료까지 객체 수명을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잇습니다.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2601DDCC-243C-4057-A279-0E3F5CF3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B1623EB5-660D-40CA-8AF9-3995A024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51 / 204</a:t>
            </a:r>
          </a:p>
        </p:txBody>
      </p:sp>
    </p:spTree>
    <p:extLst>
      <p:ext uri="{BB962C8B-B14F-4D97-AF65-F5344CB8AC3E}">
        <p14:creationId xmlns:p14="http://schemas.microsoft.com/office/powerpoint/2010/main" val="9113997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06F5625-CB07-4899-BABA-9F2ADE5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전송 중 상태와 대기 상태를 구별하는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620E129C-9DF0-4C6C-BB06-DBDAEDAF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cpp/host/src/websocket/ws_server.cpp:72-80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305BC6D8-AA3D-489B-9CDE-8D8BBC78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BF615D70-C7B1-46D3-B230-7E5B5AD2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CCCC15A3-9161-442C-93A7-A5984442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(closed_ || close_requested_)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// State broadcast is latest-wins; keep the write in progress and one pending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update.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(write_in_progress_ &amp;&amp; write_queue_.size() &gt;= 2)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write_queue_.back() = std::move(message);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10682368-2D0C-44B8-8E7D-2D4EEBA4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쓰기가 진행 중이고 큐에 두 개 이상 있으면 맨 뒤 메시지를 교체합니다. 이미 보내고 있는 앞 메시지는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그대로 둡니다.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9DBF8F0-B4C5-484E-8FF3-1F3A81FE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52 / 204</a:t>
            </a:r>
          </a:p>
        </p:txBody>
      </p:sp>
    </p:spTree>
    <p:extLst>
      <p:ext uri="{BB962C8B-B14F-4D97-AF65-F5344CB8AC3E}">
        <p14:creationId xmlns:p14="http://schemas.microsoft.com/office/powerpoint/2010/main" val="12450415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A99A895-BD17-4AA8-B669-3109880B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큐 교체 분기를 상태로 읽기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A0BC21C-5D19-4D0A-B235-EE519474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closed 또는 close_requested이면 새 상태를 보내지 않습니다. 그다음 분기는 실제 쓰기가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진행 중이고 대기 슬롯이 있는 상황을 찾습니다. back을 바꾼 뒤 반환하므로 대기 메시지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개수를 계속 늘리지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D79185F-3926-4527-8C6B-5F9D999F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큐 앞에는 비동기 쓰기가 참조하는 메시지가 있습니다. 그 값을 교체하거나 메모리를 지우면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운영체제가 읽는 바이트와 프로그램의 수명이 어긋날 수 있습니다. 최신값 정책과 버퍼 수명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문제를 동시에 지켜야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E5DC515-650D-49BF-B331-1636E5DE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코드만 보고 모든 메시지가 정확히 두 개라고 단정하지 마세요. 메시지 종류와 초기 전송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경로를 함께 봐야 합니다. 여기서 학습할 계약은 주행 상태를 보낼 때 진행 중 데이터를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보존하고 뒤의 최신 상태만 유지한다는 것입니다.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54A8C62-59A9-4D41-A19F-839D2376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53 / 204</a:t>
            </a:r>
          </a:p>
        </p:txBody>
      </p:sp>
    </p:spTree>
    <p:extLst>
      <p:ext uri="{BB962C8B-B14F-4D97-AF65-F5344CB8AC3E}">
        <p14:creationId xmlns:p14="http://schemas.microsoft.com/office/powerpoint/2010/main" val="32599632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5EF134D-D993-4B47-887A-5E8FA4FA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A를 보내는 동안 B·C·D가 생긴 경우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새 사건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전송 중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쓰기 시작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버퍼 보존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생성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 추가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 생성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교체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 생성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 교체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B068EAB1-B716-4DBB-8BB9-86955757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A의 쓰기가 아직 끝나지 않았다고 가정합니다. B는 대기하고 C와 D는 아직 보내지 않은 값을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교체합니다. A가 완료되면 과거 B가 아니라 가장 최근 D를 보냅니다.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D1C6207B-D25C-4338-A1CE-8A425CC3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표는 상태 표시 정책의 예입니다. 파일 저장이나 결제 사건처럼 모든 항목이 필요한 데이터에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그대로 적용하면 정보가 사라집니다.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29A0F4F-8CFD-43DD-AC4E-2884E29C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54 / 204</a:t>
            </a:r>
          </a:p>
        </p:txBody>
      </p:sp>
    </p:spTree>
    <p:extLst>
      <p:ext uri="{BB962C8B-B14F-4D97-AF65-F5344CB8AC3E}">
        <p14:creationId xmlns:p14="http://schemas.microsoft.com/office/powerpoint/2010/main" val="997341278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BCEDF8B6-E1C9-47C0-923F-02D3E615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완료 콜백이 세션과 메시지를 보유하는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44F5BE91-5CEE-40BB-959E-3CA473CA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cpp/host/src/websocket/ws_server.cpp:181-187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6A0AD57-DD2A-411F-854E-A75FD43A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C5506003-32A6-497D-ABB6-943E4026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187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C535722C-69ED-4152-87FF-7C354FFC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write_in_progress_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ws_.binary(true);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auto message = write_queue_.front();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ws_.async_write(net::buffer(*message),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[self = shared_from_this(), message](beast::error_code ec, std::size_t)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self-&gt;write_in_progress_ =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if (ec) {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C7E1DCCC-96DE-4AEC-A6F3-495BCECC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message와 self를 람다 캡처에 보관합니다. async_write 호출이 반환된 뒤에도 완료 시점까지 필요한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객체가 살아 있게 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CCD67FBD-90C5-4812-B496-9E29DE46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55 / 204</a:t>
            </a:r>
          </a:p>
        </p:txBody>
      </p:sp>
    </p:spTree>
    <p:extLst>
      <p:ext uri="{BB962C8B-B14F-4D97-AF65-F5344CB8AC3E}">
        <p14:creationId xmlns:p14="http://schemas.microsoft.com/office/powerpoint/2010/main" val="173014415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2827EC4-38D9-4C07-8E66-55EB147C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지역변수가 사라져도 바이트는 남아 있어야 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1EC352B-B171-494C-B649-72DF7C3A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net::buffer는 사용할 메모리 구간을 가리키며 이 표현만으로 데이터 전체의 수명이 보장되지는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않습니다. 함수가 반환된 뒤 비동기 쓰기가 계속될 수 있으므로 메모리가 언제 해제되는지 따로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생각해야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ED2B121-3F70-47C6-93CE-69782C97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코드는 큐 앞 메시지를 공유 포인터로 얻고 완료 람다에도 message를 캡처합니다. self도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함께 잡으므로 콜백이 사용할 세션 객체가 실행 전에 사라지지 않도록 합니다. 캡처는 값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복사와 객체 소유권의 연결입니다.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557510D-75BF-4F85-BFB3-0AD75367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수업에서는 shared_ptr 구현을 모두 외우기보다 마지막 참조가 사라질 때 객체가 정리된다는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점을 사용하세요. 큐에서 꺼내는 시점과 실제 쓰기 완료를 연결할 수 있으면, 삭제된 메모리를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참조하는 오류를 예방하는 이유를 설명할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9FDC47D-BAA1-4D30-92CA-A7EFD526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56 / 204</a:t>
            </a:r>
          </a:p>
        </p:txBody>
      </p:sp>
    </p:spTree>
    <p:extLst>
      <p:ext uri="{BB962C8B-B14F-4D97-AF65-F5344CB8AC3E}">
        <p14:creationId xmlns:p14="http://schemas.microsoft.com/office/powerpoint/2010/main" val="127328439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C8700E6-99FB-43E2-8ABF-DCFC64D0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큐 제한과 메모리 수명을 따로 판단하기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48C0FA7-2DC4-4B59-9539-5446F262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A가 전송 중일 때 B와 C가 순서대로 만들어졌습니다. 최신 대기 하나만 남기는 정책에서는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무엇을 버릴 수 있나요? A를 C로 즉시 교체하면 더 최신 화면이 될 것 같지만 왜 안전하지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않은지도 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EC3A942-C557-4A33-AFAD-93FE0F71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메시지 바이트를 지역 문자열에만 넣고 net::buffer를 만든 뒤 함수가 반환됐다고 가정합니다.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완료 콜백은 나중에 실행됩니다. 바이트를 실제로 소유하는 객체가 언제까지 살아 있어야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하는지 적어 보세요.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CF3C061-6A32-42B6-AE77-44D35EC3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이 정책이 모든 서버 데이터 손실을 허용한다는 뜻인지 판단하세요. 주행 상태 표시,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최초 Hello, 물리 기록 파일을 같은 큐 정책으로 묶어도 되는지 각 데이터의 목적을 근거로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설명하면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3D668AB-F7B7-4F09-896D-6B9B9FAC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57 / 204</a:t>
            </a:r>
          </a:p>
        </p:txBody>
      </p:sp>
    </p:spTree>
    <p:extLst>
      <p:ext uri="{BB962C8B-B14F-4D97-AF65-F5344CB8AC3E}">
        <p14:creationId xmlns:p14="http://schemas.microsoft.com/office/powerpoint/2010/main" val="186002931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97CFC34-6B06-4989-A4CD-7B4211BA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대기 상태는 교체하고 진행 중 바이트는 보존합니다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04F9FDF-8E39-4792-B8D4-E3138DAB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B는 아직 전송하지 않은 대기 상태이므로 C로 바꿀 수 있습니다. A는 실제 비동기 쓰기가 사용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중이므로 내용을 바꾸면 안 됩니다. 큐에 들어 있다는 사실보다 어느 작업이 그 메모리를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참조하는지가 중요합니다.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F620FC2-B5DB-42C7-B5B9-4B047C72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지역 문자열만 소유한다면 함수 반환 때 해제될 수 있습니다. 쓰기 완료까지 소유 객체를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유지해야 하며 현재 코드는 message 캡처로 그 참조를 보존합니다. self 캡처는 세션 객체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수명도 함께 유지합니다.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CFCEECC-3D67-4AEB-AEE8-C5474916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주행 상태 표시와 사건 기록은 목적이 다릅니다. Hello 같은 절차 메시지와 물리 재현에 필요한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프레임을 무조건 최신값으로 지우면 안 됩니다. 다음 지면 수업에서는 읽는 중 내용이 바뀌지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않는 불변 자료가 비슷한 이유로 등장합니다.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D282E50-D623-4BB3-A567-CC2ABEC3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58 / 204</a:t>
            </a:r>
          </a:p>
        </p:txBody>
      </p:sp>
    </p:spTree>
    <p:extLst>
      <p:ext uri="{BB962C8B-B14F-4D97-AF65-F5344CB8AC3E}">
        <p14:creationId xmlns:p14="http://schemas.microsoft.com/office/powerpoint/2010/main" val="1255122911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C35A4D2-AAE6-4549-A7D9-8F7F1362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B583955-DAB2-4D4F-ACBB-F58A1DE8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진행 중 메시지와 최신 대기 메시지, 콜백 캡처를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ED5C388-EB50-4D36-8444-CE411F3C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실시간 상태에는 제한된 대기 정책이 필요하고 비동기 메모리는 완료까지 살아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00D242F-1EDC-4045-9849-5B834C0F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유효 입력과 최신 상태의 경계를 이해했으므로 계산의 재료인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지면 자료를 읽습니다.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5FF20BF-9039-4507-88A6-90F2586A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C2  L04     59 / 204</a:t>
            </a:r>
          </a:p>
        </p:txBody>
      </p:sp>
    </p:spTree>
    <p:extLst>
      <p:ext uri="{BB962C8B-B14F-4D97-AF65-F5344CB8AC3E}">
        <p14:creationId xmlns:p14="http://schemas.microsoft.com/office/powerpoint/2010/main" val="682278425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7F73ED2-F54D-469E-9BD5-7DD0A5C6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3장 지면에서 지지력까지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CF0FA56-80F2-4EA6-81E3-ED44D2E4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화면의 지형이 서버의 접지·서스펜션 힘으로 바뀌는 과정을 이해합니다.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298F8FF-BF60-477C-A332-066899B6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m·s·N 단위를 구분하고 간단한 비율을 계산할 수 있어야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B14B68C-1750-4128-A58F-24E98300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지면 질의의 위치·법선·범위를 읽습니다. 접촉 유무와 실제 수직 하중의 차이를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2F278494-B455-4A3E-B771-AD930EF3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차가 뜨거나 연석에 걸렸을 때 확인할 접지 값을 고를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322F14E6-1BCA-4D05-8DDE-3EE9EE16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   60 / 204</a:t>
            </a:r>
          </a:p>
        </p:txBody>
      </p:sp>
    </p:spTree>
    <p:extLst>
      <p:ext uri="{BB962C8B-B14F-4D97-AF65-F5344CB8AC3E}">
        <p14:creationId xmlns:p14="http://schemas.microsoft.com/office/powerpoint/2010/main" val="1842149662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2D1486C-F627-41CB-A471-79B259F3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5BA8EB6-3F0C-4937-9491-6147BAAB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L05 지면 측정과 서버 질의의 계약 · 62쪽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질의 결과와 삼각형 보간을 직접 계산합니다.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E4610C3-1200-4B39-B69B-840EEE66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L06 접촉이 힘으로 바뀌는 서스펜션 · 75쪽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스프링·댐퍼 힘과 앞뒤 정하중을 계산합니다.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6C67AE2-BD7F-4DA6-8A9E-467827FE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   61 / 204</a:t>
            </a:r>
          </a:p>
        </p:txBody>
      </p:sp>
    </p:spTree>
    <p:extLst>
      <p:ext uri="{BB962C8B-B14F-4D97-AF65-F5344CB8AC3E}">
        <p14:creationId xmlns:p14="http://schemas.microsoft.com/office/powerpoint/2010/main" val="33225130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EC4079C-1F79-4E8F-91CD-E640F1BC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지면 측정과 서버 질의의 계약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8055854-BEDE-4D22-9831-5B09955B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Unreal에서 보이는 보도가 서버에서는 없거나 범위 밖 지면이 있는 것처럼 처리될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C9AB5F1-0836-4EB3-ACF8-9DDCFEC7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클라이언트의 충돌 표면과 서버의 읽기 전용 질의가 같은 좌표·범위를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659DF9A-61D9-469E-B985-E42DA000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질의 결과와 삼각형 보간을 직접 계산합니다.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CC0EDA40-DBE4-4E8E-BDF8-D3B8F3BE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서버는 m, Unreal은 보통 cm를 사용한다는 차이를 알아야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50A4002-2B17-407D-AA09-37EB2C40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62 / 204</a:t>
            </a:r>
          </a:p>
        </p:txBody>
      </p:sp>
    </p:spTree>
    <p:extLst>
      <p:ext uri="{BB962C8B-B14F-4D97-AF65-F5344CB8AC3E}">
        <p14:creationId xmlns:p14="http://schemas.microsoft.com/office/powerpoint/2010/main" val="273991644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0C329BA-E6AA-4AC0-98CF-978A0DBD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화면에 지면이 보여도 서버의 지면은 별도입니다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2E92FC0-E7BE-4D14-ADB6-8EE5BE65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서버는 Unreal 에디터의 모든 메시를 직접 읽고 있지 않습니다. Unreal이 충돌 표면을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측정하여 내보낸 지도 자료를 서버가 읽습니다. 따라서 화면에 보도가 있어도 내보낸 범위나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측정 조건이 다르면 서버는 다른 지면을 계산할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5E5DD3A-CC43-444D-ABF0-C0270246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분리는 Unreal이 장면의 실제 충돌 정보를 가장 잘 알고 있고 서버는 반복 물리 계산에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집중하기 위해 필요합니다. 서버가 매 틱 에디터에 접점 하나씩 요청하면 통신 지연이 물리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 순서에 들어갑니다.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1EF5114-9A20-46BF-90FB-7F12479A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여기서 계약은 두 실행 환경이 동의한 데이터 의미입니다. 원점·단위·측정 범위·높이·법선·재질의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의미가 같아야 합니다. 차가 바닥을 뚫는다면 우선 화면 메시와 서버가 읽은 지면 자료가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같은지부터 확인해야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D98A6B6-19AE-45EF-A139-FECE9FC2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63 / 204</a:t>
            </a:r>
          </a:p>
        </p:txBody>
      </p:sp>
    </p:spTree>
    <p:extLst>
      <p:ext uri="{BB962C8B-B14F-4D97-AF65-F5344CB8AC3E}">
        <p14:creationId xmlns:p14="http://schemas.microsoft.com/office/powerpoint/2010/main" val="99455499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1B5D782-2C32-4E76-889E-F97E482B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아래 방향 질의가 알려 주는 정보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257A66F-3670-4A1F-ABB0-24AB7E6D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query_down은 주어진 위치에서 지도 ENU의 아래 방향으로 표면을 찾습니다. ENU는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동쪽·북쪽·위쪽 축입니다. 요청에는 시작 위치와 최대 거리, 결과에는 표면 위치와 거리, 법선,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재질 정보가 들어갑니다.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4CDFB51-751A-476D-B33C-DCFDAC9D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법선 normal은 표면이 향하는 방향을 나타내는 단위 벡터입니다. 평평한 바닥의 법선은 보통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위쪽입니다. 경사면에서는 기울어진 방향을 알려 주므로 차량의 접지와 타이어 힘의 기준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방향을 구성하는 데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E19C138-8A53-4C79-A18D-84572497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높이는 어디에 닿는지 알려 주고 법선은 어떤 방향의 면에 닿는지 알려 줍니다. 둘 중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하나만으로는 경사면 접촉을 충분히 설명할 수 없습니다. 질의 실패도 0m 높이와 구별해야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존재하지 않는 바닥을 만들어 내지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902C8FC-426A-430D-914A-070D055A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64 / 204</a:t>
            </a:r>
          </a:p>
        </p:txBody>
      </p:sp>
    </p:spTree>
    <p:extLst>
      <p:ext uri="{BB962C8B-B14F-4D97-AF65-F5344CB8AC3E}">
        <p14:creationId xmlns:p14="http://schemas.microsoft.com/office/powerpoint/2010/main" val="1723140506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84368C6A-25BD-4DDB-8B28-D4CF346C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격자 표본에서 바퀴 아래 접점을 찾기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e9966adc2408c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58F2273C-D46F-4CAD-8ACC-E64B72A4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DA42A23E-4C3C-444F-9033-505AB99B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아래로 향한 Ray는 지면을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찾는 질의입니다. 차량을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누르는 힘이 아닙니다.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A117AA7F-00B2-4E56-B595-5033D628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주황색 Ground hit는 도로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또는 연석에서 찾은 실제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접점입니다.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A1E6DFAF-C4DF-4469-B03F-AD39D4A4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위쪽 Normal은 표면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방향입니다. 접점과 함께 바퀴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지지 계산에 사용합니다.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08D23A4B-597B-497A-96F7-30ECE4CD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07DF111-9123-4A5C-B264-A37D0AE7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65 / 204</a:t>
            </a:r>
          </a:p>
        </p:txBody>
      </p:sp>
    </p:spTree>
    <p:extLst>
      <p:ext uri="{BB962C8B-B14F-4D97-AF65-F5344CB8AC3E}">
        <p14:creationId xmlns:p14="http://schemas.microsoft.com/office/powerpoint/2010/main" val="1058328005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C9C109F-693E-40A4-9130-B823CC85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격자 표본에서 바퀴 아래 접점을 찾기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B8FC236-958A-4135-8A32-12BD88F3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그림은 지면 질의의 개념도입니다. 시작점에서 아래로 확인한 표면 위치와 법선을 구하고 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결과를 바퀴 접촉 계산에 사용합니다. 현재 프로젝트 화면을 촬영한 자료는 아닙니다.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07F50DA-7B9D-4BCB-914A-9F493A79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격자 한 칸 안의 모든 점을 저장하지 않아도 주변 표본을 보간해 높이를 구할 수 있습니다. 다만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측정하지 않은 영역이나 구멍을 멋대로 채우면 지면 범위 계약이 깨집니다.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848127C-C0FF-48B1-B0A9-115728F1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66 / 204</a:t>
            </a:r>
          </a:p>
        </p:txBody>
      </p:sp>
    </p:spTree>
    <p:extLst>
      <p:ext uri="{BB962C8B-B14F-4D97-AF65-F5344CB8AC3E}">
        <p14:creationId xmlns:p14="http://schemas.microsoft.com/office/powerpoint/2010/main" val="1282867243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4741A13F-6458-4481-AE15-082ADE52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셀에서 삼각형과 가중치를 고르는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C0DDBD2D-1CA8-4F9C-BEC5-9BA052B2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cpp/host/src/terrain/heightfield_ground_query.cpp:499-507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3A7AA5B-F84C-4DEC-9948-1F412A32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2B3315B1-8DB4-4AD2-90FB-B03EE3AB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499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507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B787AFC5-991E-4151-ADF0-D87891EA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std::array&lt;double, 3&gt; weights{};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(local_row &lt;= local_column)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triangle = {&amp;p00, &amp;p10, &amp;p11};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weights =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1.0 - local_column,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local_column - local_row,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local_row};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 else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triangle = {&amp;p00, &amp;p11, &amp;p01};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CE682FA3-956B-4A0A-9FE0-6DBD47CA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local_column과 local_row는 셀 안의 정규화 위치입니다. 대각선의 어느 쪽인지 확인하고 세 꼭짓점과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보간 가중치를 선택합니다.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64FBAF3-0C10-4780-8C9C-378F32BB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67 / 204</a:t>
            </a:r>
          </a:p>
        </p:txBody>
      </p:sp>
    </p:spTree>
    <p:extLst>
      <p:ext uri="{BB962C8B-B14F-4D97-AF65-F5344CB8AC3E}">
        <p14:creationId xmlns:p14="http://schemas.microsoft.com/office/powerpoint/2010/main" val="1974055180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7563FE1-953E-4E8C-BA28-375D180C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보간은 가까운 표본을 섞어 중간값을 구하는 과정입니다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A6DFA6D-D92A-4D66-9270-7FD3C767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격자 네 모서리를 두 삼각형으로 나누면 셀 안의 한 점을 세 꼭짓점의 가중 합으로 표현할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있습니다. u를 local_column, v를 local_row라 하고 v≤u인 쪽을 보겠습니다. 가중치는 1−u,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u−v, v입니다.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27066E8-0E6C-464A-929B-468DC041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u=0.75, v=0.25이면 가중치는 0.25, 0.50, 0.25이며 합은 1입니다. 세 높이가 0m, 10m, 40m이면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결과는 0.25×0+0.50×10+0.25×40=15m입니다. 이는 아래 테스트가 사용하는 의도적인 교육용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높이입니다.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5F1BC1D-3060-4ECF-BB30-960DC98A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법선도 표본을 섞은 뒤 길이가 1이 되도록 정규화합니다. 대각선 선택을 다르게 하면 같은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좌표에서 다른 면을 읽을 수 있습니다. 그래서 측정 파일의 셀 구조와 서버 보간 규칙이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일치해야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1DC33CD-DDCB-4F57-B571-3E55E3DD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68 / 204</a:t>
            </a:r>
          </a:p>
        </p:txBody>
      </p:sp>
    </p:spTree>
    <p:extLst>
      <p:ext uri="{BB962C8B-B14F-4D97-AF65-F5344CB8AC3E}">
        <p14:creationId xmlns:p14="http://schemas.microsoft.com/office/powerpoint/2010/main" val="909755167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52655E1-95BA-41DD-8571-C3DB2B01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높이 50m에서 15m 표면을 찾은 결과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또는 의미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point_enu.up_m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표면 높이 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distance_m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50−15=35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normal_enu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정규화한 표면 방향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friction_multiplier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재질 마찰 조정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7D12EC9F-4DA4-4180-BC6B-D9287942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앞의 보간 예와 같이 표면 높이가 15m이고 질의 시작 높이가 50m라고 가정합니다. 아래로 내려간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거리는 35m입니다. 결과의 거리와 표면 높이를 같은 필드로 취급하지 마세요.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6B69E458-82CD-47D5-89D0-438557B4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재질 배율은 지면이 제공하는 무차원 값입니다. 실제 마찰력은 서버가 차량 타이어 계수와 수직 하중을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함께 사용해 다음 단계에서 계산합니다.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2A2BE65-4B62-4AAE-9372-42BE20E1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69 / 204</a:t>
            </a:r>
          </a:p>
        </p:txBody>
      </p:sp>
    </p:spTree>
    <p:extLst>
      <p:ext uri="{BB962C8B-B14F-4D97-AF65-F5344CB8AC3E}">
        <p14:creationId xmlns:p14="http://schemas.microsoft.com/office/powerpoint/2010/main" val="591877569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DEDA0FF1-153B-4833-B24C-4ADE6378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보간 결과를 확인하는 테스트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6816F37C-B7EE-45F2-AD7C-BBB133DA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cpp/host/tests/heightfield_ground_query_test.cpp:214-221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A3AE0BE1-FACB-45AC-A3F1-1AE1F360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B8616BE9-5725-4B9A-8B69-F1060D27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220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221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1740B4A9-288B-4260-80B9-FFE145CF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// u=.75, v=.25 selects P00/P10/P11: .25*0 + .5*10 + .25*40.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lower = ground.query_down({{11.5, 20.75, 50.0}, 50.0});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require(lower.has_value() &amp;&amp; close(lower-&gt;point_enu.up_m, 15.0)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&amp;&amp; close(lower-&gt;distance_m, 35.0)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&amp;&amp; lower-&gt;surface_material_id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== simcore_host::GroundSurfaceMaterialId::Default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&amp;&amp; close(lower-&gt;friction_multiplier, 1.0),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"v1 must preserve interpolation and default material metadata");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EFCEBA19-5473-4086-BCBF-61B91C15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테스트는 높이 15m와 거리 35m를 동시에 검사합니다. 질의 성공뿐 아니라 결과의 의미까지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고정합니다.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4C788A08-1895-47B8-957E-4014C0F3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70 / 204</a:t>
            </a:r>
          </a:p>
        </p:txBody>
      </p:sp>
    </p:spTree>
    <p:extLst>
      <p:ext uri="{BB962C8B-B14F-4D97-AF65-F5344CB8AC3E}">
        <p14:creationId xmlns:p14="http://schemas.microsoft.com/office/powerpoint/2010/main" val="749831283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720442F-88A2-4CDD-8EBE-247FE8CD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지면을 불변 자료로 읽고 범위 이탈을 구별합니다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07F68EC-E680-498C-9BBD-F8C938B5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RuntimeMapPackage는 shared_ptr&lt;const GroundQuery&gt;로 질의 객체를 공유합니다. 읽는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틱의 중간에 다른 표면으로 바뀌면 앞바퀴와 뒤바퀴가 서로 다른 지도 버전을 볼 수 있으므로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한 번의 계산에서 안정적인 자료가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62855DB-9186-4580-8F01-64D82419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바깥 영역 질의가 실패했을 때 아무 높이나 반환하면 차가 가상의 바닥을 달립니다. 현재 차량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코어는 중심이나 전체 앞·뒤·좌·우 가장자리의 지원 지면이 사라지는 경우 범위 제한을 표시하고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지원된 자세 경계로 대응합니다.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758E66E-E7D5-4777-9E16-BAE1407F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이것은 모든 절벽과 공중 점프를 일반 자유낙하로 재현하는 모델이 아닙니다. 단일 바퀴 접점이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낮은 하중인 상황과 지도 범위 자체가 없어진 상황을 나누어 봐야 합니다. 다음 수업은 질의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성공 뒤에도 하중이 0일 수 있는 이유입니다.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56204B5-5890-4510-9F2A-BFCC3EEC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71 / 204</a:t>
            </a:r>
          </a:p>
        </p:txBody>
      </p:sp>
    </p:spTree>
    <p:extLst>
      <p:ext uri="{BB962C8B-B14F-4D97-AF65-F5344CB8AC3E}">
        <p14:creationId xmlns:p14="http://schemas.microsoft.com/office/powerpoint/2010/main" val="553805917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B66D8C0-1B44-4DEA-B6FF-2434250B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표면 높이와 거리, 실패를 구별하기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1B8CEAC-B475-4D41-AF95-71193223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u=0.75, v=0.25이고 세 높이가 0m·10m·40m입니다. 가중치와 보간 높이를 계산하세요. 시작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높이 50m, 최대 질의 거리 20m라면 이 표면을 유효한 hit로 받아도 되는지도 판단해 보세요.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F4A398F-EBD9-47D9-9285-3551BC68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질의 실패를 높이 0m로 대신 반환하면 어떤 문제가 생길까요? 바닥이 실제로 0m인 경우와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측정 범위 밖인 경우를 같은 값으로 표현했을 때 자동차가 어디를 달리게 되는지 설명하면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149D1B2-8F4B-49A9-8714-CA0E57DF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법선 벡터의 길이가 2여도 방향이 같으니 그대로 써도 된다는 주장에 답하세요.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방향 정보와 힘의 크기가 섞이지 않도록 단위 법선을 사용하는 이유를 자신의 말로 적어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8D336E6-3B7F-4172-91B0-21E4E1F3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72 / 204</a:t>
            </a:r>
          </a:p>
        </p:txBody>
      </p:sp>
    </p:spTree>
    <p:extLst>
      <p:ext uri="{BB962C8B-B14F-4D97-AF65-F5344CB8AC3E}">
        <p14:creationId xmlns:p14="http://schemas.microsoft.com/office/powerpoint/2010/main" val="220634625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0714123-6B09-449C-AD94-BBB2A9FF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보간값이 있어도 질의 조건을 만족해야 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467AF44-8A64-45CE-B9B4-899037BB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가중치는 0.25·0.50·0.25이고 높이는 15m입니다. 시작점에서 거리는 35m이므로 최대 20m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조건에서는 유효한 hit로 받아서는 안 됩니다. 수학적 보간 가능성과 실제 요청 범위 충족은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별개입니다.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9DD1EC4-6A5E-4923-88DB-2F09333A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실패를 0m로 바꾸면 측정하지 않은 곳에 가짜 바닥을 만드는 셈입니다. 명시적인 실패 상태가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있어야 지도 경계와 실제 낮은 지면을 구분합니다. 화면 메시가 있어도 export 범위와 질의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자료가 일치하는지 확인해야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BEE2EF7-9657-4D78-8488-8A272D24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단위 법선은 방향만 전달합니다. 길이가 다른 벡터를 힘 투영에 그대로 사용하면 크기까지 잘못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바뀔 수 있습니다. 이 접점과 방향을 얻은 뒤 서스펜션 길이를 구하고 실제 지지력을 계산하는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것이 다음 수업입니다.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2D60228-79EF-4FEA-A883-A2A400D7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73 / 204</a:t>
            </a:r>
          </a:p>
        </p:txBody>
      </p:sp>
    </p:spTree>
    <p:extLst>
      <p:ext uri="{BB962C8B-B14F-4D97-AF65-F5344CB8AC3E}">
        <p14:creationId xmlns:p14="http://schemas.microsoft.com/office/powerpoint/2010/main" val="624093713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732584E-7C63-4A89-8549-B114C516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B44F095-4678-4E25-876A-50D11665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질의 결과와 삼각형 보간을 직접 계산합니다.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0F98365-44BC-4C49-B6C6-7906F14D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클라이언트의 충돌 표면과 서버의 읽기 전용 질의가 같은 좌표·범위를 사용해야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3BA804E-FA4D-4BE6-98D2-F8AFFA72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접점 위치를 구했으므로 그 접점이 얼마의 힘으로 차량을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지지하는지 계산합니다.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3B3E0A4-008A-43FA-85DD-551BFD61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L05     74 / 204</a:t>
            </a:r>
          </a:p>
        </p:txBody>
      </p:sp>
    </p:spTree>
    <p:extLst>
      <p:ext uri="{BB962C8B-B14F-4D97-AF65-F5344CB8AC3E}">
        <p14:creationId xmlns:p14="http://schemas.microsoft.com/office/powerpoint/2010/main" val="1591560172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DEB2AF5-E254-4A84-9952-ECAB443F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접촉이 힘으로 바뀌는 서스펜션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1119A44-A427-4D48-AE36-2A999B89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바퀴가 지면에 닿았다는 표시가 있어도 차를 지탱하거나 구동할 하중이 거의 없을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71C37A4-E108-441D-93D9-A0C8E23F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접촉 위치·압축량·압축 속도를 힘으로 연결해야 차량 높이와 접지력을 설명할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4FBF0D8-B929-4E74-A821-A85402DE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스프링·댐퍼 힘과 앞뒤 정하중을 계산합니다.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201419E5-0E8C-4969-98B3-DF460944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L05의 접점과 법선, kg와 N의 차이가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870A251-2798-46D5-8F8D-BE5C3003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75 / 204</a:t>
            </a:r>
          </a:p>
        </p:txBody>
      </p:sp>
    </p:spTree>
    <p:extLst>
      <p:ext uri="{BB962C8B-B14F-4D97-AF65-F5344CB8AC3E}">
        <p14:creationId xmlns:p14="http://schemas.microsoft.com/office/powerpoint/2010/main" val="602509999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AC019B0-4201-45D4-8863-80E04F7C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바퀴가 닿았는데 왜 힘이 없을까요?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3E28599-691E-44E8-B1D2-3DD67B4F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접촉 플래그는 지면을 찾았다는 정보입니다. 바퀴가 차체에서 길게 내려가 지면에 겨우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닿았다면 스프링이 거의 눌리지 않아 지지력이 작을 수 있습니다. in_contact=true를 곧바로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충분한 접지력이라고 해석하면 안 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1DC527C-FF31-4989-885D-717D346A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차량은 바퀴와 차체 사이의 서스펜션으로 하중을 나눕니다. 연석 위 대각 자세에서는 일부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바퀴가 많이 눌리고 다른 바퀴는 거의 하중을 잃을 수 있습니다. 그 결과는 구동과 제동,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회전에도 영향을 줍니다.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3EEC3FD-D81B-4894-BC83-CB542B60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바퀴 아래 표면을 찾고 차체와 접점의 관계로 서스펜션 길이를 구합니다. 이어 압축량과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변화 속도로 힘을 계산합니다. 입력 clamp가 유효하더라도 이 접지 단계가 잘못되면 자동차는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정상적으로 움직일 수 없습니다.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DE1601B-BABB-4FAF-8334-6682FE78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76 / 204</a:t>
            </a:r>
          </a:p>
        </p:txBody>
      </p:sp>
    </p:spTree>
    <p:extLst>
      <p:ext uri="{BB962C8B-B14F-4D97-AF65-F5344CB8AC3E}">
        <p14:creationId xmlns:p14="http://schemas.microsoft.com/office/powerpoint/2010/main" val="2056744718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66C1FEA-EF22-42BD-9D95-DACDF375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스프링과 댐퍼가 맡는 서로 다른 역할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39B8C03-79A8-463B-9394-5277556D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스프링은 눌린 만큼 되돌아가려는 힘을 만듭니다. 압축량 x의 단위는 m, 강성 k의 단위는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N/m이므로 스프링 힘 kx의 단위는 N입니다. 더 단단한 스프링은 같은 압축에서 더 큰 힘을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만듭니다.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E7C127C-724D-4B97-927B-2511062F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댐퍼는 길이가 변하는 속도에 반응해 움직임을 줄입니다. 압축 속도 ẋ의 단위는 m/s, 계수 c는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N·s/m이므로 c×ẋ도 N입니다. 정지 압축 상태에서는 댐퍼보다 스프링이 지속 하중을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담당합니다.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90AB6CF3-8B19-447C-81BC-182D6C37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스프링만 있으면 차체가 오래 출렁일 수 있고 댐퍼를 지나치게 크게 만들면 짧은 지형 변화에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과도한 힘이 나올 수 있습니다. 현재 코드는 길이와 힘 상한을 함께 두어 가능한 스트로크와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수치 범위를 제한합니다.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A6F0A6D-B780-45CD-A082-0BECA801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77 / 204</a:t>
            </a:r>
          </a:p>
        </p:txBody>
      </p:sp>
    </p:spTree>
    <p:extLst>
      <p:ext uri="{BB962C8B-B14F-4D97-AF65-F5344CB8AC3E}">
        <p14:creationId xmlns:p14="http://schemas.microsoft.com/office/powerpoint/2010/main" val="1104117040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713D0C2-DC2B-4DC8-A7AB-D073F11C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바퀴별 지지력이 차체를 받치는 모습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bca0b0609466f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9FFE740D-FF0B-44D6-B0EE-3F91C45E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3E7414BD-D788-4280-9926-6958A8CB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6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바퀴마다 지면 높이와 접촉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여부가 다를 수 있습니다.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BEEA8F76-ED07-4351-A6B6-59DFF8B4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87599"/>
            <a:ext cx="3152775" cy="6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스프링은 눌린 정도, 댐퍼는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눌리는 속도에 반응합니다.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529B59CA-3E31-4A45-AF96-2E2389C8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03523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각 바퀴의 지지력을 합치면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차체의 위아래 운동과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기울기가 달라집니다.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09EA7293-E7ED-4D74-9479-927E02F2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26D573D-DED6-46AC-A2D9-2BD01777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78 / 204</a:t>
            </a:r>
          </a:p>
        </p:txBody>
      </p:sp>
    </p:spTree>
    <p:extLst>
      <p:ext uri="{BB962C8B-B14F-4D97-AF65-F5344CB8AC3E}">
        <p14:creationId xmlns:p14="http://schemas.microsoft.com/office/powerpoint/2010/main" val="347474015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5EAB3F8-51B1-4429-8147-2EA281BB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바퀴별 지지력이 차체를 받치는 모습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EFDF3B7-E609-4A88-80D4-12540B07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 개념도에서 mg는 아래로 작용하는 무게이고 Fz는 바퀴의 수직 지지력을 뜻합니다.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경사나 연석에서는 네 바퀴가 같은 힘을 받지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3CF3C66-552B-4646-8091-276C138A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외형 메시를 지면에 맞추어 움직이는 것과 서버에서 지지력을 계산하는 것을 구별하세요. 차체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높이·기울기·타이어 힘을 함께 설명하려면 각 바퀴의 접촉 길이와 하중을 읽어야 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047438D-30F6-42DE-A61A-6E2E19B3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79 / 204</a:t>
            </a:r>
          </a:p>
        </p:txBody>
      </p:sp>
    </p:spTree>
    <p:extLst>
      <p:ext uri="{BB962C8B-B14F-4D97-AF65-F5344CB8AC3E}">
        <p14:creationId xmlns:p14="http://schemas.microsoft.com/office/powerpoint/2010/main" val="629760225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DA532404-F30D-4FC5-BC4D-57483212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스프링 힘과 댐퍼 힘을 합치는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2418B667-287D-4361-9966-BC910406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cpp/host/src/physics/suspension_model.hpp:64-73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389151B-6EEC-4259-9551-B42B0DF0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C4BF9668-46AB-440D-BC74-E8FFDEF3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1EF99295-05A3-4FE7-98CF-779D3992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spring_force = parameters.spring_rate_n_per_m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* std::max(0.f, compression);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damper_force = parameters.damper_rate_n_s_per_m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* compression_velocity;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return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bounded_length,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compression,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compression_velocity,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std::clamp(spring_force + damper_force, 0.f, parameters.max_force_n)};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8B0ECC67-F37F-4B14-9835-E1E38510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spring_force와 damper_force를 합친 뒤 0과 max_force_n 사이로 제한합니다. 바닥을 위로 잡아당기는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음의 지지력은 반환하지 않습니다.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0B8C2A19-D10C-4512-B2FE-531CF4A9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80 / 204</a:t>
            </a:r>
          </a:p>
        </p:txBody>
      </p:sp>
    </p:spTree>
    <p:extLst>
      <p:ext uri="{BB962C8B-B14F-4D97-AF65-F5344CB8AC3E}">
        <p14:creationId xmlns:p14="http://schemas.microsoft.com/office/powerpoint/2010/main" val="1094101800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32E0025-FAB1-4A8A-B54C-E97BDB6C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힘 공식과 실제 숫자를 연결하기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871999A-4DFD-4BC6-B208-690836A1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교육용으로 k=10000N/m, 압축 x=0.05m, c=500N·s/m, 압축 속도 ẋ=0.2m/s라고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가정합니다. 스프링 힘은 500N, 댐퍼 힘은 100N이므로 상한에 걸리지 않는다면 합은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600N입니다.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C97FB50-DE72-471D-8D93-B1F463CB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압축에서 길이가 더 이상 변하지 않으면 ẋ=0이 되어 힘은 500N입니다. 압축량이 같아도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움직이는 방향과 속도 때문에 순간 하중이 달라질 수 있습니다. 현재 코드의 압축 속도 부호는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압축이 증가하는 쪽을 양수로 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D084B67-A320-47F1-94B5-9D5E46B3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힘의 clamp는 타이어가 땅을 당기거나 설정 상한을 넘는 결과를 막습니다. 다만 이 작은 스프링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함수만으로 차체 전체 접촉과 압축 한계 반응이 모두 끝나는 것은 아닙니다. 차체 통합 단계의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지지·충돌 조건도 함께 작용합니다.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9ED21DA-70DD-44B9-ADE9-47BABAB8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81 / 204</a:t>
            </a:r>
          </a:p>
        </p:txBody>
      </p:sp>
    </p:spTree>
    <p:extLst>
      <p:ext uri="{BB962C8B-B14F-4D97-AF65-F5344CB8AC3E}">
        <p14:creationId xmlns:p14="http://schemas.microsoft.com/office/powerpoint/2010/main" val="1211590901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951C04D-AC51-4447-9EFB-0BBA3B81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1500kg 세단의 평지 정하중 계산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계산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무게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1500×9.80665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14709.98N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앞바퀴 하나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mg×0.55÷2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4045.24N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뒤바퀴 하나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mg×0.45÷2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3309.74N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균등 가정 바퀴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mg÷4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3677.49N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0A06CB2F-6BA0-4F12-AA91-C7E2EF69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평평한 지면에서 정지하고 좌우가 대칭이며 공력과 가감속 효과가 없다고 가정합니다. 무게는 mg이며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g=9.80665m/s²를 사용합니다. 기본 세단은 앞축 정하중 비율 55%입니다.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114C4FD0-90A2-4FAC-B3C2-FE9B3A17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mg/4는 앞뒤도 대칭이라는 별도 가정입니다. 현재 55% 설정의 실제 정하중 예와 구별해서 계산해야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연석·회전의 바퀴별 차이를 읽을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0EFD006-0295-497F-BC21-12AC3985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82 / 204</a:t>
            </a:r>
          </a:p>
        </p:txBody>
      </p:sp>
    </p:spTree>
    <p:extLst>
      <p:ext uri="{BB962C8B-B14F-4D97-AF65-F5344CB8AC3E}">
        <p14:creationId xmlns:p14="http://schemas.microsoft.com/office/powerpoint/2010/main" val="1882405105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27B6F9D-A770-4C64-A3B1-487455F8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과한 압축을 넣어 상한을 검사하는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6C3BA104-9078-4BFE-91DB-FDE0334D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cpp/host/tests/vehicle_physics_test.cpp:786-793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4290D640-8061-4CA2-B8F0-D2AA71FC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0A84BD26-6EF2-4F08-A030-DB117E33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C683F328-7339-4268-9170-0DBB3E68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compressed = simcore_host::evaluate_suspension(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parameters, -10.f, 0.f, false, 0.01f);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require(std::abs(compressed.bounded_length_m - 0.3f) &lt; 1e-6f,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"suspension length must stop at the compression stroke bound");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require(std::abs(compressed.compression_m - 0.1f) &lt; 1e-6f,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"suspension compression must be bounded");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require(compressed.normal_force_n == parameters.max_force_n,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"spring force must stop at the configured maximum");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48C890A7-8509-4FEF-A03D-D847B417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테스트 설정은 기본 길이 0.4m, 최대 압축 0.1m, 최대 힘 750N입니다. 비정상적으로 짧은 요청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길이에도 결과가 제한되는지 확인합니다.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5A85F7B-9222-421A-9AF0-B58D24EF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83 / 204</a:t>
            </a:r>
          </a:p>
        </p:txBody>
      </p:sp>
    </p:spTree>
    <p:extLst>
      <p:ext uri="{BB962C8B-B14F-4D97-AF65-F5344CB8AC3E}">
        <p14:creationId xmlns:p14="http://schemas.microsoft.com/office/powerpoint/2010/main" val="1978100890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7FCCCFF-FAED-4ACD-A0AD-0162586E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바퀴의 검사에서 네 바퀴 상태로 확장하기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322336C-2F17-46E1-91DB-6E508F8B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테스트는 요청 길이 −10m를 그대로 쓰지 않고 압축 끝 길이 0.3m로 제한했는지 봅니다.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압축도 0.1m가 되고 힘은 설정한 750N 상한에 멈춥니다. 불가능한 입력으로 경계 규칙을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분명히 드러내는 검사입니다.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80AA504-B0B3-4B25-8BD8-BBFA9CB2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차량에서는 네 WheelState의 normal_load를 함께 읽습니다. 기본 순서는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앞왼쪽·앞오른쪽·뒤왼쪽·뒤오른쪽입니다. 합과 분포를 함께 보지 않으면 하중 이동을 전체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무게가 사라진 현상으로 오해할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D522E66-A0FD-4C5A-9281-5B1C1B7C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입력은 throttle·brake 0~1, steering −1~1로 제한하며 비정상 수치는 안전값으로 바꿉니다.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이것은 잘못된 입력을 막는 별도 경계입니다. 다음 구동 수업에서는 입력이 정상인데도 뒤바퀴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힘이 거의 0이 되는 사례를 계산하겠습니다.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7BB42F2-13F8-4B42-83F9-0B74F1F6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84 / 204</a:t>
            </a:r>
          </a:p>
        </p:txBody>
      </p:sp>
    </p:spTree>
    <p:extLst>
      <p:ext uri="{BB962C8B-B14F-4D97-AF65-F5344CB8AC3E}">
        <p14:creationId xmlns:p14="http://schemas.microsoft.com/office/powerpoint/2010/main" val="1123115917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C8C03A0-69D5-4D55-9016-678B1288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정지 하중과 순간 하중을 나누기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AA50412-643B-4A38-894D-DBDF464E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k=10000N/m, c=500N·s/m, 압축 0.05m에서 압축 속도가 각각 0과 0.2m/s일 때 힘을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구하세요. 상한 750N에는 걸리지 않는다고 가정하고 각 곱셈의 단위를 함께 적으세요.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64944AE-6341-424E-B583-CF64DC3C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평지 정지 세단의 뒤바퀴 하나는 왜 1500kg의 4분의 1을 그대로 쓰면 안 될까요? 질량과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무게의 차이, 앞축 55% 설정을 함께 사용해서 답하고 앞·뒤 하중의 합도 확인하세요.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F8D5B90-55A1-4C59-B0B4-34E927C9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접촉 플래그가 true인데 Fz가 거의 0인 바퀴를 오류라고 즉시 결론내릴 수 있는지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판단하세요. 길게 늘어난 서스펜션과 대각선 연석 지지 상태를 떠올려 설명하면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97ACFAA-F13D-439A-A554-4BFDCA7F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85 / 204</a:t>
            </a:r>
          </a:p>
        </p:txBody>
      </p:sp>
    </p:spTree>
    <p:extLst>
      <p:ext uri="{BB962C8B-B14F-4D97-AF65-F5344CB8AC3E}">
        <p14:creationId xmlns:p14="http://schemas.microsoft.com/office/powerpoint/2010/main" val="1189965539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43005D8-F0B9-4E9E-B36A-2BCFF140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접촉과 지지력은 같은 값이 아닙니다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A6FA251-5AA4-4243-9931-F872E353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정지 길이에서는 힘이 10000×0.05=500N입니다. 0.2m/s 압축 중에는 댐퍼 500×0.2=100N을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더해 600N입니다. m와 m/s는 서로 다른 입력이며 두 계수의 단위를 곱하면 모두 N이 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8AA0A70-4CCA-4D10-ACBF-62A78563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세단 무게는 14709.975N이고 뒤바퀴 하나는 그 45%의 절반인 약 3309.74N입니다. 앞의 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바퀴와 뒤의 두 바퀴를 합하면 전체 무게가 됩니다. kg를 N처럼 사용하면 중력 배수가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빠집니다.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819C465-268C-48FC-BA62-05DD8D23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겨우 닿은 바퀴의 낮은 하중은 가능한 상태입니다. 문제는 이 상태에서도 다른 지지 바퀴로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합리적인 구동이 가능한지입니다. 다음 수업의 연석 사례는 바로 이 하중 분포가 차동 토크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제한과 만났을 때 나타난 문제입니다.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ECE6546-D731-4E57-A537-29671510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86 / 204</a:t>
            </a:r>
          </a:p>
        </p:txBody>
      </p:sp>
    </p:spTree>
    <p:extLst>
      <p:ext uri="{BB962C8B-B14F-4D97-AF65-F5344CB8AC3E}">
        <p14:creationId xmlns:p14="http://schemas.microsoft.com/office/powerpoint/2010/main" val="764875090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3982FF2-B252-43F7-89EA-738DCB67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E526D7F-98FC-45E0-9D3B-1305AB58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스프링·댐퍼 힘과 앞뒤 정하중을 계산합니다.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0BDC96A-CF63-45E3-AA5B-D43EE2BE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접촉 위치·압축량·압축 속도를 힘으로 연결해야 차량 높이와 접지력을 설명할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A69DA89-7349-46B6-96A2-6AD340B3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수직 하중을 계산했으므로 이 하중이 구동 토크의 상한을 어떻게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만드는지 살펴봅니다.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8EC40B9-9734-4332-8E05-F9541F4E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C3  L06     87 / 204</a:t>
            </a:r>
          </a:p>
        </p:txBody>
      </p:sp>
    </p:spTree>
    <p:extLst>
      <p:ext uri="{BB962C8B-B14F-4D97-AF65-F5344CB8AC3E}">
        <p14:creationId xmlns:p14="http://schemas.microsoft.com/office/powerpoint/2010/main" val="259493319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F69A895-392A-45F6-B382-A37EFDAB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4장 타이어가 차를 움직이는 과정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AB3AA87-D4F2-4059-BFF6-ECA311D3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입력·토크·마찰·조향을 연결해 주행 느낌의 원인을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63B321D-A0DB-4F56-97C1-B7355611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C3의 접지 하중과 서스펜션 힘을 이해해야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EC6F2EB-192B-4252-A061-AAA92012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연석 구동 소실과 제동식 구동 보조를 수치로 설명합니다. 조향 요구와 실제 회전,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차종별 모델 차이를 구분합니다.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56927594-97DF-4E06-8CA3-DF3FAD87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속도·하중·차종 조건을 고정한 주행 회귀를 해석할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B374EF9-228D-43CD-8094-C327C290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   88 / 204</a:t>
            </a:r>
          </a:p>
        </p:txBody>
      </p:sp>
    </p:spTree>
    <p:extLst>
      <p:ext uri="{BB962C8B-B14F-4D97-AF65-F5344CB8AC3E}">
        <p14:creationId xmlns:p14="http://schemas.microsoft.com/office/powerpoint/2010/main" val="1864900506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4E0A67C-53CA-4A4C-8C4E-6806F199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1BE1919-AE93-4C2F-B912-C306C251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L07 구동·후진과 연석에서 사라진 토크 · 90쪽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실측 연석 하중과 제동식 구동 보조의 상한을 계산합니다.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B2E225C-B8E5-4BE0-BE72-41D56ABA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L08 조향각·타이어 힘·차체 회전을 연결하기 · 102쪽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Ackermann·횡슬립·마찰 원·yaw·하중 이동을 수치로 연결합니다.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7E63CE5-0C39-4B82-A9DE-C9510D41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L09 외형과 물리 프로필이 함께 바뀌는 차종 · 115쪽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차종 프로필이 바꾸는 값과 오토바이 축약 모델의 한계를 설명합니다.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5D30841-300D-47F0-874E-925A96A8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   89 / 204</a:t>
            </a:r>
          </a:p>
        </p:txBody>
      </p:sp>
    </p:spTree>
    <p:extLst>
      <p:ext uri="{BB962C8B-B14F-4D97-AF65-F5344CB8AC3E}">
        <p14:creationId xmlns:p14="http://schemas.microsoft.com/office/powerpoint/2010/main" val="113479117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CF985B1-2B38-48B7-BE41-75358C8D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구동·후진과 연석에서 사라진 토크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21B8562-468A-40EE-A0F9-5CA186FC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가속 입력과 기어가 정상이고 손상도 없는데 연석 위 정지 자세에서 차가 출발하지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않았습니다.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2D8DE8C-FA81-459E-A4B3-BD7DBEBB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엔진 요구를 힘·바퀴 토크·접지 한도로 나누어야 멈춤 원인을 찾을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FB2A8B1-D3B2-422A-8FBD-A5109AFB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실측 연석 하중과 제동식 구동 보조의 상한을 계산합니다.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D7862D2B-86D1-400F-A574-BAAD7A1D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L06의 Fz와 단위, 기본 마찰 한도 F≤μFz를 사용합니다.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9C871B3D-A4F8-47F0-B31A-A1AEC81F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90 / 204</a:t>
            </a:r>
          </a:p>
        </p:txBody>
      </p:sp>
    </p:spTree>
    <p:extLst>
      <p:ext uri="{BB962C8B-B14F-4D97-AF65-F5344CB8AC3E}">
        <p14:creationId xmlns:p14="http://schemas.microsoft.com/office/powerpoint/2010/main" val="1372799599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C396537-F899-4768-8F61-5BD41F0E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손상도 벽 접촉도 없는데 연석에서 멈춘 사례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4FC67FC0-719E-4DE9-B1DE-D2BD89A3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실제 재현 자세는 동쪽 −13.7926m, 북쪽 24.1864m, heading 약 129.512도였습니다. 정지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하중은 바퀴 순서대로 약 7285.3N, 790.4N, 0.001N, 4552.1N이었습니다. 한쪽 후륜이 거의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하중을 잃었습니다.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AAFAE39-B9BE-4770-BF64-DDAA2991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지도 범위와 벽 접촉 문제가 없고 입력도 유효했지만 기존 계산에서는 4초 전진 이동이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0m였습니다. 다른 후륜은 하중이 충분했으므로 단순히 모든 바퀴가 공중에 떠 있다는 설명과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맞지 않았습니다.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138434B-C914-418A-A1D9-A4631549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사례는 접근 각도를 다양하게 바꾼 시험만으로 놓쳤습니다. 연석 위에 멈춘 뒤 다시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출발하는 정확한 자세가 필요했습니다. 먼저 토크가 어디서 제한되는지 이해한 뒤 수치와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코드로 원인을 연결하겠습니다.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6A9D9E7-20A4-42CC-B3EA-443178A5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91 / 204</a:t>
            </a:r>
          </a:p>
        </p:txBody>
      </p:sp>
    </p:spTree>
    <p:extLst>
      <p:ext uri="{BB962C8B-B14F-4D97-AF65-F5344CB8AC3E}">
        <p14:creationId xmlns:p14="http://schemas.microsoft.com/office/powerpoint/2010/main" val="1968435011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F5AB80B-01F7-4549-9A5A-BB929A9F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엔진 요구와 실제 접지 힘의 중간 단계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645A2EA-F0AE-4405-9566-558F96F5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엔진 구동을 단순화하면 종방향 요구 힘을 만들고 바퀴 반지름 r을 곱해 토크를 얻습니다. 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F의 단위는 N, 토크 Fr의 단위는 N·m입니다. 현재 엔진은 실차의 모든 회전 부품을 해석하는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대신 힘·출력·상승률 제한을 사용합니다.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73A566A-CD7B-414C-A1B4-CEC6E324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 v에서 출력 P는 대략 Fv입니다. 일정 출력에서 가능한 힘은 P/v이므로 속도가 높아질수록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줄어듭니다. 0으로 나누지 않도록 코드에서는 속도 분모에 하한을 두고 설정한 최대 구동력과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더 작은 값을 사용합니다.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86187D2-9DA1-4339-92BE-1ECF9A34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기어는 전진·후진 요구의 부호를 정합니다. 브레이크 입력이 있거나 해당 방향 속도 제한에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도달하면 새 구동 요구를 억제합니다. 요구가 있어도 마지막에는 타이어의 하중과 마찰이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허용하는 힘까지만 지면에 전달됩니다.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C7AC602-0665-4134-ACEB-4882A095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92 / 204</a:t>
            </a:r>
          </a:p>
        </p:txBody>
      </p:sp>
    </p:spTree>
    <p:extLst>
      <p:ext uri="{BB962C8B-B14F-4D97-AF65-F5344CB8AC3E}">
        <p14:creationId xmlns:p14="http://schemas.microsoft.com/office/powerpoint/2010/main" val="1947465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A85B114-5F45-4C13-9B24-EFD3E0B7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기어와 브레이크의 구동 요구 분기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A5104BF4-4204-4C1E-8CE8-7FB2C328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cpp/host/src/physics/vehicle_physics.cpp:787-792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ECCCA61-E8B8-4922-91F1-0C92CFB9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29D0F3E6-B696-4E34-A56D-C633FA28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789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792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A2100D75-E7AE-472A-B928-693D7E04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bool drive_force_suppressed = forward_limiter_active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|| reverse_limiter_active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|| in.brake &gt; 0.f;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desired_drive_force = drive_force_suppressed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? 0.f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: gear_sign * in.throttle * available_drive_force;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8720C3EB-E02C-490F-80D3-4CE9A896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속도 제한 또는 서비스 브레이크가 구동 요구를 억제합니다. 그렇지 않으면 기어 부호·스로틀·가능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구동력을 곱합니다.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080AC91-9F87-4DAF-9D96-85382DBC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93 / 204</a:t>
            </a:r>
          </a:p>
        </p:txBody>
      </p:sp>
    </p:spTree>
    <p:extLst>
      <p:ext uri="{BB962C8B-B14F-4D97-AF65-F5344CB8AC3E}">
        <p14:creationId xmlns:p14="http://schemas.microsoft.com/office/powerpoint/2010/main" val="660143523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9BB5E13-63DD-451F-922E-37BC8026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open differential에서 약한 쪽이 양쪽을 제한합니다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25430A1-A8FA-400B-84AB-2A29CE31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차동장치는 좌우 바퀴가 다른 회전 속도를 가질 수 있게 하는 장치입니다. 개방형 차동장치의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축약 토크 배분은 양쪽 반축에 같은 토크를 전달하므로 하중이 작은 바퀴의 접지 한도가 양쪽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공통 토크를 제한할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AE68544-1EEC-411A-9B2C-F7A65569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타이어 힘 한도는 마찰계수 μ와 수직 하중 Fz의 곱입니다. 반지름 r을 곱하면 접지 토크 한도가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됩니다. 한쪽 Fz가 0에 가까우면 그쪽 한도도 거의 0이어서 반대쪽에 하중이 있어도 구동을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전달하기 어려워집니다.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EE07804-02B2-490B-B624-7D58E05A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수정은 약한 바퀴에 제한된 제동 반력을 주어 공통 반축 토크를 허용합니다. 강한 쪽 접지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한도와 약한 쪽 제동 용량을 모두 지킵니다. 벽 충돌을 끄거나 차량을 순간이동시키는 방식이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7FE23F9-D160-470B-B497-C1D66E37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94 / 204</a:t>
            </a:r>
          </a:p>
        </p:txBody>
      </p:sp>
    </p:spTree>
    <p:extLst>
      <p:ext uri="{BB962C8B-B14F-4D97-AF65-F5344CB8AC3E}">
        <p14:creationId xmlns:p14="http://schemas.microsoft.com/office/powerpoint/2010/main" val="79151175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042184B4-923D-4C8B-A8FE-F5D6953A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바퀴가 뜨면 구동 토크는 어떻게 달라질까요?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2eb65673343cc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317B8B79-20D6-47B4-8CDC-E2859DF2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69C2B401-0ABD-4B0B-83CB-79EBEBAE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무하중 바퀴가 개방형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차동의 양쪽 토크를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제한합니다.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FEA45551-09AF-4BBF-A4E2-14E93F4B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주황색 제동 반력은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접지·제동 한도 안에서 전달을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돕습니다.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07A598C0-EBE3-4B91-A116-A7B00889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D·R은 요구 방향을 바꾸며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공중에 접지력을 만들지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C07E543F-5D22-40A6-BCC9-6BE0EA28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8026971-F61A-4C9D-854D-E018A4FD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95 / 204</a:t>
            </a:r>
          </a:p>
        </p:txBody>
      </p:sp>
    </p:spTree>
    <p:extLst>
      <p:ext uri="{BB962C8B-B14F-4D97-AF65-F5344CB8AC3E}">
        <p14:creationId xmlns:p14="http://schemas.microsoft.com/office/powerpoint/2010/main" val="79796046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32384D19-43F5-4F1A-AE8F-46861DE2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제동 용량 안에서 공통 토크를 허용하는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8CE65B21-8849-4DC3-BEA4-F175CB6B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cpp/host/src/physics/vehicle_physics.cpp:1094-1103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5ADC85C3-46B3-47B8-90DE-AF68B588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BA0AB82F-0C00-457A-B4C5-4DDBE48A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1103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880A604C-A7F8-432C-A75A-4605B13F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traction_brake_capacity = parameters_.max_service_brake_n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* brake_axle_fraction * 0.5f * parameters_.tire_radius_m * brake_assist_scale;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float torque_capacity_per_wheel = std::min(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std::max(left_torque_capacity, right_torque_capacity),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std::min(left_torque_capacity, right_torque_capacity)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+ traction_brake_capacity);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axle_drive_torque_per_wheel[axle] = std::clamp(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requested_torque_per_wheel,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-torque_capacity_per_wheel,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torque_capacity_per_wheel);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03E22B2A-D123-488F-A77A-D1B005A1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공통 상한은 강한 쪽 접지 용량과 약한 쪽 접지 용량+제동 용량 중 작은 값입니다. 요청 토크를 이 상한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안으로 제한합니다.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B62BAEC-9377-4E71-B000-3B4CDA4E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96 / 204</a:t>
            </a:r>
          </a:p>
        </p:txBody>
      </p:sp>
    </p:spTree>
    <p:extLst>
      <p:ext uri="{BB962C8B-B14F-4D97-AF65-F5344CB8AC3E}">
        <p14:creationId xmlns:p14="http://schemas.microsoft.com/office/powerpoint/2010/main" val="879119207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18090BB-026A-441B-A216-E6A35C4E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제동식 구동 보조가 무제한 구동이 아닌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C6E7DF2-23AE-48BB-A8CC-CF0C5246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traction_brake_capacity는 전체 서비스 제동력에 해당 축 비율과 바퀴당 절반, 반지름, 저속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보조 비율을 곱한 토크입니다. 양쪽 접지 용량의 최댓값보다 큰 토크를 허용하지 않으므로 강한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바퀴의 한도를 넘지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BB6F8BA-D622-4892-9BC6-2476D0F4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약한 쪽에 필요한 제동 토크는 바로 뒤 반복에서 계산해 실제 바퀴 토크에 반영합니다. 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바퀴가 모두 무하중이면 강한 쪽 용량도 0이므로 이 보조만으로 공중에서 차를 전진시키지는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46340A9-BAFC-4905-9447-11EC9272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보조는 저속에서 적용되고 속도가 높아지면 사라집니다. 핸드브레이크와 회전 방향이 맞지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않는 조건도 구별합니다. 서비스 브레이크 입력에서는 drive_force_suppressed 분기가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구동·보조 배분을 건너뛰어 같은 제동 용량을 중복 사용하지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F0EA494-B822-4B62-B1C4-1CD878F1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97 / 204</a:t>
            </a:r>
          </a:p>
        </p:txBody>
      </p:sp>
    </p:spTree>
    <p:extLst>
      <p:ext uri="{BB962C8B-B14F-4D97-AF65-F5344CB8AC3E}">
        <p14:creationId xmlns:p14="http://schemas.microsoft.com/office/powerpoint/2010/main" val="720122932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C76150F-0125-48C8-AC2F-1BBE6656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연석 출발을 위한 교육용 토크 계산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계산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반축 요구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6000×0.32÷2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960N·m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약한 쪽 제동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18000×0.35÷2×0.32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1008N·m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강한 쪽 접지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4552.1×1.05×0.32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1529.5N·m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상한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min(1529.5,0+1008)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1008N·m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051EC305-3363-4079-8FDD-987EFE7F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정지 상태에서 구동 요구가 충분히 올라왔고 μ=1.05, r=0.32m라고 가정합니다. 실제 재현 하중 중 강한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후륜 4552.1N을 사용하되 횡력과 휠 관성의 과도응답은 생략합니다.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56E6A34C-FAD1-4FE9-A04B-425F36E7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약한 후륜 하중을 0으로 근사하면 상한은 1008N·m이고 960N·m 요구는 그 안에 있습니다. 이 값은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첫 틱에서 즉시 전달된 측정 토크를 뜻하지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A906328-A7AE-40C0-A13E-FED4A273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98 / 204</a:t>
            </a:r>
          </a:p>
        </p:txBody>
      </p:sp>
    </p:spTree>
    <p:extLst>
      <p:ext uri="{BB962C8B-B14F-4D97-AF65-F5344CB8AC3E}">
        <p14:creationId xmlns:p14="http://schemas.microsoft.com/office/powerpoint/2010/main" val="957070926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5D65ABE-70DE-4EE7-B9AA-DC6CF3FC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전진 불능과 후진 조건을 설명하기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FE5FDBA-2595-45B0-A93F-EBE7CEDF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양쪽 후륜이 모두 무하중이라면 위 보조식의 공통 상한은 얼마인가요? 한쪽만 4552.1N일 때와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비교해 보세요. 제동 반력을 넣는다고 지면이 없는 곳에서 추진력을 만들어도 되는지도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B5680BE-764A-4DD7-BD8C-E1A3FF0A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스로틀 1과 서비스 브레이크 양수 값을 동시에 입력하면 새 desired_drive_force는 어떻게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되나요? 후진 기어에서 제한에 걸리지 않고 브레이크가 없다면 힘의 부호는 어느 쪽인가요?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 회전 부호와 혼동하지 않도록 쓰세요.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445EB1F-B1E7-4676-839F-049AFBFD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수정 전후를 비교할 때 이동 거리만 보면 충분할까요? 같은 시작 자세와 하중 조건을 고정하고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관통, 수직 이동량, 최대 속도를 함께 확인해야 하는 이유를 한 문단으로 적어 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B1B9888-C58A-4288-BFDD-47256FCE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99 / 204</a:t>
            </a:r>
          </a:p>
        </p:txBody>
      </p:sp>
    </p:spTree>
    <p:extLst>
      <p:ext uri="{BB962C8B-B14F-4D97-AF65-F5344CB8AC3E}">
        <p14:creationId xmlns:p14="http://schemas.microsoft.com/office/powerpoint/2010/main" val="2128948185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835377D-DA76-4292-A156-F68521C4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구동력을 살리면서 접지·제동 상한을 지킵니다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3AF60A0-A2D8-4468-BC0A-43BB572C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양쪽 무하중에서는 max(left,right)가 0이므로 공통 상한도 0입니다. 한쪽만 지지할 때는 그쪽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한도 안에서 제한된 제동 반력을 사용할 수 있습니다. 접점이 없는 추진력을 만들어 내는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해법은 물리 경계를 깨뜨립니다.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707CDCD-369E-4520-B893-EEBCC7DC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서비스 브레이크가 양수이면 새 구동 요구는 0입니다. 후진 기어에서는 gear_sign이 음수가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되어 역방향 힘을 요구합니다. 현재 모델은 출력과 힘 상승률도 있으므로 입력 순간 모든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요구가 즉시 최대로 전달되는 것은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B466D74-1EEF-48D6-9200-DB12D042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정확한 연석 자세 회귀에서 수정 후 4초 전진 약 16.23m, 후진 약 9.52m를 확인했습니다. 이는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해당 시험의 관측값이며 모든 연석 성능을 보장하지 않습니다. 관통 없이 접촉을 유지했는지도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함께 검증해야 수정 의미가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8A027EA-803D-4480-B66F-67CD107B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100 / 204</a:t>
            </a:r>
          </a:p>
        </p:txBody>
      </p:sp>
    </p:spTree>
    <p:extLst>
      <p:ext uri="{BB962C8B-B14F-4D97-AF65-F5344CB8AC3E}">
        <p14:creationId xmlns:p14="http://schemas.microsoft.com/office/powerpoint/2010/main" val="2017004158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1ABECE6-2C73-48C8-91EF-C889104D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A485C76-616B-4442-9085-816DCCDB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실측 연석 하중과 제동식 구동 보조의 상한을 계산합니다.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AA8101A-B489-4E22-96E8-DDD9DC26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엔진 요구를 힘·바퀴 토크·접지 한도로 나누어야 멈춤 원인을 찾을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88B45E0-4C87-44D5-954A-15ECEB5C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종방향 구동을 이해했으므로 같은 타이어가 횡방향 회전에 힘을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쓰는 상황으로 확장합니다.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B361B8B-B047-4BB7-8A2C-F3190519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L07     101 / 204</a:t>
            </a:r>
          </a:p>
        </p:txBody>
      </p:sp>
    </p:spTree>
    <p:extLst>
      <p:ext uri="{BB962C8B-B14F-4D97-AF65-F5344CB8AC3E}">
        <p14:creationId xmlns:p14="http://schemas.microsoft.com/office/powerpoint/2010/main" val="1383113384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B5411A3-E1AB-49A6-9A4D-2C94DB8F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조향각·타이어 힘·차체 회전을 연결하기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72DFA6A-5816-4F4C-9749-62A99B02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같은 핸들을 꺾어도 속도에 따라 돌아가는 길이 달라져 조향이 줄어든 것처럼 보일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641BAE0-0823-4773-9270-732885F7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바퀴가 향한 각도와 접지 힘으로 생긴 차체 회전을 나누어야 주행 원인을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47A2C0A-B978-4EA3-B408-594D8D5F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Ackermann·횡슬립·마찰 원·yaw·하중 이동을 수치로 연결합니다.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DCAB6DAE-E400-4D95-B2BE-46740ABC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L06의 하중과 L07의 구동 힘을 사용합니다.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22F5786-C48E-41B9-B58C-74553BFC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102 / 204</a:t>
            </a:r>
          </a:p>
        </p:txBody>
      </p:sp>
    </p:spTree>
    <p:extLst>
      <p:ext uri="{BB962C8B-B14F-4D97-AF65-F5344CB8AC3E}">
        <p14:creationId xmlns:p14="http://schemas.microsoft.com/office/powerpoint/2010/main" val="440527967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4D8F594-A38A-4A9C-B325-5393FBC9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바퀴를 꺾은 각도와 차체가 도는 속도는 다릅니다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4F477B6-846B-4426-A954-E2F83D7D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steering은 −1~1 범위의 조향 요구이고 steering_angle은 실제 바퀴 방향을 나타내는 rad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값입니다. heading은 지도 기준 방향이며 degree를 사용합니다. yaw_rate는 차체 회전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속도이고 rad/s입니다. 네 값은 같은 숫자가 아닙니다.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426DA0E-CCE3-4961-B4BE-FF555778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차량은 바퀴 방향으로 즉시 회전하는 것이 아니라 타이어가 만드는 힘과 모멘트에 의해 방향이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변합니다. 속도가 빠르면 같은 경로를 유지하는 데 더 큰 횡력이 필요합니다. 접지 한계를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넘으면 조향각이 같아도 경로가 벌어질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8A8BEEC-0CA4-4E3F-BB9B-AE142356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공개 차체 좌표는 X 전방, Y 왼쪽, Z 위쪽입니다. 내부 계산에 오른쪽 양수 축이 있는 곳은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어댑터로 바꿉니다. 부호 변환을 놓치면 왼쪽 조향에 차체가 반대로 기울어지는 문제를 만들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B41B88B-BF12-4F12-8242-6ECF4F18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103 / 204</a:t>
            </a:r>
          </a:p>
        </p:txBody>
      </p:sp>
    </p:spTree>
    <p:extLst>
      <p:ext uri="{BB962C8B-B14F-4D97-AF65-F5344CB8AC3E}">
        <p14:creationId xmlns:p14="http://schemas.microsoft.com/office/powerpoint/2010/main" val="1966363513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053C4E2-2B73-49B4-A41D-48369180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Ackermann은 좌우 앞바퀴의 서로 다른 반경을 맞춥니다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FCF85CE2-4D6D-4522-99E4-BE6EB0B9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곡선에서 안쪽 앞바퀴는 바깥쪽보다 작은 원을 따라갑니다. 두 바퀴의 회전축 연장선이 같은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순간 회전 중심에서 만나려면 안쪽 바퀴를 조금 더 꺾어야 합니다. 이것이 Ackermann 조향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기하를 사용하는 이유입니다.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F04F6CB-C38C-4473-B155-7F9CAEBF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교육용 중앙 조향각 δ와 휠베이스 L로 R≈L/tanδ를 구합니다. L은 앞뒤 축 거리이며 단위는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m입니다. δ는 삼각함수에 넣을 각도입니다. 실제 좌우 바퀴 반경에는 차폭 방향 위치가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더해지거나 빠집니다.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18144BE-0CA2-4D12-9AD0-2F1C2C5F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식은 미끄럼이 작은 저속 기하입니다. R을 직접 차체 위치에 강제로 적용하면 고속 타이어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슬립을 무시하게 됩니다. 서버는 이 기하로 바퀴 방향을 정하고, 실제 차체 경로는 다음 타이어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힘 계산으로 얻습니다.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4407D1E-AAA8-4508-A9EE-605FDDC7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104 / 204</a:t>
            </a:r>
          </a:p>
        </p:txBody>
      </p:sp>
    </p:spTree>
    <p:extLst>
      <p:ext uri="{BB962C8B-B14F-4D97-AF65-F5344CB8AC3E}">
        <p14:creationId xmlns:p14="http://schemas.microsoft.com/office/powerpoint/2010/main" val="563004829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5223001-60A3-4DE3-8192-9603722E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좌우 앞바퀴 각도를 만드는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EFDF6979-EB60-4204-A1E4-3F572CAE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cpp/host/src/physics/vehicle_physics.cpp:877-886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8C8318EE-2FD2-4BBA-A2DE-DDDF839A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C0161D22-8C4B-43B4-8937-645A13AA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877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878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879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880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881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882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883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884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885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886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22966795-3453-4B85-BFB9-EFE0CC38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std::array&lt;float, 4&gt; solver_wheel_steering_angles{};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(std::abs(solver_steering_angle) &gt; 1e-6f)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float steering_sign = std::copysign(1.f, solver_steering_angle);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float centre_radius = parameters_.wheelbase_m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/ std::abs(std::tan(solver_steering_angle));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for (std::size_t index = 0; index &lt; 2; ++index)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const float wheel_radius = std::max(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0.05f, centre_radius - steering_sign * wheel_y[index]);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solver_wheel_steering_angles[index] = steering_sign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* std::atan(parameters_.wheelbase_m / wheel_radius);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10EAF360-FB1C-4542-8CD8-930FA29A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중앙 반경에서 각 바퀴의 좌우 위치를 반영한 반경을 구합니다. 각 반경으로 atan을 계산하므로 안쪽과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바깥쪽 바퀴의 조향각이 달라집니다.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9412D26-CF7D-4270-909B-688F7C3C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105 / 204</a:t>
            </a:r>
          </a:p>
        </p:txBody>
      </p:sp>
    </p:spTree>
    <p:extLst>
      <p:ext uri="{BB962C8B-B14F-4D97-AF65-F5344CB8AC3E}">
        <p14:creationId xmlns:p14="http://schemas.microsoft.com/office/powerpoint/2010/main" val="1252301883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AA72E38-BF48-458B-A5FB-D391357F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10도에서 고속 회전에 필요한 힘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F2C7612-00D4-47F1-8A56-562F93D8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L=2.7m, δ=10도라는 교육용 가정이면 R≈15.31m입니다. 50km/h는 약 13.8889m/s이므로 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반경을 유지할 때 필요한 횡가속도는 a=v²/R≈12.60m/s²입니다. 속도가 제곱으로 들어가는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이유는 원운동 요구입니다.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BBD8BE4-1DB2-4274-A921-ED3DC4C7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평지에서 μ=1인 단순 한도는 약 g=9.81m/s²입니다. 요구 12.60이 이를 넘으므로 무슬립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기하만으로 같은 원을 유지한다고 기대할 수 없습니다. 이것은 타이어 조향각을 속도 때문에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줄여야 한다는 주장은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26DA1D5-4C41-4B32-89BF-C8B90EB2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코드를 조사할 때 조향각이 실제로 줄었는지와 타이어가 미끄러져 경로가 커졌는지를 따로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기록하세요. 현재 회귀는 여러 진입 속도와 기어에서 같은 조향 입력 이력이 같은 랙 각도를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만드는지도 별도로 검사합니다.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D0F0992-F37F-4424-9A19-2C739286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106 / 204</a:t>
            </a:r>
          </a:p>
        </p:txBody>
      </p:sp>
    </p:spTree>
    <p:extLst>
      <p:ext uri="{BB962C8B-B14F-4D97-AF65-F5344CB8AC3E}">
        <p14:creationId xmlns:p14="http://schemas.microsoft.com/office/powerpoint/2010/main" val="640850841"/>
      </p:ext>
    </p:extLst>
  </p:cSld>
</p:sld>
</file>

<file path=ppt/slides/slide10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766BD89-E446-4989-8B00-D42A4511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타이어가 나누어 사용하는 종·횡방향 힘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2559c4b2c4be4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BC328A29-2DBB-464C-97C8-45865812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DF598C9F-CC77-4FFD-AE6B-04918109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타이어 접촉부가 종방향 힘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Fx와 횡방향 힘 Fy를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전달합니다.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DD988281-F187-479C-86F8-491D4A02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오른쪽 원은 두 힘이 함께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사용하는 접지 한도를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설명하는 개념도입니다.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8908FBCC-774C-4A4D-9C77-8E3F2ABD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가속에 힘을 많이 쓰면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회전에 쓸 여유가 줄어듭니다.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조향각 자체와 구분합니다.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4C83EEFD-FAC0-46D5-ACAF-795C25C8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5337DDC5-36F0-4E31-9512-9440DD44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107 / 204</a:t>
            </a:r>
          </a:p>
        </p:txBody>
      </p:sp>
    </p:spTree>
    <p:extLst>
      <p:ext uri="{BB962C8B-B14F-4D97-AF65-F5344CB8AC3E}">
        <p14:creationId xmlns:p14="http://schemas.microsoft.com/office/powerpoint/2010/main" val="755641474"/>
      </p:ext>
    </p:extLst>
  </p:cSld>
</p:sld>
</file>

<file path=ppt/slides/slide10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142CC58-640C-43DD-88BE-23AB6757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한 타이어가 나누어 사용하는 종·횡방향 힘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2433371-A6CE-4A36-A7E2-082FED4F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그림은 마찰 한도와 힘 분배를 설명하는 개념도입니다. 종방향 Fx는 가속·제동, 횡방향 Fy는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선회에 사용합니다. 두 방향의 최대값을 동시에 독립적으로 사용할 수는 없습니다.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EC52B69-EAE9-40F3-8B9C-6B7B1F79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교육용 마찰 원에서는 Fx²+Fy²≤(μFz)²입니다. 원의 크기는 하중 Fz와 계수 μ에 따라 달라집니다.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서버는 저속 안정화와 핸드브레이크 같은 분기도 포함하므로 그림 하나가 전체 모델은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0D1A1A8-8A40-4E0E-BD91-07F9460E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108 / 204</a:t>
            </a:r>
          </a:p>
        </p:txBody>
      </p:sp>
    </p:spTree>
    <p:extLst>
      <p:ext uri="{BB962C8B-B14F-4D97-AF65-F5344CB8AC3E}">
        <p14:creationId xmlns:p14="http://schemas.microsoft.com/office/powerpoint/2010/main" val="732167744"/>
      </p:ext>
    </p:extLst>
  </p:cSld>
</p:sld>
</file>

<file path=ppt/slides/slide10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8F029411-75CB-439D-BA7F-A38B594E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횡력을 사용한 뒤 종방향 여력을 계산합니다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8B157653-911C-48C5-8565-D78E10A5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cpp/host/src/physics/vehicle_physics.cpp:1029-1035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FA0ABAF2-0447-42D9-9D01-47953F05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32379BC3-1FAB-4FF3-A342-5A05CF59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1029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1030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1033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1035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D61E0AE3-B48A-4122-97D3-97D09141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longitudinal_force_reserve[index] = rear_handbrake_tire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? friction_limit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: std::sqrt(std::max(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0.f,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friction_limit * friction_limit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- tire_force_y_by_wheel[index]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  * tire_force_y_by_wheel[index]));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63BA7AF6-CA0F-472C-B27A-CE30209F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일반 주행은 전체 마찰 한도의 제곱에서 이미 사용하는 횡력의 제곱을 빼고 제곱근을 구합니다. 뒤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핸드브레이크 타이어는 별도 경로를 사용합니다.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9F77441-87BC-4E3C-905D-37134AE7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109 / 204</a:t>
            </a:r>
          </a:p>
        </p:txBody>
      </p:sp>
    </p:spTree>
    <p:extLst>
      <p:ext uri="{BB962C8B-B14F-4D97-AF65-F5344CB8AC3E}">
        <p14:creationId xmlns:p14="http://schemas.microsoft.com/office/powerpoint/2010/main" val="2032998654"/>
      </p:ext>
    </p:extLst>
  </p:cSld>
</p:sld>
</file>

<file path=ppt/slides/slide1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0F23456-8845-4551-92B9-7C227886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타이어 힘과 하중 이동의 교육용 숫자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교육용 식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해석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마찰 총 한도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μFz=3677.49N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종·횡력의 공통 한도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남는 횡력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√(3677.49²−2000²)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3086.1N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앞뒤 하중 이동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1500×3×0.55÷2.7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 916.67N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좌우 앞각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안쪽 반경&lt;바깥 반경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안쪽 조향각이 더 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F470DE42-E5B1-463F-B148-6172524E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첫 두 줄은 Fz=3677.49N, μ=1이라는 균등 하중 가정입니다. Fx=2000N을 쓸 때 남는 Fy는 약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3086.1N입니다. 앞뒤 55% 정하중 예와는 별도 계산입니다.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D6D4B161-89B0-43C1-A875-57992DD7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하중 이동 ΔF≈mah/L에서 m은 질량, a는 종가속도, h는 무게중심 높이, L은 휠베이스입니다.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1500kg·3m/s²·0.55m·2.7m이면 약 916.67N이 앞뒤 축 사이에서 이동합니다.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41E8EE5-955D-4FA5-8C64-12C4C618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110 / 204</a:t>
            </a:r>
          </a:p>
        </p:txBody>
      </p:sp>
    </p:spTree>
    <p:extLst>
      <p:ext uri="{BB962C8B-B14F-4D97-AF65-F5344CB8AC3E}">
        <p14:creationId xmlns:p14="http://schemas.microsoft.com/office/powerpoint/2010/main" val="445747344"/>
      </p:ext>
    </p:extLst>
  </p:cSld>
</p:sld>
</file>

<file path=ppt/slides/slide1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7B82A45-5E21-4CD6-AE11-5040F3E3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횡슬립에서 힘, 힘에서 yaw로 이어집니다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D388A4A-E591-4899-A9B7-6161F0A8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횡슬립 각도는 바퀴가 향한 방향과 접점이 실제 움직이는 방향의 차이입니다. 코드는 횡속도와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종속도의 관계로 atan2를 구하며, 저속에서 값이 불안정해지지 않도록 종속도 기준 하한을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사용합니다.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16DF64A-8AD8-4D8E-A7B3-83BD2BAB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타이어 횡력은 차체 중심에서 떨어진 바퀴 위치에 작용하므로 회전 모멘트를 만듭니다. 합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모멘트를 yaw 관성으로 나누면 각가속도이고 dt를 곱하면 이번 틱의 yaw_rate 변화입니다.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heading을 입력만으로 직접 돌리는 것과 다릅니다.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2E2C4C6-E99F-4DC3-9C7B-3DF25488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가감속과 회전 중에는 지지력의 작용점이 pitch·roll 모멘트를 만들어 하중 분포도 바뀝니다.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방금 쓴 mah/L은 이해를 위한 정적 근사이며 서버의 네 서스펜션 계산 전체가 아닙니다. 이미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힘으로 계산한 효과를 다시 더하면 하중 이동이 중복될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AE19040-D3DD-4C50-8AEF-432C1DE5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111 / 204</a:t>
            </a:r>
          </a:p>
        </p:txBody>
      </p:sp>
    </p:spTree>
    <p:extLst>
      <p:ext uri="{BB962C8B-B14F-4D97-AF65-F5344CB8AC3E}">
        <p14:creationId xmlns:p14="http://schemas.microsoft.com/office/powerpoint/2010/main" val="1119875137"/>
      </p:ext>
    </p:extLst>
  </p:cSld>
</p:sld>
</file>

<file path=ppt/slides/slide1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E0125AB-9C22-4001-8C8E-5FA5D315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고속 선회와 힘 한도를 분리하기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C1E363C-662D-4D13-87C8-E21D9CD1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조향각은 같고 속도를 두 배로 올린 상태에서 같은 반경을 유지하려면 필요한 횡가속도는 몇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배가 되나요? 필요한 힘이 마찰 한도를 넘을 때 조향각과 실제 경로 중 무엇이 반드시 같아야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하는지 구별하세요.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53F7FAB-5CBD-4996-A033-D7E37772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μ=1, Fz=3677.49N에서 Fx=2000N과 Fy=3500N을 동시에 요구하면 마찰 원 안인가요? 각 힘을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따로 3677.49N보다 작다고 비교하는 방법이 왜 잘못인지 제곱합으로 설명하세요.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3E17A17-CB33-4C90-999F-C4E97AEB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공개 steering 양수가 왼쪽인데 내부 횡축이 오른쪽 양수인 계산 결과를 그대로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보낸다고 가정합니다. 회전·기울기·디버그 로그에서 어떤 혼동이 생기는지 적고 좌표 변환의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책임을 설명해 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949393C-1EA2-480B-A199-2A1F0546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112 / 204</a:t>
            </a:r>
          </a:p>
        </p:txBody>
      </p:sp>
    </p:spTree>
    <p:extLst>
      <p:ext uri="{BB962C8B-B14F-4D97-AF65-F5344CB8AC3E}">
        <p14:creationId xmlns:p14="http://schemas.microsoft.com/office/powerpoint/2010/main" val="1100190002"/>
      </p:ext>
    </p:extLst>
  </p:cSld>
</p:sld>
</file>

<file path=ppt/slides/slide1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DF5A9A1-74A3-409E-AFCC-73C63131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조향 기하와 접지 한계를 함께 읽습니다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8343BFF-6BCB-4662-AD73-AF022F0A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같은 R에서 v가 두 배면 v²/R은 네 배입니다. 조향 입력과 랙 각도는 속도 때문에 임의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축소하지 않아도 되지만, 타이어 힘이 부족하면 무슬립 경로를 유지할 수 없습니다. 실제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경로가 달라진 이유를 수치로 확인해야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66AF3F5-512B-4ABA-B355-A0CBF703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√(2000²+3500²)≈4031.13N으로 3677.49N을 넘습니다. 각각의 힘이 한도보다 작아도 두 힘의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합성 크기가 더 큽니다. 같은 타이어의 마찰 여력을 공유한다는 점이 중요합니다.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B6A384B-96AF-4EA6-9833-3C906CBC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내부 축 부호를 그대로 내보내면 왼쪽 조향과 횡력·yaw·roll 표시가 서로 반대로 읽힐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 경계 어댑터로 공개 좌표에 맞춰야 합니다. 다음 수업에서는 같은 공식에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질량·길이·관성을 다르게 넣을 때 차종이 어떻게 달라지는지 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20FFC9B-DCCA-4383-A678-0ABBDC4E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113 / 204</a:t>
            </a:r>
          </a:p>
        </p:txBody>
      </p:sp>
    </p:spTree>
    <p:extLst>
      <p:ext uri="{BB962C8B-B14F-4D97-AF65-F5344CB8AC3E}">
        <p14:creationId xmlns:p14="http://schemas.microsoft.com/office/powerpoint/2010/main" val="121142024"/>
      </p:ext>
    </p:extLst>
  </p:cSld>
</p:sld>
</file>

<file path=ppt/slides/slide1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77F8BD7-11C7-45FA-9283-E1C39E86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4FD2354-2BEB-4F6A-911A-6ED9BD4E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Ackermann·횡슬립·마찰 원·yaw·하중 이동을 수치로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연결합니다.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8815668-503A-47A1-9388-34E87171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바퀴가 향한 각도와 접지 힘으로 생긴 차체 회전을 나누어야 주행 원인을 설명할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E388880-8470-4FBE-A2EC-6AB6B056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같은 원리를 여러 질량과 치수에 적용하면 차종별 물리 차이를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이해할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BBEA7C0-EAE8-49C7-B5F5-00FC6BA8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L08     114 / 204</a:t>
            </a:r>
          </a:p>
        </p:txBody>
      </p:sp>
    </p:spTree>
    <p:extLst>
      <p:ext uri="{BB962C8B-B14F-4D97-AF65-F5344CB8AC3E}">
        <p14:creationId xmlns:p14="http://schemas.microsoft.com/office/powerpoint/2010/main" val="575978441"/>
      </p:ext>
    </p:extLst>
  </p:cSld>
</p:sld>
</file>

<file path=ppt/slides/slide1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68072FE-B3A4-4A39-8060-653F7D2A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외형과 물리 프로필이 함께 바뀌는 차종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38FB026-A83D-49E1-A30F-4E782DAC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트럭과 오토바이가 세단과 같은 가속·회전·충돌 반응을 보이면 모델이 달라도 같은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차처럼 느껴집니다.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E7EAD00-414E-4248-8FF7-14AAA959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질량·치수·출력·관성과 접촉 구조를 명시해야 차종별 차이를 계산과 연결할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5551C8C-7BCF-4866-B23A-9E52137D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차종 프로필이 바꾸는 값과 오토바이 축약 모델의 한계를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7B29211C-88E8-48B6-B600-5ACD25AA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L07의 힘·토크와 L08의 조향·회전을 이해해야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D20F92D2-F308-4A9A-B6FE-7916D131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115 / 204</a:t>
            </a:r>
          </a:p>
        </p:txBody>
      </p:sp>
    </p:spTree>
    <p:extLst>
      <p:ext uri="{BB962C8B-B14F-4D97-AF65-F5344CB8AC3E}">
        <p14:creationId xmlns:p14="http://schemas.microsoft.com/office/powerpoint/2010/main" val="1878856596"/>
      </p:ext>
    </p:extLst>
  </p:cSld>
</p:sld>
</file>

<file path=ppt/slides/slide1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12E5FC4-ABAE-44FE-85D5-F3D46671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차의 모양만 바꾸어서는 주행 특성이 달라지지 않습니다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B13037B-0545-44AB-9703-E01436F0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트럭 메시를 붙여도 질량과 출력, 길이, 회전 관성이 세단 값이면 계산상 같은 차량을 운전하는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셈입니다. 시각 모델과 물리 프로필은 서로 다른 자료이며 같은 차종 선택에 함께 연결되어야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60F8BC7-A762-42F5-93FB-20602583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프로필은 차량을 설명하는 숫자 묶음입니다. 현재 make_player_vehicle_parameters는 기본 세단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설정을 바탕으로 경차·트럭·오토바이 값을 구성합니다. 차종별 if문을 타이어 공식 곳곳에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무작정 넣는 것보다 차이를 추적하기 쉽습니다.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B37A01D-18CA-48BC-BB76-606B72B1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하지만 값을 다르게 넣었다고 곧바로 실제 해당 차량을 정밀 재현한 것은 아닙니다. 모델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구조와 검증 범위도 알아야 합니다. 이번 수업은 어떤 숫자가 어떤 느낌에 영향을 주는지와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별도 접촉 구조가 필요한 경우를 구분합니다.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937784E-A7B2-4DB1-B098-0A7FC34C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116 / 204</a:t>
            </a:r>
          </a:p>
        </p:txBody>
      </p:sp>
    </p:spTree>
    <p:extLst>
      <p:ext uri="{BB962C8B-B14F-4D97-AF65-F5344CB8AC3E}">
        <p14:creationId xmlns:p14="http://schemas.microsoft.com/office/powerpoint/2010/main" val="1742945107"/>
      </p:ext>
    </p:extLst>
  </p:cSld>
</p:sld>
</file>

<file path=ppt/slides/slide1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2BE1C20-6684-44AA-90B2-21E4E599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차종 선택은 외형과 물리 자료를 함께 연결합니다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5c1f94f31420a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ECA6C3EA-46CC-469C-9AA9-CCF77D7C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2C61BF8A-50FE-4126-935F-7BC8C22C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하나의 차종에서 시각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모델과 물리 프로필이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갈라집니다.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03DD0B10-7858-4493-B0E7-9CB195A2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주황색 점은 자동차 네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접점과 오토바이 중심선 두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접점입니다.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5E4FA5CE-5B24-4860-8CCD-E9D454E7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6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휠베이스는 앞뒤 축 사이,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반지름은 휠 중심부터 잽니다.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343E2D3F-6AF8-41B3-845E-EFC57FC0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6FB1BEC-3924-454B-9AB2-0146219A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117 / 204</a:t>
            </a:r>
          </a:p>
        </p:txBody>
      </p:sp>
    </p:spTree>
    <p:extLst>
      <p:ext uri="{BB962C8B-B14F-4D97-AF65-F5344CB8AC3E}">
        <p14:creationId xmlns:p14="http://schemas.microsoft.com/office/powerpoint/2010/main" val="726551110"/>
      </p:ext>
    </p:extLst>
  </p:cSld>
</p:sld>
</file>

<file path=ppt/slides/slide1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3ABB39F-FAFC-4AB7-979F-D7C76719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질량·휠베이스·관성이 필요한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69687ED-4355-4201-8C31-FC598373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질량 m이 커지면 같은 힘 F에서 가속도 a=F/m은 작아집니다. 휠베이스는 같은 조향각의 기하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반경에 영향을 줍니다. yaw 관성은 같은 회전 모멘트에서 각가속도가 얼마나 생기는지를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결정합니다.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D7994BC-AA94-40A5-9A21-E11245F9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교육용으로 6000N만 작용하고 저항이 없다고 하면 1500kg의 가속도는 4m/s²이고 6200kg이면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약 0.968m/s²입니다. 실제 트럭은 구동력도 다르므로 질량만 바꾼 이 숫자가 현재 트럭의 측정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가속도는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767776E-9143-40F2-9408-63B75678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타이어 반지름은 힘과 휠 토크를 연결하며 서스펜션 길이와 접촉 기하에도 영향을 줍니다. 메시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 크기만 바꾸고 물리 반지름을 그대로 두면 회전 속도와 지면 위치가 어긋날 수 있습니다.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외형 치수와 프로필을 함께 확인해야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1EBC0EA-A439-4A51-A827-3129C0E6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118 / 204</a:t>
            </a:r>
          </a:p>
        </p:txBody>
      </p:sp>
    </p:spTree>
    <p:extLst>
      <p:ext uri="{BB962C8B-B14F-4D97-AF65-F5344CB8AC3E}">
        <p14:creationId xmlns:p14="http://schemas.microsoft.com/office/powerpoint/2010/main" val="756530883"/>
      </p:ext>
    </p:extLst>
  </p:cSld>
</p:sld>
</file>

<file path=ppt/slides/slide1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C1B674BD-74F9-4395-A0C9-57EAC0D3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오토바이 프로필의 접촉 구조와 기본 값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6144B717-FEC7-4DA4-9752-BDA89330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cpp/host/src/player_vehicle_profile.cpp:114-121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694058C0-FABB-4187-9D88-86A0FFA5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CDE75C80-A7E2-492D-A5E2-F0278868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121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31DC7FA8-BD2B-4D25-9C19-A64DFE18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case RuntimeVehicleClass::Motorcycle: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result.single_track = true;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result.mass_kg = 240.f;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result.wheelbase_m = 1.81f;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result.max_steering_angle_rad = 0.5585054f; // 32 degrees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result.steering_rate_rad_s = 2.4f;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result.steering_return_rate_rad_s = 2.8f;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result.max_drive_force_n = 1800.f;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EA8CCE24-8AD8-4A82-AFFC-DD54013E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single_track을 켜고 질량·휠베이스·조향 한도·구동력을 정합니다. 오토바이를 단순히 작은 세단으로만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계산하지 않기 위한 분기입니다.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BF313B5-EE64-4D16-BD26-A3A8B6C3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119 / 204</a:t>
            </a:r>
          </a:p>
        </p:txBody>
      </p:sp>
    </p:spTree>
    <p:extLst>
      <p:ext uri="{BB962C8B-B14F-4D97-AF65-F5344CB8AC3E}">
        <p14:creationId xmlns:p14="http://schemas.microsoft.com/office/powerpoint/2010/main" val="2019510267"/>
      </p:ext>
    </p:extLst>
  </p:cSld>
</p:sld>
</file>

<file path=ppt/slides/slide1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9FBA93C-9159-4351-A809-198737DF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single_track과 균형 보조를 구분해서 이해합니다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DE6E6E9-ACE2-48FD-B0D5-9183F8B8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일반 자동차는 좌우 바퀴가 떨어져 네 접촉점으로 지지됩니다. 오토바이는 앞뒤 두 축 중심에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접촉이 있는 단일 궤적 구조를 사용해야 좌우 하중 분배와 기울기를 세단처럼 해석하지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E58CB87-5408-4B72-B0A4-EC9DAB03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single_track 설정은 중심선 접점과 오토바이 균형 계산으로 연결됩니다. 선회 방향에 맞는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기울기를 만들지만 실제 라이더의 조향 반력과 몸 이동, 타이어 모든 자유도를 정밀하게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재현하는 구조는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B73C372-A790-4AA7-AC22-0350A887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프로토콜에 바퀴 슬롯이 네 개 있다고 실제 바퀴가 네 개라는 뜻은 아닙니다. 전달 형식의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호환성과 물리 접촉 구조를 구별하세요. 사고 때 탑승자 표현이 분리되는 과정도 오토바이 균형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식 하나와 동일한 계산은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DD8127B-2896-4210-A0DD-A9373412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120 / 204</a:t>
            </a:r>
          </a:p>
        </p:txBody>
      </p:sp>
    </p:spTree>
    <p:extLst>
      <p:ext uri="{BB962C8B-B14F-4D97-AF65-F5344CB8AC3E}">
        <p14:creationId xmlns:p14="http://schemas.microsoft.com/office/powerpoint/2010/main" val="561005544"/>
      </p:ext>
    </p:extLst>
  </p:cSld>
</p:sld>
</file>

<file path=ppt/slides/slide1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11E26B6-9876-46F4-977F-E829899D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플레이어 차종의 대표 값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차종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질량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휠베이스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타이어 반지름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세단 기본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1500kg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2.70m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0.320m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1050kg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2.133m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0.275m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트럭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6200kg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3.85m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0.390m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오토바이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240kg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1.81m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0.336m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F7354971-724A-4661-B80C-83F93C62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표는 현재 프로필에 들어 있는 대표 치수입니다. 휠베이스는 앞뒤 축 간 거리이고 타이어 값은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반지름입니다. 차량의 전체 길이나 바퀴 지름과 혼동하지 마세요.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347F153A-D719-4236-B1AA-530C4F7C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이름의 NPC 차량은 경로 기반 축약 운동을 사용합니다. 플레이어 프로필 표가 모든 NPC의 네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 엔진 계산을 증명하는 자료는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944642F-88E7-44BC-A3C8-328F6E60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121 / 204</a:t>
            </a:r>
          </a:p>
        </p:txBody>
      </p:sp>
    </p:spTree>
    <p:extLst>
      <p:ext uri="{BB962C8B-B14F-4D97-AF65-F5344CB8AC3E}">
        <p14:creationId xmlns:p14="http://schemas.microsoft.com/office/powerpoint/2010/main" val="1299735080"/>
      </p:ext>
    </p:extLst>
  </p:cSld>
</p:sld>
</file>

<file path=ppt/slides/slide1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B8EE069C-2EBA-40CE-B8D0-1B13F7C4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오토바이의 무게중심과 관성 설정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400C9C79-4503-4400-BD9C-1A34F0AF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cpp/host/src/player_vehicle_profile.cpp:131-140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4619ED1C-29F9-478A-B8EA-494E693B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CD220053-B56C-4071-A56E-C42004E6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139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140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A13FE69E-6787-4E13-9D95-4E3325FB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result.tire_radius_m = 0.336f;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result.max_forward_speed_mps = 50.f;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result.front_track_m = 0.60f;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result.rear_track_m = 0.60f;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result.cg_height_m = 0.42f;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result.front_static_load_fraction = 0.82f / 1.81f;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result.front_drive_torque_fraction = 0.f;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result.yaw_inertia_kg_m2 = 210.f;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result.pitch_inertia_kg_m2 = 180.f;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result.roll_inertia_kg_m2 = 70.f;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74AB2860-E94A-4F2A-9A61-1E85B278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반지름·중심 높이·앞축 정하중 비율·회전 관성을 별도로 정합니다. 숫자 이름의 단위를 읽으면 어느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계산에 쓰일지 연결할 수 있습니다.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13F6FBE-0F7B-42E6-8535-3E1917FE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122 / 204</a:t>
            </a:r>
          </a:p>
        </p:txBody>
      </p:sp>
    </p:spTree>
    <p:extLst>
      <p:ext uri="{BB962C8B-B14F-4D97-AF65-F5344CB8AC3E}">
        <p14:creationId xmlns:p14="http://schemas.microsoft.com/office/powerpoint/2010/main" val="859411645"/>
      </p:ext>
    </p:extLst>
  </p:cSld>
</p:sld>
</file>

<file path=ppt/slides/slide1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2C9EABD-0CA5-4BF7-BD61-38DDC8E6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좋은 프로필 검증은 단일 최고속도보다 넓습니다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45A7919-1E91-4A1F-A90E-991E34C2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같은 차종이 출발·제동·선회·정지 경사·연석 재출발에서 일관되게 동작하는지 봐야 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최고속도만 맞추고 관성을 임의로 작게 만들면 선회나 충돌 회전이 어색할 수 있습니다. 여러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조건이 같은 숫자를 공유하기 때문입니다.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4EDAFCA-BC12-4A42-9406-A6066A78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바퀴 반지름을 확인하려면 저속 직선에서 이동 거리와 휠 회전량을 비교할 수 있습니다.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무게중심과 차체 높이는 정지 접촉과 충돌 박스를 함께 봅니다. 단위와 기준점이 맞는지 확인한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뒤 계수를 조정해야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C52C2CE-0333-4C05-B6E6-6F66C830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모델에는 사용자 조작을 위한 균형 보조와 제한이 있으므로 실차 인증 수준의 수치라고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말하면 안 됩니다. 포트폴리오에서는 어떤 값으로 차종을 구별하고 어떤 시험으로 일관성을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확인했는지 설명하는 편이 정확합니다.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432EEC8-974F-4707-97A1-E58BB8EE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123 / 204</a:t>
            </a:r>
          </a:p>
        </p:txBody>
      </p:sp>
    </p:spTree>
    <p:extLst>
      <p:ext uri="{BB962C8B-B14F-4D97-AF65-F5344CB8AC3E}">
        <p14:creationId xmlns:p14="http://schemas.microsoft.com/office/powerpoint/2010/main" val="1363737693"/>
      </p:ext>
    </p:extLst>
  </p:cSld>
</p:sld>
</file>

<file path=ppt/slides/slide1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214EDB4-2006-4AF0-BEF1-BD8A6482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차종을 바꿀 때 함께 확인할 값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7CFD2C8-3F6F-47E6-8715-905F9F2C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세단 외형을 트럭으로 바꾸면서 질량만 6200kg으로 수정했습니다. 같은 구동력에서 가속이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어떻게 달라지는지 계산하고, 휠베이스와 관성을 그대로 두었을 때 어떤 차종 차이를 놓치는지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FDB6C0D-54BA-4F78-AD1F-79FBC1DA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타이어 지름 0.672m를 프로필 반지름 필드에 그대로 넣었다고 가정합니다. 실제 반지름과 몇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배 차이가 나며 토크와 시각 바퀴 회전의 대응에 어떤 문제가 생길 수 있을까요?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4557E77-EAE0-40BD-B536-245DC230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오토바이 single_track이 있다는 사실만으로 실제 라이더와 모든 전도 상황까지 완전히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재현한다고 말할 수 있나요? 서버의 접촉 구조, 균형 보조, Unreal 표현의 책임을 나누어 답해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B6B0788-BCB7-45F5-B804-880041D4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124 / 204</a:t>
            </a:r>
          </a:p>
        </p:txBody>
      </p:sp>
    </p:spTree>
    <p:extLst>
      <p:ext uri="{BB962C8B-B14F-4D97-AF65-F5344CB8AC3E}">
        <p14:creationId xmlns:p14="http://schemas.microsoft.com/office/powerpoint/2010/main" val="380576745"/>
      </p:ext>
    </p:extLst>
  </p:cSld>
</p:sld>
</file>

<file path=ppt/slides/slide1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F92BAE4-D86B-4068-A10E-ADE939A2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숫자뿐 아니라 구조와 검증 범위를 확인합니다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436DD45-0AAB-4E96-B6C0-2A9D052F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같은 6000N이라는 교육용 조건에서 가속도는 4m/s²에서 약 0.968m/s²로 줄어듭니다.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휠베이스가 그대로면 조향 기하의 큰 차이를 놓치고 관성이 그대로면 같은 충돌 모멘트에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트럭답지 않게 회전할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2358819-B2FA-49A1-A29E-4821F7EC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0.672m 지름의 반지름은 0.336m입니다. 반지름을 두 배로 넣으면 같은 힘을 환산한 토크도 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배가 되며 이동 거리와 회전량의 대응이 어긋납니다. 지름과 반지름은 필드 이름에서 먼저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구별해야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07DE2B2-F554-4833-93E9-7FF7D1C2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single_track은 별도 접촉 구조를 선택하는 근거이며 완전한 실차 보증은 아닙니다. 균형과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탑승자 표현, 일반 자유낙하의 한계를 명시해야 합니다. 다음 수업에서는 그 질량과 관성이 충돌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충격량에 어떻게 들어가는지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A134A47-76DD-4B98-BC18-5585695D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125 / 204</a:t>
            </a:r>
          </a:p>
        </p:txBody>
      </p:sp>
    </p:spTree>
    <p:extLst>
      <p:ext uri="{BB962C8B-B14F-4D97-AF65-F5344CB8AC3E}">
        <p14:creationId xmlns:p14="http://schemas.microsoft.com/office/powerpoint/2010/main" val="101476227"/>
      </p:ext>
    </p:extLst>
  </p:cSld>
</p:sld>
</file>

<file path=ppt/slides/slide1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973E91E-1EAA-4F6E-A7FD-411494F4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0C07A2E-F074-45BA-827D-DD4ADF06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차종 프로필이 바꾸는 값과 오토바이 축약 모델의 한계를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C6D578B-4646-48D2-B8FF-DD262251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질량·치수·출력·관성과 접촉 구조를 명시해야 차종별 차이를 계산과 연결할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D312934-AAAA-41D7-A75C-B5F8A904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차종별 질량과 관성을 이해했으므로 충돌에서 서로 다른 상대가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반응하는 이유를 계산합니다.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B86851C-C995-48B9-B1A2-3E9FE340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C4  L09     126 / 204</a:t>
            </a:r>
          </a:p>
        </p:txBody>
      </p:sp>
    </p:spTree>
    <p:extLst>
      <p:ext uri="{BB962C8B-B14F-4D97-AF65-F5344CB8AC3E}">
        <p14:creationId xmlns:p14="http://schemas.microsoft.com/office/powerpoint/2010/main" val="1341009853"/>
      </p:ext>
    </p:extLst>
  </p:cSld>
</p:sld>
</file>

<file path=ppt/slides/slide1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74F6883-FD0C-4AC8-944B-0DF72EDC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5장 접촉과 충돌 반응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8F653B4-0839-4F79-9D35-EDC30026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단순 충돌 형상과 충격량을 이용해 상대가 밀리는 이유를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958A906-D2DD-4C79-B3A7-4C06ACC1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힘·질량·속도와 회전의 기본 단위를 알아야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AAE3B7B-E899-4D62-94E8-D28A4FDC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후보 검색·정밀 접촉·겹침 보정을 구별합니다. 유한 질량 상대와 고정 벽의 차이를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A637CA83-A20B-467E-B127-41EECF33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시각 파손과 authoritative 충돌 상태를 분리해서 조사할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24A696B8-641E-4069-93ED-48D99747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   127 / 204</a:t>
            </a:r>
          </a:p>
        </p:txBody>
      </p:sp>
    </p:spTree>
    <p:extLst>
      <p:ext uri="{BB962C8B-B14F-4D97-AF65-F5344CB8AC3E}">
        <p14:creationId xmlns:p14="http://schemas.microsoft.com/office/powerpoint/2010/main" val="246769294"/>
      </p:ext>
    </p:extLst>
  </p:cSld>
</p:sld>
</file>

<file path=ppt/slides/slide1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8A5440-89F5-48F5-9493-02302F37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F5C717C-737A-4CC5-AF94-F9A45936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L10 충돌 형상에서 밀림과 회전까지 · 129쪽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충격량의 뜻과 접점 회전, 겹침 보정·손상의 범위를 이해합니다.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0406CADC-771C-4BCB-B29E-F1DBB917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   128 / 204</a:t>
            </a:r>
          </a:p>
        </p:txBody>
      </p:sp>
    </p:spTree>
    <p:extLst>
      <p:ext uri="{BB962C8B-B14F-4D97-AF65-F5344CB8AC3E}">
        <p14:creationId xmlns:p14="http://schemas.microsoft.com/office/powerpoint/2010/main" val="1240632080"/>
      </p:ext>
    </p:extLst>
  </p:cSld>
</p:sld>
</file>

<file path=ppt/slides/slide1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0429B09-3391-4ECD-8B3B-1CE10414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충돌 형상에서 밀림과 회전까지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6A86A6B-7F7B-48E3-96C7-BCC3E18A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가벼운 물체와 부딪혀도 차가 벽처럼 멈추거나 접촉 위치와 상관없이 같은 회전이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나올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38FC879-38A0-4E21-AFD8-1390C74D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충돌 형상·상대 속도·유한 질량·접촉점 모멘트를 분리해야 자연스러운 반응을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237C29B-738E-400E-A81D-69F3876C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충격량의 뜻과 접점 회전, 겹침 보정·손상의 범위를 이해합니다.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8C55DBED-8430-434C-B331-C0A820C2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힘 N과 토크 N·m, 질량과 관성을 먼저 이해합니다.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2EE6483-55E9-49A7-85EC-C16C3E41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129 / 204</a:t>
            </a:r>
          </a:p>
        </p:txBody>
      </p:sp>
    </p:spTree>
    <p:extLst>
      <p:ext uri="{BB962C8B-B14F-4D97-AF65-F5344CB8AC3E}">
        <p14:creationId xmlns:p14="http://schemas.microsoft.com/office/powerpoint/2010/main" val="1116019723"/>
      </p:ext>
    </p:extLst>
  </p:cSld>
</p:sld>
</file>

<file path=ppt/slides/slide1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47453D5-3B8C-4B02-A94B-58D4CAF2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상대를 모두 벽으로 취급하면 생기는 문제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28A966C-5FEA-43C2-9FCB-DE2F1FF4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움직이지 않는 벽과 가벼운 보행자는 같은 충돌 상대가 아닙니다. 상대가 충격을 받아 움직일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 있는데 무한히 무거운 벽처럼 취급하면 차량이 과도하게 멈추고 사람은 예상한 반응을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보이지 않을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A4807ED-AD32-4754-B62C-82F26D95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충돌 코어는 차량 몸체를 수평 회전 상자와 높이 구간으로 축약하고 일부 물체는 캡슐을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사용합니다. 외형 메시의 모든 삼각형을 그대로 계산하지 않는 이유는 반복 충돌 검사 비용과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복잡도를 제한하기 위해서입니다.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9FAF993-2578-41C5-94A8-20C80600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어떤 물체가 밀리는지 보기 전에 서버 형상이 어디에 있는지 확인해야 합니다. 메시 범퍼가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닿지 않았는데 충돌하면 충돌 박스의 기준점과 치수가 먼저 의심 대상입니다. 시각 손상과 실제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충돌 형상은 별도로 추적합니다.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4E526EF-222A-4383-97ED-3F1E617E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130 / 204</a:t>
            </a:r>
          </a:p>
        </p:txBody>
      </p:sp>
    </p:spTree>
    <p:extLst>
      <p:ext uri="{BB962C8B-B14F-4D97-AF65-F5344CB8AC3E}">
        <p14:creationId xmlns:p14="http://schemas.microsoft.com/office/powerpoint/2010/main" val="1905364468"/>
      </p:ext>
    </p:extLst>
  </p:cSld>
</p:sld>
</file>

<file path=ppt/slides/slide1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D60C5E9-70C2-4782-ADFF-50598375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후보 검색·정밀 접촉·충격량은 다른 단계입니다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1F4E05E-DDD1-48EB-BC52-E70596C3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broad phase는 가까울 가능성이 있는 충돌체를 빨리 줄입니다. narrow phase는 그 후보가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실제로 겹치는지와 접촉 방향·위치를 계산합니다. 후보 수를 줄이는 최적화는 결과를 달리하기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위한 장치가 아닙니다.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DCF5E14-6EFF-4A0A-9745-8EEE07F6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충격량 J는 충돌 동안 힘을 시간에 대해 모은 값이며 단위는 N·s입니다. 선속도 변화는 대략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J/m입니다. 접촉점이 무게중심에서 떨어지면 같은 J도 회전 변화에 영향을 주므로 질량만으로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반응을 계산할 수 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FC41A6C-1DA4-4445-A3D4-8D85F5FC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이미 생긴 겹침을 밖으로 밀어내는 위치 보정과 접근 속도를 바꾸는 충격량을 구분합니다.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위치만 크게 수정하면 순간이동처럼 보일 수 있고 속도만 수정하면 관통이 남을 수 있습니다.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다중 접촉에서는 제한된 반복으로 서로의 영향을 조정합니다.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A857FFF-CAEC-4F91-ABB9-799C60F9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131 / 204</a:t>
            </a:r>
          </a:p>
        </p:txBody>
      </p:sp>
    </p:spTree>
    <p:extLst>
      <p:ext uri="{BB962C8B-B14F-4D97-AF65-F5344CB8AC3E}">
        <p14:creationId xmlns:p14="http://schemas.microsoft.com/office/powerpoint/2010/main" val="1703792300"/>
      </p:ext>
    </p:extLst>
  </p:cSld>
</p:sld>
</file>

<file path=ppt/slides/slide1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5360B0E-AF4D-4BE3-8221-CCCD2E5B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무게중심에서 벗어난 접촉이 만드는 회전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4cf1fd0c34325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C75DED7B-42D3-4D8E-B9C9-C79D7583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CC10BE71-45E3-46CB-909D-A61B2EC6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6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접촉점의 위치와 힘의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방향을 먼저 확인합니다.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3133AB05-265D-4CC9-B62D-B677B091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87599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무게중심을 향한 충격과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중심에서 벗어난 충격의 회전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효과는 다릅니다.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3DAA8787-ED29-44DE-8A7D-CCFAEFD3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2813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밀림은 선운동, 돌아가는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정도는 접촉점의 지렛팔과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관성까지 사용합니다.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664F95B5-74D8-45A5-A8A4-CC1A174E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8903015-73F3-44AF-B745-5910CDE4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132 / 204</a:t>
            </a:r>
          </a:p>
        </p:txBody>
      </p:sp>
    </p:spTree>
    <p:extLst>
      <p:ext uri="{BB962C8B-B14F-4D97-AF65-F5344CB8AC3E}">
        <p14:creationId xmlns:p14="http://schemas.microsoft.com/office/powerpoint/2010/main" val="1856748276"/>
      </p:ext>
    </p:extLst>
  </p:cSld>
</p:sld>
</file>

<file path=ppt/slides/slide1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6818B22-A052-4A78-A37A-0CE0D5C9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무게중심에서 벗어난 접촉이 만드는 회전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959F30B-753A-4101-AB68-A3D6D00A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 개념도에서 점선은 무게중심 COM과 접촉점 사이의 거리입니다. 같은 방향 충격량도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중심을 벗어난 곳에 작용하면 차량의 각운동량(회전 운동량)을 바꿉니다.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056DDC1-7521-4E66-A1E0-F7CB34B0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그림의 한 차량 반응만으로 두 차량 전체의 해를 계산한 것은 아닙니다. 실제 코어에서는 양쪽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접점 속도와 질량·관성을 함께 사용하고 상대에게 반대 충격량을 적용합니다.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292EAB4-EEFD-4865-81E5-0A9142F6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133 / 204</a:t>
            </a:r>
          </a:p>
        </p:txBody>
      </p:sp>
    </p:spTree>
    <p:extLst>
      <p:ext uri="{BB962C8B-B14F-4D97-AF65-F5344CB8AC3E}">
        <p14:creationId xmlns:p14="http://schemas.microsoft.com/office/powerpoint/2010/main" val="1782335425"/>
      </p:ext>
    </p:extLst>
  </p:cSld>
</p:sld>
</file>

<file path=ppt/slides/slide1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5F063CC-FFFE-486E-84D0-B6756E3D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질량과 접점 회전을 포함한 충격량 분모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3AE01B73-1803-4115-A055-AB911FDE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cpp/host/src/collision/collision_world.cpp:595-605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95591BB1-84BF-4A11-8B64-72F4D17B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13020000-1B0A-421D-A0D0-3ED873D0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600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601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602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603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604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605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330965D1-C4F4-498B-91FF-3BCCDBB1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double body_normal_arm = cross(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body_contact_offset, manifold.normal_enu);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double proxy_normal_arm = cross(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proxy_contact_offset, manifold.normal_enu);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double proxy_inverse_inertia = proxy_inverse_yaw_inertia(proxy);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double normal_denominator = body_inverse_mass + proxy_inverse_mass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+ body_normal_arm * body_normal_arm / body.yaw_inertia_kg_m2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+ proxy_normal_arm * proxy_normal_arm * proxy_inverse_inertia;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double normal_impulse =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-(1.0 + proxy.material.restitution) * normal_velocity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/ normal_denominator;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18785E28-DB8C-4122-9B7A-1F6C959D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두 물체의 역질량과 접점 팔길이·회전 관성 항을 더합니다. 상대 법선 속도와 반발 계수로 접근을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해소할 충격량을 계산합니다.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249BB67A-59D5-4C89-9F27-AA896623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134 / 204</a:t>
            </a:r>
          </a:p>
        </p:txBody>
      </p:sp>
    </p:spTree>
    <p:extLst>
      <p:ext uri="{BB962C8B-B14F-4D97-AF65-F5344CB8AC3E}">
        <p14:creationId xmlns:p14="http://schemas.microsoft.com/office/powerpoint/2010/main" val="1523764155"/>
      </p:ext>
    </p:extLst>
  </p:cSld>
</p:sld>
</file>

<file path=ppt/slides/slide1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8AC847D-D224-4809-9D4D-389577A0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코드의 팔길이와 상대 속도를 읽는 방법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09EBE8F-7192-42DB-BF7F-E2FBCEB1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body_contact_offset과 proxy_contact_offset은 각 무게중심에서 접촉점까지의 벡터입니다.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법선과의 외적으로 normal_arm을 구합니다. 이 값이 크면 접점 충격이 회전에 더 크게 연결될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70291B0-9A4E-483E-AA70-C4084A78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normal_velocity는 접점의 상대 법선 속도입니다. 접근 중인 경우를 해소하도록 부호를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적용하고, 이미 멀어지는 접촉에는 불필요한 새 반발을 만들지 않습니다. restitution은 반발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정도이며 에너지를 항상 그대로 보존한다는 뜻은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C7A9339-A769-4BF5-8919-EA756680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분모에 질량과 관성 항이 함께 있으므로 모서리 충돌과 정면 중심 충돌은 같은 결과가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 외형 찌그러짐은 이 충격량·접점 등을 전달받아 별도로 표현할 수 있지만 이 수식이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금속 변형을 직접 해석하는 것은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3C9FB6B-5742-4C37-BC87-4C978227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135 / 204</a:t>
            </a:r>
          </a:p>
        </p:txBody>
      </p:sp>
    </p:spTree>
    <p:extLst>
      <p:ext uri="{BB962C8B-B14F-4D97-AF65-F5344CB8AC3E}">
        <p14:creationId xmlns:p14="http://schemas.microsoft.com/office/powerpoint/2010/main" val="146557040"/>
      </p:ext>
    </p:extLst>
  </p:cSld>
</p:sld>
</file>

<file path=ppt/slides/slide1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DAE45B3-6F99-4D74-B8F5-D78EC595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동일 질량 정면 충돌의 교육용 운동량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충돌 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충돌 후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총 운동량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15000kg·m/s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15000kg·m/s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차량 속도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10과 0m/s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5와 5m/s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총 운동 에너지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75000J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37500J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차이의 의미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 총 운동량 변화 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변형·열 등으로 에너지 소산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3C87095E-15C9-485A-B48E-D1CCEAAC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회전을 생략하고 외부 힘이 없으며 두 차량이 완전히 붙는 비탄성 충돌이라고 가정합니다. 질량은 각각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1500kg, 속도는 10m/s와 0입니다. 총 운동량은 충돌 전후 같아야 합니다.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C996BC92-CFF0-4027-AA72-B22F1E4B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공통 속도는 15000÷3000=5m/s입니다. 이는 현재 모든 차량 충돌의 예측값이 아니라 운동량과 에너지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차이를 이해하기 위한 손계산입니다.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21C0DBA-6B51-475D-9C2A-7B61895C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136 / 204</a:t>
            </a:r>
          </a:p>
        </p:txBody>
      </p:sp>
    </p:spTree>
    <p:extLst>
      <p:ext uri="{BB962C8B-B14F-4D97-AF65-F5344CB8AC3E}">
        <p14:creationId xmlns:p14="http://schemas.microsoft.com/office/powerpoint/2010/main" val="1507587350"/>
      </p:ext>
    </p:extLst>
  </p:cSld>
</p:sld>
</file>

<file path=ppt/slides/slide1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B5F02327-143B-4FE2-9C12-2A8A17C1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유한 질량 상대의 운동량을 확인하는 테스트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7A98DFEF-6955-44D9-9772-7DCA666D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cpp/host/tests/collision_world_test.cpp:389-397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1F7C6DF9-8F00-46DF-8AFC-4B109587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80C199C7-6A90-4A6D-B7ED-10ECCE3A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389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BA44DD63-2815-4FE8-834C-B4BA049A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require(near(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result.body.mass_kg * result.body.linear_velocity_enu_mps.east_m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  + resolved.mass_kg * resolved.linear_velocity_enu_mps.east_m,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initial_east_momentum, 1e-6)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&amp;&amp; near(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  result.body.mass_kg * result.body.linear_velocity_enu_mps.north_m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      + resolved.mass_kg * resolved.linear_velocity_enu_mps.north_m,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  initial_north_momentum, 1e-6),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"uncapped finite pair impulses must conserve planar linear momentum");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5F7B3A06-C06D-4487-B7C3-9B61470E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양쪽 최종 질량×속도를 더해 초기 동·북 방향 운동량과 비교합니다. 테스트는 속도 제한에 걸리지 않은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유한 질량 쌍이라는 조건을 사용합니다.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F69DC77-BD8C-4744-A682-90C82D86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137 / 204</a:t>
            </a:r>
          </a:p>
        </p:txBody>
      </p:sp>
    </p:spTree>
    <p:extLst>
      <p:ext uri="{BB962C8B-B14F-4D97-AF65-F5344CB8AC3E}">
        <p14:creationId xmlns:p14="http://schemas.microsoft.com/office/powerpoint/2010/main" val="1873205372"/>
      </p:ext>
    </p:extLst>
  </p:cSld>
</p:sld>
</file>

<file path=ppt/slides/slide1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FB77F83-9A69-4B4B-BF0E-3E986B5E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단순 몸체 계산과 눈에 보이는 파손의 경계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EC7CD54-C23B-4B41-896C-12B872FF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테스트 아래에는 두 형상이 겹치지 않는지도 확인합니다. 충격량 보존과 비관통은 서로 다른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검사입니다. 충돌 코어는 microstep과 제한된 반복을 사용하므로 모든 복잡한 다중 접촉을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완벽히 푸는 일반 강체 엔진이라고 부를 수는 없습니다.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4331608-17BE-42E6-8FFE-E78AEC4E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구조물은 접촉 기록으로 손상 상태와 다음 틱 충돌 proxy를 바꿉니다. 쓰러진 신호등 메시만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눕히고 서버 형상을 그대로 두면 보이지 않는 벽이 남습니다. 파편 효과가 나온다는 사실만으로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authoritative 상태가 맞다고 할 수 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70723F0-127D-4F20-8A35-E148EB90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보행자 서버 반응은 축약 몸체·골반 궤적이며 모든 관절의 실제 인체 역학을 계산하지 않습니다.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Unreal 관절 표현과 회복 애니메이션은 별도 책임입니다. NPC도 이런 동적 충돌 상태를 보고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운행 가능 여부와 우회를 판단합니다.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811B494-F818-4525-8582-317568C5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138 / 204</a:t>
            </a:r>
          </a:p>
        </p:txBody>
      </p:sp>
    </p:spTree>
    <p:extLst>
      <p:ext uri="{BB962C8B-B14F-4D97-AF65-F5344CB8AC3E}">
        <p14:creationId xmlns:p14="http://schemas.microsoft.com/office/powerpoint/2010/main" val="1306111222"/>
      </p:ext>
    </p:extLst>
  </p:cSld>
</p:sld>
</file>

<file path=ppt/slides/slide1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D96539D-4B9F-428E-89F4-393EE701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충돌 반응과 파손을 구별하기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47AE9DC-4C4E-4E1A-A8AD-B5053CFB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 두 차량 충돌에서 각 차량이 1500kg이고 처음 속도는 10m/s와 0입니다. 최종적으로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붙는다면 속도와 총 운동 에너지를 계산하세요. 운동량 보존이 에너지 보존과 같은 말인지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설명해 보세요.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7656890-AC29-4F8E-BB89-1EA58649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 중심 정면과 앞 모서리에 같은 방향 충격이 들어간다고 가정합니다. 어떤 경우가 더 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회전 효과를 만들 수 있으며 코드에서 어떤 변수가 그 차이를 담는지 찾아보세요. 질량만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바꾸어 해결하려 하면 무엇을 놓칠까요?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1582E58-0D0F-4266-B28A-0D35CFF1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쓰러진 신호등 그림은 보이는데 차량이 옛 기둥 위치에 막힙니다. 파편 개수를 늘리는 대신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어떤 서버 상태를 확인해야 할까요? 메시 표현과 다음 틱의 충돌 proxy를 구분해서 답하면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DEE5E9A-EA56-4DDB-892F-CFA1652D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139 / 204</a:t>
            </a:r>
          </a:p>
        </p:txBody>
      </p:sp>
    </p:spTree>
    <p:extLst>
      <p:ext uri="{BB962C8B-B14F-4D97-AF65-F5344CB8AC3E}">
        <p14:creationId xmlns:p14="http://schemas.microsoft.com/office/powerpoint/2010/main" val="2088742587"/>
      </p:ext>
    </p:extLst>
  </p:cSld>
</p:sld>
</file>

<file path=ppt/slides/slide1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516A09A-E3A6-47A0-B35E-5D0C08DA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접촉 위치와 다음 틱의 형상을 함께 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348EA6E-DC46-422A-917D-F63ED13D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공통 속도는 5m/s이고 운동 에너지는 37500J입니다. 초기 75000J보다 줄지만 운동량은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15000kg·m/s로 같습니다. 비탄성 가정의 에너지 소산을 무조건 계산 오류로 해석하면 안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3DF02ADE-862D-4237-A3A2-4594B677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중심에서 벗어난 접촉은 normal_arm과 회전 관성 항을 통해 회전 반응을 만듭니다. 질량만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같아도 접점·상대 속도·관성이 다르면 결과가 다릅니다. 위치 보정과 충격량 변화도 별도로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89F4C35-FF44-4A9D-BD7B-CC122D05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신호등은 파손 상태가 서버의 동적 형상으로 반영됐는지 확인합니다. 시각 메시만 눕힌 상태는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충분하지 않습니다. 다음 수업에서는 NPC가 이러한 형상을 장애물로 읽고 도로 연결과 근거리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공간을 판단하는 흐름을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2FFF7FB-A267-4887-8252-D2AD9B2A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140 / 204</a:t>
            </a:r>
          </a:p>
        </p:txBody>
      </p:sp>
    </p:spTree>
    <p:extLst>
      <p:ext uri="{BB962C8B-B14F-4D97-AF65-F5344CB8AC3E}">
        <p14:creationId xmlns:p14="http://schemas.microsoft.com/office/powerpoint/2010/main" val="602210084"/>
      </p:ext>
    </p:extLst>
  </p:cSld>
</p:sld>
</file>

<file path=ppt/slides/slide1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C179D31-6201-4FD6-855D-E1B61930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06D950C-3650-4036-9071-9E34E920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충격량의 뜻과 접점 회전, 겹침 보정·손상의 범위를 이해합니다.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FD6E1CC-8F1F-4CD6-B2DB-2989658D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충돌 형상·상대 속도·유한 질량·접촉점 모멘트를 분리해야 자연스러운 반응을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설명할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88C4C90-4DB4-4186-9153-165F5182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충돌체가 길을 차지하는 방식을 알았으므로 NPC 경로 판단에서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이를 어떻게 읽는지 확인합니다.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438C9F5-B041-4611-A635-753B8817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C5  L10     141 / 204</a:t>
            </a:r>
          </a:p>
        </p:txBody>
      </p:sp>
    </p:spTree>
    <p:extLst>
      <p:ext uri="{BB962C8B-B14F-4D97-AF65-F5344CB8AC3E}">
        <p14:creationId xmlns:p14="http://schemas.microsoft.com/office/powerpoint/2010/main" val="1737701487"/>
      </p:ext>
    </p:extLst>
  </p:cSld>
</p:sld>
</file>

<file path=ppt/slides/slide1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91A2BB6A-0D96-4BBB-A418-C3950B1C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6장 NPC 판단과 제한된 계산 시간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7CF1AD5A-384B-405C-B8A3-134DBA1C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목적지 경로와 근거리 우회를 나누고 탐색 폭주가 조작 지연을 만든 사례를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이해합니다.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1C8AE0F-B672-4924-A520-EBCAB0BB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C1의 이벤트 루프, C2의 신선도, C5의 차체 형상이 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146247C-6C67-463E-9A8E-2EBD9877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그래프 경로·경로 추종·방향지시 의도를 연결합니다. 후진 후보 커서와 round-robin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작업 예산을 추적합니다.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68016979-9DA4-419F-807C-340AA079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NPC가 기다리는 이유와 계산 지연을 다른 문제로 진단할 수 있습니다.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574E090-9224-4384-80A6-5282CCB4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   142 / 204</a:t>
            </a:r>
          </a:p>
        </p:txBody>
      </p:sp>
    </p:spTree>
    <p:extLst>
      <p:ext uri="{BB962C8B-B14F-4D97-AF65-F5344CB8AC3E}">
        <p14:creationId xmlns:p14="http://schemas.microsoft.com/office/powerpoint/2010/main" val="1868020821"/>
      </p:ext>
    </p:extLst>
  </p:cSld>
</p:sld>
</file>

<file path=ppt/slides/slide1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B7CD38F-25E4-4649-972D-BB9C3BBC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1E2153B-C1E2-4FD7-AC7E-1D7D221C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L11 목적지 경로와 신호를 따르는 NPC · 144쪽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차선 그래프 비용, 신호 정지점, 방향지시 의도를 각각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1B0851C-E1DD-48C4-A562-410C5AC2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L12 가까운 장애물 우회와 틱별 탐색 예산 · 158쪽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후진 후보 커서·차례 분배·정차 회전 제한을 재현 사례로 설명합니다.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E691055-AF13-478C-8F33-9FF6E157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   143 / 204</a:t>
            </a:r>
          </a:p>
        </p:txBody>
      </p:sp>
    </p:spTree>
    <p:extLst>
      <p:ext uri="{BB962C8B-B14F-4D97-AF65-F5344CB8AC3E}">
        <p14:creationId xmlns:p14="http://schemas.microsoft.com/office/powerpoint/2010/main" val="477437737"/>
      </p:ext>
    </p:extLst>
  </p:cSld>
</p:sld>
</file>

<file path=ppt/slides/slide1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BBD4419D-5772-4FB0-8664-ACCC4149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목적지 경로와 신호를 따르는 NPC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BF43EFC-C5CB-467E-A7A9-ABA482AF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NPC가 앞차를 못 피하거나 곡선에서 잘못 깜빡이는 현상을 모두 같은 인공지능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문제로 보기 쉽습니다.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0696CD94-2D63-4118-AAED-174B956D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목적지 선택·도로 경로·추종 제어·국소 공간·표현을 나누면 잘못된 책임을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수정하지 않을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86B3796-8574-41B6-BB71-063B41C5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차선 그래프 비용, 신호 정지점, 방향지시 의도를 각각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8742E73A-C093-4BA1-B8F0-C6EC9C7C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차체 충돌 형상이 실제 통행 공간을 차지한다는 사실이 필요합니다.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CFFB793-9980-486A-AEEB-8F3B5FD3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144 / 204</a:t>
            </a:r>
          </a:p>
        </p:txBody>
      </p:sp>
    </p:spTree>
    <p:extLst>
      <p:ext uri="{BB962C8B-B14F-4D97-AF65-F5344CB8AC3E}">
        <p14:creationId xmlns:p14="http://schemas.microsoft.com/office/powerpoint/2010/main" val="357576504"/>
      </p:ext>
    </p:extLst>
  </p:cSld>
</p:sld>
</file>

<file path=ppt/slides/slide1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D474A84-20C8-4209-B126-9EB9A806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NPC의 판단을 다섯 질문으로 나누기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8C165B4-39A0-4F5D-A356-DC4555F6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목적지 선택은 어디로 갈지 결정하고 경로 계획은 어느 차선을 거칠지 정합니다. 경로 추종은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이번 틱에 얼마나 움직일지 계산합니다. 가까운 장애물 우회는 지금 차체가 지나갈 공간이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있는지 확인합니다. 화면 표현은 그 상태를 보여 줍니다.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111D3E6-DBD4-4D14-909E-DF5C78EA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책임을 나누지 않으면 차가 벽 앞에서 기다릴 때 운전자 애니메이션을 바꾸거나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방향지시등을 조향각만 보고 켜는 수정을 하게 됩니다. 화면상 증상은 비슷해도 데이터와 결정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위치가 다릅니다.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067C87E-4B0F-466A-B420-C85D37EE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NPC는 플레이어의 엔진·네 바퀴 타이어 힘을 매번 똑같이 푸는 구조가 아닙니다. 경로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기반 속도와 회전을 제한하고 별도 유한 질량 충돌 반응을 결합합니다. 이 한계를 먼저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이해해야 구현된 판단을 과장하지 않습니다.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7DD7A9E-4B8B-4EBE-BDC0-10B8EA17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145 / 204</a:t>
            </a:r>
          </a:p>
        </p:txBody>
      </p:sp>
    </p:spTree>
    <p:extLst>
      <p:ext uri="{BB962C8B-B14F-4D97-AF65-F5344CB8AC3E}">
        <p14:creationId xmlns:p14="http://schemas.microsoft.com/office/powerpoint/2010/main" val="407678060"/>
      </p:ext>
    </p:extLst>
  </p:cSld>
</p:sld>
</file>

<file path=ppt/slides/slide1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D8452E9-B654-438F-8140-316F9231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차선 그래프와 최단 경로 비용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B047AEB-853C-485F-9D4D-D451EDCC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그래프는 연결 관계를 저장하는 구조입니다. 이 프로젝트에서는 차선을 정점처럼 다루고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successors에 다음으로 갈 수 있는 차선 ID를 저장합니다. 경로는 연결 가능한 차선 ID를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순서대로 나열한 결과입니다.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4E2486D-3F8A-443A-B0CB-EADD70DB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shortest_route는 누적 비용이 가장 작은 미방문 차선을 골라 이웃 비용을 갱신합니다. 비용은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차선 길이의 합입니다. 짧은 거리를 선택하지만 모든 신호 대기와 운전자 행동을 포함한 최단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도착 시간을 구하는 것은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801F8E4-FB92-4D5C-A800-B7071497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목적지 선택은 통행 가능한 도로 연결과 다시 이어갈 가능성 같은 조건을 사용합니다. 도로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그래프가 끊겨 있으면 운전자가 똑똑해져도 존재하지 않는 연결을 주행 경로로 선택할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없습니다. 데이터 검증이 행동 구현보다 먼저인 이유입니다.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763409C-859A-463A-87F8-6DF11BE7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146 / 204</a:t>
            </a:r>
          </a:p>
        </p:txBody>
      </p:sp>
    </p:spTree>
    <p:extLst>
      <p:ext uri="{BB962C8B-B14F-4D97-AF65-F5344CB8AC3E}">
        <p14:creationId xmlns:p14="http://schemas.microsoft.com/office/powerpoint/2010/main" val="2034781159"/>
      </p:ext>
    </p:extLst>
  </p:cSld>
</p:sld>
</file>

<file path=ppt/slides/slide1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40D8BACC-DD05-4288-BD09-5C9FB9C4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더 짧은 이웃 경로만 갱신하는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C3C50111-31F8-4BFD-8F74-16C1155C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cpp/host/src/traffic/npc_route_planner.cpp:106-114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887E2D56-8673-4735-8BEA-716B5BFB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E84A4CF2-202B-44D4-A98B-F4742A43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114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452E1796-1C69-4FA8-A418-554324DC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for (const auto successor : lanes_.at(next).successors)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(blocked.contains(successor) || visited.contains(successor)) { continue;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double candidate = best + lanes_.at(successor).length_m;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auto old = cost.find(successor);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(old == cost.end() || candidate &lt; old-&gt;second)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cost[successor] = candidate;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predecessor[successor] = next;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D4D21E92-9B4D-416B-9C6A-F671917A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막힌 차선과 방문한 차선을 제외합니다. candidate는 현재 비용+다음 길이이며 더 작으면 비용과 이전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차선을 보관합니다.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38C61F44-2ECD-4BB1-B750-8C61F185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147 / 204</a:t>
            </a:r>
          </a:p>
        </p:txBody>
      </p:sp>
    </p:spTree>
    <p:extLst>
      <p:ext uri="{BB962C8B-B14F-4D97-AF65-F5344CB8AC3E}">
        <p14:creationId xmlns:p14="http://schemas.microsoft.com/office/powerpoint/2010/main" val="216498395"/>
      </p:ext>
    </p:extLst>
  </p:cSld>
</p:sld>
</file>

<file path=ppt/slides/slide1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4BFF3BB-CB9D-43AA-891E-EAA9F705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predecessor가 실제 차선 순서를 복원합니다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DC65912-BFDC-4028-BDAC-CC6783DE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비용 숫자만 저장하면 목적지까지 몇 m인지 알 수 있어도 어느 길로 가야 하는지 모릅니다.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predecessor는 어떤 차선에서 이웃으로 들어왔는지 기록합니다. 목적지에서 거꾸로 따라간 뒤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순서를 뒤집으면 경로를 복원할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3EF7073-605A-4E75-85CF-730CA8BD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교육용으로 A=20m, B=35m, C=50m, D=25m이고 A는 B 또는 C, 두 후보는 D로 연결된다고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가정합니다. 시작 차선도 비용에 포함하므로 A 비용은 20입니다. B를 거친 D는 80, C를 거친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D는 95가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1FEB61F-E75C-45A4-8DBA-7C78F5B7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B가 막힌 차선이면 해당 확장을 건너뛰고 C를 거친 95m 경로를 선택합니다. 두 연결이 모두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막히면 경로가 없습니다. 차선 전체를 제외하는 판단과 같은 차선 안에서 장애물 옆을 통과하는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국소 우회는 다음 수업에서 구별합니다.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CD6BE33-54BE-4A6F-8E1A-8EADFF2B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148 / 204</a:t>
            </a:r>
          </a:p>
        </p:txBody>
      </p:sp>
    </p:spTree>
    <p:extLst>
      <p:ext uri="{BB962C8B-B14F-4D97-AF65-F5344CB8AC3E}">
        <p14:creationId xmlns:p14="http://schemas.microsoft.com/office/powerpoint/2010/main" val="99148256"/>
      </p:ext>
    </p:extLst>
  </p:cSld>
</p:sld>
</file>

<file path=ppt/slides/slide1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BAB49E0F-2709-49AE-B8EC-D303DE04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경로 선택과 신호 앞 감속은 서로 다른 판단입니다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0beab83a642be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762B87D8-049C-4A0F-85F1-61448A9B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2765AE42-5819-4B1B-9909-C6F959AC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교육용 그래프는 길이 합이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작은 A→B→D의 80m를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고릅니다.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3F1D72D0-8D22-4EE5-AD37-CD0EB519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오른쪽 추종 제어는 경로가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있어도 빨간 신호 앞에서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감속합니다.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B8B4F2BE-2DF4-4528-85D2-B1F495C1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Turn intent는 예정한 교차로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회전이며 일반 곡률과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다릅니다.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3444CB07-B30E-45E4-9576-0C8C4C77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9F0882B8-0FE8-4D18-9260-2C6D8B03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149 / 204</a:t>
            </a:r>
          </a:p>
        </p:txBody>
      </p:sp>
    </p:spTree>
    <p:extLst>
      <p:ext uri="{BB962C8B-B14F-4D97-AF65-F5344CB8AC3E}">
        <p14:creationId xmlns:p14="http://schemas.microsoft.com/office/powerpoint/2010/main" val="460476708"/>
      </p:ext>
    </p:extLst>
  </p:cSld>
</p:sld>
</file>

<file path=ppt/slides/slide1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ABA310A-0FD9-4DC8-9BF7-70DD77D0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교육용 그래프의 비용 변화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진행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 확장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확장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 확장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 유지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 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6B661025-EC79-4CEA-B22B-E84415D2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A를 처리한 뒤 방문하지 않은 후보 중 비용이 가장 작은 B를 먼저 고릅니다. D 비용을 80으로 기록한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뒤 C에서 얻은 95는 더 크므로 기존 값을 유지합니다.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E8CA8ECD-E2E7-4245-911C-54562F57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동일 비용에서는 안정적인 ID 순서가 재현성에 도움 됩니다. 결과가 실행마다 바뀌면 물리 변화인지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계획 순서 변화인지 구별하기 어려워집니다.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6863D42-5E9D-4808-B857-3E39C661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150 / 204</a:t>
            </a:r>
          </a:p>
        </p:txBody>
      </p:sp>
    </p:spTree>
    <p:extLst>
      <p:ext uri="{BB962C8B-B14F-4D97-AF65-F5344CB8AC3E}">
        <p14:creationId xmlns:p14="http://schemas.microsoft.com/office/powerpoint/2010/main" val="2061554375"/>
      </p:ext>
    </p:extLst>
  </p:cSld>
</p:sld>
</file>

<file path=ppt/slides/slide1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6209724-3B45-477F-818A-7E97799F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경로가 있어도 빨간 신호 앞에서는 정지합니다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E963DA71-B8F2-48B1-BFA1-321F512B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cpp/host/src/traffic/npc_lane_follower.cpp:612-621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850FAD7A-2DB1-4A47-AC2D-19710577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A0CDCD66-1CEE-4F7E-BC37-025D9247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613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614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616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617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618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619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620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621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3D44C010-C963-4C75-83C1-7F19330B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if (lane.signal_group_id != 0 &amp;&amp; end &gt; committed_stopline_m_ + epsilon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&amp;&amp; !green(lane.signal_group_id, signals, elapsed))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const double target = std::max(progress_m_, end - clearance);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if (target &lt; stop_at) { stop_at = target; reason =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NpcLaneStopReason::Signal;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double remaining = stop_at - progress_m_;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(std::isfinite(stop_at))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desired = std::min(desired, braking_envelope(remaining, 0.0,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config_.braking_mps2, h));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85C01B8E-1D36-48E4-A737-C4939CEE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신호가 허용하지 않는 접근 차선이면 정지선 여유를 뺀 목표를 정합니다. 남은 거리로 제동 가능한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목표 속도를 제한합니다.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D75AE162-2FDF-46B6-B630-8BBE3B65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151 / 204</a:t>
            </a:r>
          </a:p>
        </p:txBody>
      </p:sp>
    </p:spTree>
    <p:extLst>
      <p:ext uri="{BB962C8B-B14F-4D97-AF65-F5344CB8AC3E}">
        <p14:creationId xmlns:p14="http://schemas.microsoft.com/office/powerpoint/2010/main" val="1110826566"/>
      </p:ext>
    </p:extLst>
  </p:cSld>
</p:sld>
</file>

<file path=ppt/slides/slide1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C0A8258-C28A-4D58-BCE7-300A2F6F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추종 제어와 방향지시 의도는 역할이 다릅니다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C10EB32-C0DC-4318-B7CC-DDFEC865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stop_at은 멈출 위치이고 progress_m_는 진행한 거리입니다. remaining을 구해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braking_envelope로 감속 목표를 정합니다. 아래에서는 가속·제동 한도로 속도 변화를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제한하므로 목적지로 즉시 이동하지 않습니다.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75718A3-D916-45EC-B459-AED19A91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방향지시등은 순간 yaw 변화보다 앞으로 할 행동을 알려야 합니다. 일반 곡선 도로를 따라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돌아간다는 이유만으로 계속 켜면 안 됩니다. follower는 신호가 있는 접근 차선과 연결 차선의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방향 차이로 교차로 의도를 구합니다.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E9D90F2-3588-4F8F-AD2C-4761CC34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차선 변경과 국소 우회는 별도의 실행 의도로 깜빡이를 켭니다. 교차로에서 방향지시가 틀리면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연결 정보와 turn_signal_intent를 보고, 빛이 약하면 Unreal 표시를 봅니다. 판단과 표현을 나눈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첫 페이지의 이유가 여기서 사용됩니다.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91D4E68-4E3B-4ED2-A5BB-6EDB0AD3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152 / 204</a:t>
            </a:r>
          </a:p>
        </p:txBody>
      </p:sp>
    </p:spTree>
    <p:extLst>
      <p:ext uri="{BB962C8B-B14F-4D97-AF65-F5344CB8AC3E}">
        <p14:creationId xmlns:p14="http://schemas.microsoft.com/office/powerpoint/2010/main" val="206493289"/>
      </p:ext>
    </p:extLst>
  </p:cSld>
</p:sld>
</file>

<file path=ppt/slides/slide1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808D1DDE-A68E-42D5-A1C9-F42D32B5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시뮬레이션 시간으로 신호 단계 위치를 구합니다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B144F7D5-30FD-4720-8371-FE0737E3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cpp/host/src/traffic/traffic_network.cpp:905-915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AC08876B-1BD1-4C27-B326-7E6F5677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49BCB574-D869-45D0-AEC9-F7DD85B3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905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906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907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908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909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910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911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912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913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914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915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66480E89-D2EF-4127-AFFB-C0E57D01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std::uint64_t plan_cycle_ns = plan-&gt;cycle_ms * millisecond_ns;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std::uint64_t position_ns =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((elapsed_ns % plan_cycle_ns)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+ static_cast&lt;std::uint64_t&gt;(plan-&gt;offset_ms) * millisecond_ns)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% plan_cycle_ns;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std::uint64_t phase_start_ns = 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std::size_t phase_index = 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for (; phase_index &lt; plan-&gt;phases.size(); ++phase_index)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std::uint64_t end = phase_start_ns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+ static_cast&lt;std::uint64_t&gt;(plan-&gt;phases[phase_index].duration_ms)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* millisecond_ns;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4DBCFC3A-F3E4-4490-B92B-683A47CD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주기를 ns로 바꾸고 누적 시간의 나머지에 offset을 더합니다. phase 지속 시간을 누적해 현재 위치가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속하는 단계를 찾습니다.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7B832AC-9F4E-4220-AFF0-A94DFF75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153 / 204</a:t>
            </a:r>
          </a:p>
        </p:txBody>
      </p:sp>
    </p:spTree>
    <p:extLst>
      <p:ext uri="{BB962C8B-B14F-4D97-AF65-F5344CB8AC3E}">
        <p14:creationId xmlns:p14="http://schemas.microsoft.com/office/powerpoint/2010/main" val="1328486914"/>
      </p:ext>
    </p:extLst>
  </p:cSld>
</p:sld>
</file>

<file path=ppt/slides/slide1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52E8903-5C31-4D50-878C-9B24E83A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신호 주기와 고장 상태를 따로 추적합니다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134B22F-BF49-4E8F-9A90-F175BE6D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교육용 주기가 60초이고 offset이 5초라면 누적 67초에서 주기 위치는 (67 mod 60+5) mod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60=12초입니다. 각 phase의 시간 구간 중 12초를 포함하는 단계를 선택합니다. 같은 시간과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계획이면 같은 신호를 계산할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7C4BE58-9B36-44D7-B6AD-5F135E29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신호를 시뮬레이션 시간으로 계산하면 프레임 속도에 따라 무작정 바뀌지 않습니다. 하지만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enabled와 안전 상태, 파손된 신호 머리의 정책도 있으므로 나머지 식 하나가 화면의 모든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신호를 결정한다고 말할 수는 없습니다.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69A5A0B-0079-4977-8A3C-703EB218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신호등 하나가 쓰러졌을 때 전체 주기 시계와 해당 구조물 상태를 분리해 조사해야 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통행 허용과 불빛 표시가 같은 계획을 사용하는지도 확인합니다. 다음에는 유효 경로와 신호가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있어도 물체가 가까이 막은 상황을 다룹니다.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5EB6501-4B9F-4699-ABDA-74F0D276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154 / 204</a:t>
            </a:r>
          </a:p>
        </p:txBody>
      </p:sp>
    </p:spTree>
    <p:extLst>
      <p:ext uri="{BB962C8B-B14F-4D97-AF65-F5344CB8AC3E}">
        <p14:creationId xmlns:p14="http://schemas.microsoft.com/office/powerpoint/2010/main" val="1412198189"/>
      </p:ext>
    </p:extLst>
  </p:cSld>
</p:sld>
</file>

<file path=ppt/slides/slide1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C22EC05-759B-4681-908C-8E487206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거리 경로와 실제 주행을 구별하기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0E0A3DE-A221-4BD9-85DD-CB852323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A·B·C·D 길이가 20·35·50·25m인 그래프에서 B를 막으면 경로와 길이는 무엇인가요? 이 결과가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신호 대기를 포함한 가장 빠른 도착을 보장하는지도 비용의 정의를 근거로 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519F7E59-9731-48DE-B775-8660FBA5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NPC가 신호가 없는 곡선 도로를 따라 yaw를 바꾸고 있습니다. 이것만으로 좌회전 깜빡이를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켜도 될까요? 경로 추종 변화와 교차로·차선 변경 의도 사이의 차이를 적고 해당 함수를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찾아보세요.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4ADAA57-A2C8-44E1-A544-A70ED459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9018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주기 60초, offset 5초, 누적 67초의 신호 위치를 계산하세요. 쓰러진 신호등 하나 때문에 불빛이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달라졌을 때 이 계산 자체와 어떤 별도 상태를 함께 확인해야 하는지도 설명하면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45B88B0-0A48-4F36-9910-979E270C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155 / 204</a:t>
            </a:r>
          </a:p>
        </p:txBody>
      </p:sp>
    </p:spTree>
    <p:extLst>
      <p:ext uri="{BB962C8B-B14F-4D97-AF65-F5344CB8AC3E}">
        <p14:creationId xmlns:p14="http://schemas.microsoft.com/office/powerpoint/2010/main" val="1595649159"/>
      </p:ext>
    </p:extLst>
  </p:cSld>
</p:sld>
</file>

<file path=ppt/slides/slide1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B9F1704-1999-4A83-91C2-278123F5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경로·통행 허용·의도를 따로 연결합니다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E9EFFEA-AF29-49C8-B5C6-48673204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B를 제외하면 A, C, D로 연결되고 길이는 95m입니다. 비용은 차선 길이이므로 신호 대기까지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포함한 최단 시간 보장은 아닙니다. 도로 연결 결과에 추종 제어가 신호와 속도 제한을 추가로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적용합니다.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C6A2384-5DF9-4F1C-9CFA-55994CE4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일반 도로 곡률만으로 교차로 방향지시 의도를 만들면 안 됩니다. turn_signal_intent는 신호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접근과 다음 연결 방향을 확인합니다. 국소 우회와 차선 변경은 자신의 계획 의도를 별도로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전달합니다.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AB057155-36F3-45D0-B51F-5F40B0EB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신호 주기 위치는 12초입니다. enabled·health와 구조물 손상에 따른 개별 신호 정책도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확인해야 합니다. 이제 다음 수업에서는 차체가 실제로 통과할 공간이 없거나 탐색 후보가 반복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실패할 때 무엇을 계산하고 기다리는지 살펴봅니다.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F93F227-6169-4597-AB04-0740782E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156 / 204</a:t>
            </a:r>
          </a:p>
        </p:txBody>
      </p:sp>
    </p:spTree>
    <p:extLst>
      <p:ext uri="{BB962C8B-B14F-4D97-AF65-F5344CB8AC3E}">
        <p14:creationId xmlns:p14="http://schemas.microsoft.com/office/powerpoint/2010/main" val="1818177485"/>
      </p:ext>
    </p:extLst>
  </p:cSld>
</p:sld>
</file>

<file path=ppt/slides/slide1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86037C2-D291-4656-9A80-86573947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B26014F-7194-4F01-83B8-ADEDB753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차선 그래프 비용, 신호 정지점, 방향지시 의도를 각각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47E8315-8429-496D-8377-DDEFC4A8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목적지 선택·도로 경로·추종 제어·국소 공간·표현을 나누면 잘못된 책임을 수정하지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않을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56C9E5C-20FF-4C8A-B2F5-8D6716ED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도로 경로를 따라갈 수 있어도 가까운 사고 장애물에는 별도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우회 탐색과 계산 예산이 필요합니다.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0DB5A76-7688-4613-89EF-0CE03693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L11     157 / 204</a:t>
            </a:r>
          </a:p>
        </p:txBody>
      </p:sp>
    </p:spTree>
    <p:extLst>
      <p:ext uri="{BB962C8B-B14F-4D97-AF65-F5344CB8AC3E}">
        <p14:creationId xmlns:p14="http://schemas.microsoft.com/office/powerpoint/2010/main" val="760782139"/>
      </p:ext>
    </p:extLst>
  </p:cSld>
</p:sld>
</file>

<file path=ppt/slides/slide1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A9D653E-2BD5-4AF0-A33E-256B18B9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가까운 장애물 우회와 틱별 탐색 예산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521486C-777B-40BD-93D3-5B998723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앞을 막은 사고 차량을 피하지 못하는 동안 서버 입력까지 늦어지는 문제가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생겼습니다.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79CEDD4-55B9-44B9-AF3C-EE2091D4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우회 가능 공간과 탐색 비용을 함께 관리해야 물리 안전과 조작 신선도를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지킬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86DC376-D5F9-4216-84DD-A91CBAE7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후진 후보 커서·차례 분배·정차 회전 제한을 재현 사례로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BBA95494-52CF-4157-98CB-510BFDB6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L01~L03의 이벤트 루프·실제 시간·lease와 L11 경로를 이해해야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A95FF7C2-786E-43CB-9654-154955C7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158 / 204</a:t>
            </a:r>
          </a:p>
        </p:txBody>
      </p:sp>
    </p:spTree>
    <p:extLst>
      <p:ext uri="{BB962C8B-B14F-4D97-AF65-F5344CB8AC3E}">
        <p14:creationId xmlns:p14="http://schemas.microsoft.com/office/powerpoint/2010/main" val="1925812582"/>
      </p:ext>
    </p:extLst>
  </p:cSld>
</p:sld>
</file>

<file path=ppt/slides/slide1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1AFB032-D25B-4478-B031-29CB0824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왜 가까운 장애물 앞에서 후진이 필요할까요?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DD647A2-D51D-4B4B-9E0C-74A7C882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차량 바로 앞에 사고 물체가 있으면 옆 차선이 비어도 앞부분을 돌릴 공간이 부족할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있습니다. 목표점만 옆으로 이동시키면 차체 모서리가 장애물을 통과합니다. 차량은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길이·폭·최소 회전 반경을 가진 몸체입니다.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F08567CE-0708-4569-B8BA-E76BB1A0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그래서 현재 판단은 안전한 전진 우회 후보를 찾고, 충분히 가까운 지속 장애물에서는 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공간을 확인해 후진으로 전환 여유를 만드는 후보도 찾습니다. 뒤에 다른 차가 있으면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후진해서는 안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ECE9BB8-41BA-4721-B4C5-0AC82FD0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기다린다는 결과가 항상 잘못된 것은 아닙니다. 공간이 실제로 없거나 손상으로 운행 불가일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 반대로 후보를 검사하느라 입력 처리가 멈추면 계산 구조의 문제입니다. 이 수업은 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원인을 구분하는 법을 배웁니다.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A083B28-57CF-4BC4-993D-EE94087D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159 / 204</a:t>
            </a:r>
          </a:p>
        </p:txBody>
      </p:sp>
    </p:spTree>
    <p:extLst>
      <p:ext uri="{BB962C8B-B14F-4D97-AF65-F5344CB8AC3E}">
        <p14:creationId xmlns:p14="http://schemas.microsoft.com/office/powerpoint/2010/main" val="300578460"/>
      </p:ext>
    </p:extLst>
  </p:cSld>
</p:sld>
</file>

<file path=ppt/slides/slide1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D37C5CC-5B84-48B3-8A60-F4230AB9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국소 우회는 점 하나보다 차체 전체의 이동을 검사합니다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288A7A3-6C8E-4C8E-95DB-9D398258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local bypass는 짧은 경로를 만들어 장애물 옆을 지나 기존 도로로 합류하는 계획입니다. 현재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후보는 옆 이동량과 전환 길이를 달리하고 좌우를 확인합니다. 최소 회전 반경이 크면 같은 옆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이동에 더 긴 공간이 필요합니다.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C0D3A21-6E8D-4AAF-B3F3-72E5425B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 중심만 빈 곳에 있다고 안전한 것은 아닙니다. 회전 중 바깥 모서리가 더 넓게 지나갑니다.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후보를 따라 차체가 차지할 영역과 도로·지면·장애물을 검사해야 화면에서 물체를 통과하는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계획을 막을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8487D28D-C09C-4750-ABFA-CCE11595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후보 집합은 유한하고 검사는 보수적입니다. 사람이 보기에는 통과할 것 같아도 현재 후보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형태나 안전 여유 안에서는 실패할 수 있습니다. 영상 인식 기반 운전자 지능이 아니라 서버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도로·형상 자료를 사용한 제한된 계획기입니다.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F9EBA57-E82D-4914-BC5F-4C8D3D55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160 / 204</a:t>
            </a:r>
          </a:p>
        </p:txBody>
      </p:sp>
    </p:spTree>
    <p:extLst>
      <p:ext uri="{BB962C8B-B14F-4D97-AF65-F5344CB8AC3E}">
        <p14:creationId xmlns:p14="http://schemas.microsoft.com/office/powerpoint/2010/main" val="1706824972"/>
      </p:ext>
    </p:extLst>
  </p:cSld>
</p:sld>
</file>

<file path=ppt/slides/slide1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451DDC1C-FBB7-4682-920B-B16E046E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회전하는 차체가 필요한 공간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3597adba8439c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DEA342D1-6D9D-4A96-A600-73116578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A9677DD0-CE13-470A-965C-E3847DF1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가는 경로선만 비어 있어도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트럭 전체가 지나간다는 뜻은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4B0D132F-5A43-48B6-9CD2-E7F9EC7B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Clear corridor는 차체 폭과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회전 중 모서리가 차지하는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공간까지 비어 있습니다.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5BA1C927-E679-493F-8E6D-249C40DB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Blocked corridor는 선이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통과해도 차체가 장애물과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겹쳐서 사용할 수 없습니다.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66DFAAD7-08FF-4DC4-A22F-6CAE7BD1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A7C54027-EEA6-44C6-8A8C-56C44EA0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161 / 204</a:t>
            </a:r>
          </a:p>
        </p:txBody>
      </p:sp>
    </p:spTree>
    <p:extLst>
      <p:ext uri="{BB962C8B-B14F-4D97-AF65-F5344CB8AC3E}">
        <p14:creationId xmlns:p14="http://schemas.microsoft.com/office/powerpoint/2010/main" val="1011156367"/>
      </p:ext>
    </p:extLst>
  </p:cSld>
</p:sld>
</file>

<file path=ppt/slides/slide1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D8E4E01-AC0C-4D36-8917-CA37FC9C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회전하는 차체가 필요한 공간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553BA57-7799-4F89-922F-EE166E24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그림은 차량 중심 경로와 차체 전체 통과 공간의 차이를 보여 주는 교육용 개념도입니다. 실제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접촉 판단은 서버 형상과 도로 자료를 사용합니다.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CB6A47E-6315-460D-98FE-FC421E33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조향하면서 앞으로 나가는 차는 모서리가 넓은 영역을 지나갑니다. 앞 공간이 부족하면 뒤쪽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안전 여유를 확인한 뒤 후진 후보를 평가하며, 공간이 없으면 통과를 강제로 허용하지 않습니다.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8749ECF-F631-4346-850F-61FFAF61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162 / 204</a:t>
            </a:r>
          </a:p>
        </p:txBody>
      </p:sp>
    </p:spTree>
    <p:extLst>
      <p:ext uri="{BB962C8B-B14F-4D97-AF65-F5344CB8AC3E}">
        <p14:creationId xmlns:p14="http://schemas.microsoft.com/office/powerpoint/2010/main" val="1296898088"/>
      </p:ext>
    </p:extLst>
  </p:cSld>
</p:sld>
</file>

<file path=ppt/slides/slide1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9E5B3CDA-DA54-4E9C-AD15-F754A470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실패한 후진 거리의 다음 후보를 저장합니다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802999CB-F1F7-4018-A7C7-2A4F314D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cpp/host/src/simulation_host_npc.cpp:547-555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EAA8849A-8956-4B42-97C9-4BE82876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BB985F90-4D24-419B-B38C-E4E7F535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549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555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72EACE90-E13E-4912-B83C-3C2A9EF1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 local_obstacles=npc_local_obstacles(npc);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(!try_npc_lane_change(npc, requested, false)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&amp;&amp; !try_npc_local_bypass(npc, requested, false,&amp;local_obstacles))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npc.next_reverse_probe_m = requested + 0.5;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npc.navigation_search_requested = npc.next_reverse_probe_m &lt;= maximum + 1e-6;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(!npc.navigation_search_requested) npc.next_reverse_probe_m = 0.0;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return false;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npc.next_reverse_probe_m = 0.0;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B81700B4-1310-4C4F-8498-5AF78459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requested에서 두 우회 경로가 실패하면 다음 거리를 0.5m 늘립니다. 남은 한도 안에서 요청을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유지하고 반환합니다.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E2CD8469-5172-44AB-A9C8-D30F8836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163 / 204</a:t>
            </a:r>
          </a:p>
        </p:txBody>
      </p:sp>
    </p:spTree>
    <p:extLst>
      <p:ext uri="{BB962C8B-B14F-4D97-AF65-F5344CB8AC3E}">
        <p14:creationId xmlns:p14="http://schemas.microsoft.com/office/powerpoint/2010/main" val="525612508"/>
      </p:ext>
    </p:extLst>
  </p:cSld>
</p:sld>
</file>

<file path=ppt/slides/slide1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E80FE72D-A605-4C9E-9470-CD354E54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커서는 다음 계산 위치이며 순간이동 거리가 아닙니다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7D94729-C42C-4A06-97FB-25D81542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next_reverse_probe_m은 다음에 검사할 후진 거리입니다. 0.5m, 1.0m, 1.5m처럼 후보를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진행합니다. 사고 ID가 있는 장애물의 최대 후진 한도 16m는 0.5m 간격에서 최대 32개 거리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후보가 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477B7A82-59B2-4B09-BDB9-43788751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옛 구현은 여러 후진 후보를 한 콜백에서 모두 시도할 수 있었습니다. 각 후보 안에도 도로와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충돌 검사가 있으므로 모두 실패하는 좁은 장면이 오히려 오래 걸립니다. 현재는 한 후보를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처리하고 다음 계산 위치를 저장합니다.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9A7B301-8059-4A26-9C20-FED9D88A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0.5m는 실제 위치를 그만큼 한 번에 옮기는 값이 아닙니다. 계획 성공 뒤에도 정지와 후진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운동을 별도로 진행합니다. 장애물 ID·차선·기준 위치가 바뀌면 오래된 후보를 그대로 이어 가지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않도록 커서를 다시 잡습니다.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AD87D32-4109-4682-BCE0-F004DA4E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164 / 204</a:t>
            </a:r>
          </a:p>
        </p:txBody>
      </p:sp>
    </p:spTree>
    <p:extLst>
      <p:ext uri="{BB962C8B-B14F-4D97-AF65-F5344CB8AC3E}">
        <p14:creationId xmlns:p14="http://schemas.microsoft.com/office/powerpoint/2010/main" val="2060904784"/>
      </p:ext>
    </p:extLst>
  </p:cSld>
</p:sld>
</file>

<file path=ppt/slides/slide1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06FD6B04-DF19-4E67-A0F0-313A5E89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후진으로 공간을 만든 뒤 우회하는 개념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01e3afc5c4858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165ABCDF-417A-4121-AC8D-B0936636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DA9BA8C7-512C-48B1-93FE-611E44DA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바로 꺾을 공간이 부족하면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뒤쪽 통과 공간을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2BA447FE-0F5F-466B-AE88-6BBFD474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69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후진은 조향 곡선에 필요한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여유를 만드는 과정입니다.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17F2EF70-83C7-4861-8E35-A9F1F819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2813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앞으로 진행하는 우회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경로도 차체 전체의 충돌과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회전 반경을 검사합니다.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3FF68076-E14F-4D00-AE84-0B586D8E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CC8F2EDB-DF7B-4261-B7B7-2FE82513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165 / 204</a:t>
            </a:r>
          </a:p>
        </p:txBody>
      </p:sp>
    </p:spTree>
    <p:extLst>
      <p:ext uri="{BB962C8B-B14F-4D97-AF65-F5344CB8AC3E}">
        <p14:creationId xmlns:p14="http://schemas.microsoft.com/office/powerpoint/2010/main" val="731085467"/>
      </p:ext>
    </p:extLst>
  </p:cSld>
</p:sld>
</file>

<file path=ppt/slides/slide1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AEA3FED-F5EA-4D1E-B301-6932AAFB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후진으로 공간을 만든 뒤 우회하는 개념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7F2C422-53C8-4BA3-9DCC-D09559E4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그림의 후진 경로는 앞부분을 돌릴 여유를 만드는 과정입니다. 앞과 옆이 비어 보여도 실제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뒤쪽 공간과 차체 형상 검사가 통과해야 실행할 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428FCAE-F952-4E55-B169-F13A3B67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계획을 찾는 과정과 차량이 경로를 주행하는 과정은 별개입니다. 실패 후보를 검사하는 동안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차를 장애물 너머로 옮기면 안 되며, 매 단계의 주변 상태를 다시 확인합니다.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359639D-CEF3-4572-B5E6-EF430986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166 / 204</a:t>
            </a:r>
          </a:p>
        </p:txBody>
      </p:sp>
    </p:spTree>
    <p:extLst>
      <p:ext uri="{BB962C8B-B14F-4D97-AF65-F5344CB8AC3E}">
        <p14:creationId xmlns:p14="http://schemas.microsoft.com/office/powerpoint/2010/main" val="1243206710"/>
      </p:ext>
    </p:extLst>
  </p:cSld>
</p:sld>
</file>

<file path=ppt/slides/slide1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1551B4D4-E4AB-4341-9B4B-FF246A8B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 전체에서 한 탐색 차례를 고릅니다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E30243E3-8573-4A7E-A76C-753955EE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cpp/host/src/simulation_host_npc.cpp:1076-1086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FD9DFA8D-F7CF-47F5-84B2-D2D6B9B7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8ABC7928-532A-40E7-B6F9-A34BE5EE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743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1076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1077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1078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1079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1081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1082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1083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1084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1085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1086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12830475-30C2-445E-8816-EBEBD0CB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743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std::uint32_t first_requested = 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(enabled) for (const auto&amp; npc : lane_npcs_)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(!npc.navigation_search_requested || npc.lane_change || npc.local_bypass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|| !npc.reaction.recovery.allows_driving()) continue;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(first_requested == 0 || npc.entity_id &lt; first_requested) first_requested =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npc.entity_id;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(npc.entity_id &gt; npc_search_after_entity_id_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&amp;&amp; (npc_search_entity_id_ == 0 || npc.entity_id &lt; npc_search_entity_id_))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npc_search_entity_id_ = npc.entity_id;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(npc_search_entity_id_ == 0) npc_search_entity_id_ = first_requested;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if (npc_search_entity_id_ != 0) npc_search_after_entity_id_ =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npc_search_entity_id_;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1D6F577D-5ECE-4A54-81A1-18050DD3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요청자를 순환 선택합니다. 한 틱에는 차량 전체에서 한 proposal만 배정합니다.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4C19595-2D1B-4769-98E7-49DC1486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167 / 204</a:t>
            </a:r>
          </a:p>
        </p:txBody>
      </p:sp>
    </p:spTree>
    <p:extLst>
      <p:ext uri="{BB962C8B-B14F-4D97-AF65-F5344CB8AC3E}">
        <p14:creationId xmlns:p14="http://schemas.microsoft.com/office/powerpoint/2010/main" val="2028093489"/>
      </p:ext>
    </p:extLst>
  </p:cSld>
</p:sld>
</file>

<file path=ppt/slides/slide1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2F3E3E3-14BC-48B8-B27D-1532CBCF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3대가 계속 요청하는 동안의 차례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틱 차례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ID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다른 차량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번째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proposal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 번째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기회 순환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 번째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기아 방지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네 번째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후속 후보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0BFE50A2-CD66-448B-AB82-FAB09945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ID 1001·1002·1003이 계속 요청하고 실행 가능한 조건이라고 가정합니다. 호스트는 틱마다 전체 차량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중 한 proposal을 선택합니다. 대기 차량은 후보 커서를 소비하지 않습니다.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E0AC2163-1190-4D49-84BD-A728BAE6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proposal 하나 내부에도 여러 검사가 있습니다. 이 규칙은 작업 수 상한이며 모든 PC에서 한 틱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16.67ms 이내라는 절대 시간 보장은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41063BA-2BE1-4A87-9866-E1204343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168 / 204</a:t>
            </a:r>
          </a:p>
        </p:txBody>
      </p:sp>
    </p:spTree>
    <p:extLst>
      <p:ext uri="{BB962C8B-B14F-4D97-AF65-F5344CB8AC3E}">
        <p14:creationId xmlns:p14="http://schemas.microsoft.com/office/powerpoint/2010/main" val="2125082007"/>
      </p:ext>
    </p:extLst>
  </p:cSld>
</p:sld>
</file>

<file path=ppt/slides/slide1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1931B0A5-0D3C-42E8-B7C7-ACAB00B0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32개 후보 소진과 재탐색을 확인하는 회귀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458CC55D-F8FA-4109-82D0-A536F989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cpp/host/tests/npc_search_budget_test.cpp:205-210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1A145FFB-1E12-4F6E-B009-87C725C2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085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2F002C10-165A-42AA-B718-3E8BEA2F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205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206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207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208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209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210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61CEF678-B5F1-43FA-8EBD-BC8AAC9E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for (std::size_t index = 0; index &lt; previous.size(); ++index)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require(previous[index].search_steps &gt;= 6 &amp;&amp; maximum_probe[index] &gt;= 2.5,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"no NPC may starve while another explores repeated reverse candidates");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(full_search)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require(maximum_probe[index] == 16.0 &amp;&amp; exhausted[index] &amp;&amp; retried[index],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"every accident search must exhaust all 32 reverse proposals and later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retry without starvation");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39E9DCB1-962E-4D68-B7F2-0D426A79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 차량의 커서가 16m에 도달하고 소진 뒤 다시 요청했는지 검사합니다. 성공하기 쉬운 장면 대신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실패 후보가 계속 나오는 좁은 도로를 사용합니다.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4B5CF5FE-65CC-4312-9825-D608247B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169 / 204</a:t>
            </a:r>
          </a:p>
        </p:txBody>
      </p:sp>
    </p:spTree>
    <p:extLst>
      <p:ext uri="{BB962C8B-B14F-4D97-AF65-F5344CB8AC3E}">
        <p14:creationId xmlns:p14="http://schemas.microsoft.com/office/powerpoint/2010/main" val="1921618408"/>
      </p:ext>
    </p:extLst>
  </p:cSld>
</p:sld>
</file>

<file path=ppt/slides/slide1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32E3A8A-95B9-4EDB-AAAF-6F4537A1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실제 stale 사례와 정차 회전을 각각 고친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002B8DC-0105-4C0E-A11B-E83520E3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2026-09-08 로그에는 마감 초과 61~63과 마지막 입력 후 약 1036~1089ms의 제어권 만료가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있었습니다. 인터넷 단절로 확정할 수 없었고, 주 루프의 32개 동기 후보 탐색이 입력 처리를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막는 재현이 원인이었습니다.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4FCA24E-2F64-4322-B05D-BCEC6DE4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시간 제한을 늘리는 대신 커서와 차량 전체 차례를 적용했습니다. 3대 스트레스 회귀는 틱별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탐색 증가 최대 1, 전체 후보 소진과 새 Play 초기화를 검사합니다. 약 49.38ms 최대 틱 관측은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대기와 당시 부하를 포함해 일반 성능 보장으로 쓰면 안 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45BBC79-8882-42FA-AA00-730D7C76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정차 중 방향 보정은 별도 문제입니다. 경로 yaw 변화는 이동 거리÷최소 반경으로 제한하여 0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이동에서 0 회전이 되게 합니다. 충돌 각운동량은 별도여서 정지차가 부딪혀 회전하는 반응까지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제거한 것은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45A28CF-1EA6-46D3-98B5-456AB428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170 / 204</a:t>
            </a:r>
          </a:p>
        </p:txBody>
      </p:sp>
    </p:spTree>
    <p:extLst>
      <p:ext uri="{BB962C8B-B14F-4D97-AF65-F5344CB8AC3E}">
        <p14:creationId xmlns:p14="http://schemas.microsoft.com/office/powerpoint/2010/main" val="1690609873"/>
      </p:ext>
    </p:extLst>
  </p:cSld>
</p:sld>
</file>

<file path=ppt/slides/slide1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70DF89E-43E7-40CE-9DE9-290C6D08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번의 긴 탐색을 여러 틱으로 나누기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7b05cf9e34cd9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2FC00FBD-5F3B-473A-A621-876FE4EB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01FA7F2F-2731-43DA-B2E3-0614F44C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위쪽의 긴 탐색은 다른 입력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처리와 상태 발행을 늦출 수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00BE29D3-7DE7-4B65-857E-9F4726BD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아래쪽은 후보 검사를 여러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틱에 나누어 다음 입력도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처리하는 방식입니다.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45E716E1-3BB3-4810-9852-45012BD4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계산을 나눠도 차량마다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탐색 기회가 돌아가도록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순서를 관리해야 합니다.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151A7F29-E45D-478D-8905-E506DF28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0AE9C720-8A17-4305-90DC-F4D063A4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171 / 204</a:t>
            </a:r>
          </a:p>
        </p:txBody>
      </p:sp>
    </p:spTree>
    <p:extLst>
      <p:ext uri="{BB962C8B-B14F-4D97-AF65-F5344CB8AC3E}">
        <p14:creationId xmlns:p14="http://schemas.microsoft.com/office/powerpoint/2010/main" val="249817905"/>
      </p:ext>
    </p:extLst>
  </p:cSld>
</p:sld>
</file>

<file path=ppt/slides/slide1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BA16592-FBC2-44EE-8C1F-C32CB828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그림 해설: 한 번의 긴 탐색을 여러 틱으로 나누기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C02F5DB-CEE1-40BF-B16E-10F5A628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한 콜백이 모든 후진 후보를 탐색하면 입력 읽기와 상태 전송도 기다릴 수 있습니다. 그림은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상위 탐색 작업을 나누어 이벤트 루프가 다시 돌아올 기회를 만드는 원리를 보여 줍니다.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C17023D-F7AC-4C5E-8830-B6E14899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proposal의 내부 비용은 여전히 측정해야 합니다. 제한된 작업 수와 실제 소요시간을 함께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기록해야 코드 구조의 보장과 PC 환경의 관측을 구별할 수 있습니다.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347CDD3-3BE3-458B-8951-6555AE52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172 / 204</a:t>
            </a:r>
          </a:p>
        </p:txBody>
      </p:sp>
    </p:spTree>
    <p:extLst>
      <p:ext uri="{BB962C8B-B14F-4D97-AF65-F5344CB8AC3E}">
        <p14:creationId xmlns:p14="http://schemas.microsoft.com/office/powerpoint/2010/main" val="2129452072"/>
      </p:ext>
    </p:extLst>
  </p:cSld>
</p:sld>
</file>

<file path=ppt/slides/slide1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E3E0A7A-3D82-4FA4-B097-E7EB5638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공간 문제와 계산 문제를 진단하기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2C44223-E253-4E81-BA88-119123D6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앞에는 사고 차량, 옆에는 좁은 경계가 있고 후방만 충분하다고 가정합니다. 0.5m씩 16m까지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검사하면 거리 후보는 몇 개인가요? 매 후보를 한 콜백에서 검사할 때 제어권 만료와 연결되는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이유를 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17F68394-F2E9-472F-A8C0-79228F71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3대가 지속 요청할 때 첫 여섯 선택 ID를 쓰고, 대기 차량의 next_reverse_probe_m이 변하면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어떤 계약을 어긴 것인지 적어 보세요. 한 틱 작업 최대 1이 실제 소요시간 최대 16.67ms를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보장하는지도 판단하세요.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33DDA85-BEAA-44C5-8BF3-526BE7DB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이동량이 0인 NPC의 경로 방향 보정과 충돌로 생기는 회전을 동일하게 금지해도 될까요?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뒤에 차량이 있는데 후보가 오래 실패했다는 이유로 후진을 강제로 허용하면 안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되는 이유를 답해 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5C88021-7C50-4AEF-BF20-F01224EC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173 / 204</a:t>
            </a:r>
          </a:p>
        </p:txBody>
      </p:sp>
    </p:spTree>
    <p:extLst>
      <p:ext uri="{BB962C8B-B14F-4D97-AF65-F5344CB8AC3E}">
        <p14:creationId xmlns:p14="http://schemas.microsoft.com/office/powerpoint/2010/main" val="1543030615"/>
      </p:ext>
    </p:extLst>
  </p:cSld>
</p:sld>
</file>

<file path=ppt/slides/slide1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52A5869-12F0-4B09-A574-A3551DF6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안전 공간과 실행 예산을 함께 지킵니다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E527A68-A6C1-4B51-911F-FF261AC2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후진 거리 후보는 16÷0.5=32개입니다. 같은 이벤트 루프의 긴 동기 계산은 입력 읽기까지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지연시켜 soft·hard 실제 시간 기준을 넘길 수 있습니다. 구조적으로 일을 나누는 해법과 시간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제한을 느슨하게 하는 해법은 효과가 다릅니다.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AC87806-27AC-40D7-A7CA-7390A003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차례는 1001,1002,1003,1001,1002,1003입니다. 대기 차량이 커서를 소비하면 예산 밖 탐색이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발생합니다. proposal 최대 1은 결정적인 작업 수 조건이며 내부 검사 비용이나 운영체제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부하까지 고정하지 않습니다.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C15CE00-7EDF-455D-923D-3607A31E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경로 추종의 제자리 회전은 제한하지만 충돌 각운동량은 유지해야 합니다. 계획 대기가 길어도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후방 안전 조건은 사라지지 않습니다. 이 기준을 확인한 다음 기록·재생으로 같은 장면을 다시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계산하여 수정 결과를 비교하겠습니다.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FE34B04-1E3D-4365-BD4D-0DC84F6A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174 / 204</a:t>
            </a:r>
          </a:p>
        </p:txBody>
      </p:sp>
    </p:spTree>
    <p:extLst>
      <p:ext uri="{BB962C8B-B14F-4D97-AF65-F5344CB8AC3E}">
        <p14:creationId xmlns:p14="http://schemas.microsoft.com/office/powerpoint/2010/main" val="912526118"/>
      </p:ext>
    </p:extLst>
  </p:cSld>
</p:sld>
</file>

<file path=ppt/slides/slide1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6B64548-6464-48CF-BCB9-CBBDC2B8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1201A0F-1F49-4DDB-BE9D-0A9FB7DD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후진 후보 커서·차례 분배·정차 회전 제한을 재현 사례로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B2D7F6C-8166-4DDE-BCA0-9ABF0660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우회 가능 공간과 탐색 비용을 함께 관리해야 물리 안전과 조작 신선도를 지킬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B98A444B-6960-4D28-80D5-C285BBC5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이제 같은 장면을 기록하고 수정 후 재실행해 결과를 검증하는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방법으로 넘어갑니다.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8060279-8E06-4943-A1D9-A0F54349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C6  L12     175 / 204</a:t>
            </a:r>
          </a:p>
        </p:txBody>
      </p:sp>
    </p:spTree>
    <p:extLst>
      <p:ext uri="{BB962C8B-B14F-4D97-AF65-F5344CB8AC3E}">
        <p14:creationId xmlns:p14="http://schemas.microsoft.com/office/powerpoint/2010/main" val="306396671"/>
      </p:ext>
    </p:extLst>
  </p:cSld>
</p:sld>
</file>

<file path=ppt/slides/slide1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0362592-C245-47B3-9645-A62BAF04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7장 기록·재현·독립 진단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C387ECC-0D38-4A6B-871B-83628363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 장의 목적: 눈으로 확인한 결과를 반복 가능한 실험과 근거 있는 설명으로 바꿉니다.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56D984D-D102-4538-976E-5E3DE8D0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9664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먼저 익힐 내용: 앞 챕터의 입력·접지·충돌·NPC 책임을 구분할 수 있어야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A2F365D-B24C-4EFB-9B33-A6204864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34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학습 목표: 화면 재생과 ego 물리 재실행의 증거 범위를 구별합니다. 재현 조건·가설·회귀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검사를 스스로 작성합니다.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22F1F74E-225F-46C6-B6FC-787D8F9F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24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완료 기준: 프로젝트에서 해결한 한 사례를 코드와 수치로 설명하는 진단 보고서를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완성합니다.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FD8EBEE-ABF7-4AE4-9469-FA7EDCBD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   176 / 204</a:t>
            </a:r>
          </a:p>
        </p:txBody>
      </p:sp>
    </p:spTree>
    <p:extLst>
      <p:ext uri="{BB962C8B-B14F-4D97-AF65-F5344CB8AC3E}">
        <p14:creationId xmlns:p14="http://schemas.microsoft.com/office/powerpoint/2010/main" val="332207471"/>
      </p:ext>
    </p:extLst>
  </p:cSld>
</p:sld>
</file>

<file path=ppt/slides/slide1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3D02C3A-FCE3-4792-AC50-E4437134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장의 학습 순서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250F19DC-D3C9-4621-ACC1-622B82E8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L13 화면 재생과 물리 재실행의 증거 · 178쪽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snapshot 재생·ego 물리 기록·identity·회귀 수준을 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5BAEB1B-B525-447F-854D-2045E12E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L14 혼자 작성하는 재현과 진단 보고서 · 192쪽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단위 계산과 상태 추적을 포함한 한 장의 재현 보고서를 완성합니다.</a:t>
            </a:r>
          </a:p>
        </p:txBody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A3F8D2B-A4E8-44E7-B043-94EBB330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   177 / 204</a:t>
            </a:r>
          </a:p>
        </p:txBody>
      </p:sp>
    </p:spTree>
    <p:extLst>
      <p:ext uri="{BB962C8B-B14F-4D97-AF65-F5344CB8AC3E}">
        <p14:creationId xmlns:p14="http://schemas.microsoft.com/office/powerpoint/2010/main" val="2034993392"/>
      </p:ext>
    </p:extLst>
  </p:cSld>
</p:sld>
</file>

<file path=ppt/slides/slide1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B65152DB-90F2-483D-8C03-1A1BC3F4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화면 재생과 물리 재실행의 증거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55CB24C-1C90-483D-B190-286F463F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같은 주행 영상을 다시 보는 것으로 물리식이 같은 결과를 낸다고 증명할 수는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없습니다.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E9A1F87-E47A-4990-ABF9-58A99D88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기록 대상과 실행 조건을 구별해야 수정 전후를 같은 실험으로 비교할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B00BEE3-F02F-4AC7-A96E-001824E8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snapshot 재생·ego 물리 기록·identity·회귀 수준을 설명합니다.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55FA3A36-CD1C-477E-9820-60ABF3B4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입력·외부 충돌 proxy·고정 dt의 역할을 알고 있어야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0714D210-432B-4F98-BB5E-BF22748E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178 / 204</a:t>
            </a:r>
          </a:p>
        </p:txBody>
      </p:sp>
    </p:spTree>
    <p:extLst>
      <p:ext uri="{BB962C8B-B14F-4D97-AF65-F5344CB8AC3E}">
        <p14:creationId xmlns:p14="http://schemas.microsoft.com/office/powerpoint/2010/main" val="1858189319"/>
      </p:ext>
    </p:extLst>
  </p:cSld>
</p:sld>
</file>

<file path=ppt/slides/slide1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1DFD624-945A-42BB-A627-FDB43BD0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화면을 보는 것과 같은 계산을 하는 것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69E09FE-A679-4F28-B4BA-874B4B2E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사고 장면을 다시 보기 위해 영상을 저장할 수 있습니다. 하지만 영상은 픽셀 결과를 보여 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뿐, 당시 입력과 충돌체로 물리식이 어떻게 계산됐는지는 다시 실행하지 않습니다. 시각 확인과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수치 재현의 목적을 나누어야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D7AE96D7-9CDF-4233-905D-769756B0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Unreal 주행 재생은 수신한 authoritative snapshot을 기록해 ghost로 보여 줍니다. 경로와 상태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표현을 다시 보기 좋지만 입력으로 물리를 새로 풀어 같은 위치가 나오는지를 검증하는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기능과는 다릅니다.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25C234D-3FDD-46D3-B8F2-783AF18A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서버의 물리 기록은 입력·외부 충돌 상태·실행 조건·결과를 저장합니다. 같은 조건으로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VehiclePhysics를 다시 실행해 오차를 비교하려면 이런 재료가 필요합니다. 이 수업은 어느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종류의 증거가 어떤 주장까지 지원하는지 구분합니다.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461F035-A12D-468E-8FEB-CF3C851D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179 / 204</a:t>
            </a:r>
          </a:p>
        </p:txBody>
      </p:sp>
    </p:spTree>
    <p:extLst>
      <p:ext uri="{BB962C8B-B14F-4D97-AF65-F5344CB8AC3E}">
        <p14:creationId xmlns:p14="http://schemas.microsoft.com/office/powerpoint/2010/main" val="1160582564"/>
      </p:ext>
    </p:extLst>
  </p:cSld>
</p:sld>
</file>

<file path=ppt/slides/slide1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390EACD-280B-485E-A6BE-616BDF70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ego 물리 재생에 외부 proxy가 필요한 이유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98A30BC-FD68-4F41-996C-F03E3E1E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ego는 검증 대상인 내 차량을 뜻합니다. 같은 가속과 조향을 넣어도 옆 차량이 다른 위치에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있으면 충돌 결과가 달라집니다. 입력만 기록해서는 당시 물리 조건을 완전히 설명할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없습니다.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3C9495A-867C-4ADB-BB02-66899F3B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PhysicsReplayRecorder는 매 틱 외부 충돌 proxy를 함께 저장합니다. 재실행에서는 기록한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proxy를 사용하여 ego 물리를 비교합니다. 교통 AI 전체를 다시 실행해 모든 NPC가 독립적으로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결정을 내리는지 확인하는 범위는 아닙니다.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D9D4F8BE-AA4E-4324-A4EB-7CBAAD69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범위를 알아야 재생이 통과했을 때 과장하지 않습니다. 내 차량 계산이 같은 외부 조건에서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재현된다는 증거와 전체 도시 시뮬레이션의 결정성이 증명됐다는 주장은 다릅니다. 필요한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검증 범위에 따라 기록을 선택해야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70D5B17-2AAA-498E-A768-7BB729FE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180 / 204</a:t>
            </a:r>
          </a:p>
        </p:txBody>
      </p:sp>
    </p:spTree>
    <p:extLst>
      <p:ext uri="{BB962C8B-B14F-4D97-AF65-F5344CB8AC3E}">
        <p14:creationId xmlns:p14="http://schemas.microsoft.com/office/powerpoint/2010/main" val="715716098"/>
      </p:ext>
    </p:extLst>
  </p:cSld>
</p:sld>
</file>

<file path=ppt/slides/slide1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66F6A58D-4A23-406A-BBC2-88BC71C3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저장 상태를 보여 주는 재생과 물리를 다시 푸는 검증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1e3a76a3749e1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ADE438AC-47A2-4FB6-93C2-E878C94E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B299CD85-0D00-4026-9026-A236DDEE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위 ghost는 저장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snapshot으로 당시 경로를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표시합니다.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868F1644-AC7D-4EE3-B995-878A0D6A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아래는 입력·외부 proxy·고정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조건으로 ego 물리를 다시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풉니다.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44D1B443-D202-4725-82E3-FF7B3215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계산 결과와 기록 결과를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비교하며 전체 NPC 판단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재현은 아닙니다.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E6A60C6A-A5D0-4280-9A34-064C9BAF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6CCD708-AFC7-4A14-8E9A-6DEBD9EF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181 / 204</a:t>
            </a:r>
          </a:p>
        </p:txBody>
      </p:sp>
    </p:spTree>
    <p:extLst>
      <p:ext uri="{BB962C8B-B14F-4D97-AF65-F5344CB8AC3E}">
        <p14:creationId xmlns:p14="http://schemas.microsoft.com/office/powerpoint/2010/main" val="770437508"/>
      </p:ext>
    </p:extLst>
  </p:cSld>
</p:sld>
</file>

<file path=ppt/slides/slide1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12BFD25-FFC1-48A2-B187-A87848C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기록 종류에 맞는 질문 고르기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0421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 자료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답할 수 있는 질문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영상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렌더링 픽셀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무엇이 어색하게 보였나요?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Unreal ghost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 snapshot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당시 상태 경로는 어땠나요?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물리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입력·proxy·조건·결과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물리가 재현되나요?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62CA7FDC-B113-4CF7-A8E1-4E2A68ED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568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어색한 운전자 자세는 영상과 상태 재생이 유용합니다. 반면 같은 입력에서 차량 위치가 달라지는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문제는 물리 기록과 오차 비교가 더 직접적입니다. 자료를 많이 저장하는 것보다 목적을 먼저 정하세요.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BF5BFBDF-C1BD-46C0-996E-D4A27830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341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표의 세 종류는 서로 대체재라기보다 다른 증거입니다. 하나가 통과해도 나머지 책임이 자동으로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맞아지는 것은 아닙니다.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68BA6AF-20C3-4384-94A4-66B65F1A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182 / 204</a:t>
            </a:r>
          </a:p>
        </p:txBody>
      </p:sp>
    </p:spTree>
    <p:extLst>
      <p:ext uri="{BB962C8B-B14F-4D97-AF65-F5344CB8AC3E}">
        <p14:creationId xmlns:p14="http://schemas.microsoft.com/office/powerpoint/2010/main" val="1298004627"/>
      </p:ext>
    </p:extLst>
  </p:cSld>
</p:sld>
</file>

<file path=ppt/slides/slide1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F5F2D16C-78B0-4473-97C0-C325D191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한 틱의 입력과 proxy를 쓰는 코드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A86F07DD-0BBB-44E8-A4CF-C30887B6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cpp/host/src/replay/physics_replay.cpp:348-359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81F3EAD0-172B-4EF2-84E3-363A41B6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743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A225395D-1AA9-47F3-A39E-585D9B36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743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349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359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F0FC7257-579F-4D3C-86D1-6E6714C1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743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void PhysicsReplayRecorder::tick(const VehicleInput&amp; input,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std::vector&lt;KinematicCollisionProxy&gt;&amp; proxies, const VehicleState&amp; state)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(complete_ || invalid_) return;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validate_input(input);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require(proxies.size() &lt;= 255, "proxy count exceeds 255");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auto output = output_line();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output &lt;&lt; "TICK " &lt;&lt; frames_ &lt;&lt; ' ' &lt;&lt; input.throttle &lt;&lt; ' ' &lt;&lt; input.brake &lt;&lt;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' '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&lt;&lt; input.steering &lt;&lt; ' ' &lt;&lt; input.handbrake &lt;&lt; ' '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&lt;&lt; static_cast&lt;unsigned&gt;(input.gear) &lt;&lt; ' ' &lt;&lt; proxies.size();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write_line(output.str());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for (const auto&amp; proxy : proxies) write_line(proxy_line(proxy));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5A6EE813-9578-4030-911C-8ACDEB38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프레임·입력·기어·proxy 수를 기록하고 각 proxy를 뒤에 씁니다.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F752337-6466-4342-BCA5-86E7B4C0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183 / 204</a:t>
            </a:r>
          </a:p>
        </p:txBody>
      </p:sp>
    </p:spTree>
    <p:extLst>
      <p:ext uri="{BB962C8B-B14F-4D97-AF65-F5344CB8AC3E}">
        <p14:creationId xmlns:p14="http://schemas.microsoft.com/office/powerpoint/2010/main" val="1495886194"/>
      </p:ext>
    </p:extLst>
  </p:cSld>
</p:sld>
</file>

<file path=ppt/slides/slide1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38B79D6-5E1A-4CF8-9FAF-EEF303F9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기록은 값의 순서와 단위를 포함한 계약입니다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086FCB0E-181F-42EC-8953-44038D62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완료되거나 유효하지 않은 기록에는 더 쓰지 않습니다. 입력을 검증하고 proxy 개수도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제한합니다. output의 순서는 throttle, brake, steering, handbrake, gear이므로 재생기 역시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같은 의미와 단위로 읽어야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A1A451F-1763-49B3-BA35-8E0D2EA5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프레임 번호는 고정 틱 순서를 구분합니다. 프레임이 빠지거나 순서가 바뀌면 같은 입력 실험이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아닙니다. 결과 상태는 비교 기준이 되지만 그 값을 그대로 적용하면 계산을 검증한 것이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아니라 저장된 결과를 복사한 것뿐입니다.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C925FCC-664D-450B-9EE9-98342EB3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기록 중 reset과 차량 클래스 변화도 사건으로 남아야 다음 상태를 같은 초기조건에서 만들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 파일이 끝까지 완성됐는지와 형식이 유효한지도 중요합니다. 부분 파일이나 변조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자료를 조용히 받아들이면 재현 결과를 믿기 어렵습니다.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220923F-0295-48E0-9724-AF380397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184 / 204</a:t>
            </a:r>
          </a:p>
        </p:txBody>
      </p:sp>
    </p:spTree>
    <p:extLst>
      <p:ext uri="{BB962C8B-B14F-4D97-AF65-F5344CB8AC3E}">
        <p14:creationId xmlns:p14="http://schemas.microsoft.com/office/powerpoint/2010/main" val="1341868726"/>
      </p:ext>
    </p:extLst>
  </p:cSld>
</p:sld>
</file>

<file path=ppt/slides/slide1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33AA2E3-1D7C-4B52-871D-97C9BCFD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재실행 전에 실행 identity를 비교합니다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180FB17A-6D33-4DBC-BCA8-F3CD059E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cpp/host/src/replay/physics_replay.cpp:396-404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0CCCA61-01F3-41E5-864C-AC1508A3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802033C4-C741-4EE0-A592-7D49AE1E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399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404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B3B96F64-87CD-4A81-B66E-9314F5D5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validate_identity(expected_identity);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Reader reader(path);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require(reader.line() == "SIMCORE_PHYSICS_REPLAY 1", "unsupported format/version");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// Canonical max_digits10 formatting gives an exact, locale-independent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// scalar/config/map/executable match, not a permissive approximate one.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require(reader.line() == identity_line(expected_identity),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"build/config/map/spawn/tick identity mismatch");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VehiclePhysics physics(expected_identity.origin_lat, expected_identity.origin_lon,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expected_identity.origin_alt, expected_identity.spawn_heading, parameters,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std::move(ground), std::move(collision));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D1F4465F-ED3C-49E0-A7DC-011AE0CF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형식 버전과 실행 정체성이 정확히 일치해야 물리 객체를 만듭니다. 다른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빌드·설정·지도·시작점·주파수는 같은 실험으로 받아들이지 않습니다.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1138485D-BC20-47D9-B7A4-32F78AF6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185 / 204</a:t>
            </a:r>
          </a:p>
        </p:txBody>
      </p:sp>
    </p:spTree>
    <p:extLst>
      <p:ext uri="{BB962C8B-B14F-4D97-AF65-F5344CB8AC3E}">
        <p14:creationId xmlns:p14="http://schemas.microsoft.com/office/powerpoint/2010/main" val="275787533"/>
      </p:ext>
    </p:extLst>
  </p:cSld>
</p:sld>
</file>

<file path=ppt/slides/slide1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48AC5FE-B70B-48A5-9144-46DC1A84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결정성의 조건을 분명하게 적습니다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A46FB6D-D51F-4300-A133-4E906F3E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결정성은 같은 조건에서 같은 결과를 얻는 성질입니다. 여기서 조건은 키 입력만이 아니라 실행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파일·차량 설정·지도·좌표 원점·시작 방향·dt·외부 충돌 상태까지 포함합니다. identity는 그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조건을 식별하는 정보입니다.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B73A2D7B-17B4-400F-8CBD-FAE0001E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정확한 문자열 비교와 정밀한 숫자 직렬화는 서로 다른 실험을 비슷하다며 섞지 않기 위해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사용합니다. 물리 계수를 바꾼 새 빌드로 예전 파일을 검증하다 거부되는 것도 조건 불일치를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알리는 정상적인 결과일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F1CBFE1D-88BE-4BB3-9CC8-D488805A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특정 환경에서 위치와 yaw 오차 0을 얻었다고 모든 CPU·컴파일러·스레드 순서에서 비트 단위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결정성을 보장하지는 않습니다. 무엇을 고정하고 무엇을 기록했는지 함께 설명해야 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재생기는 실험 조건을 제한하는 도구이기도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1A8FC40-A492-4E0D-A85B-730B0830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186 / 204</a:t>
            </a:r>
          </a:p>
        </p:txBody>
      </p:sp>
    </p:spTree>
    <p:extLst>
      <p:ext uri="{BB962C8B-B14F-4D97-AF65-F5344CB8AC3E}">
        <p14:creationId xmlns:p14="http://schemas.microsoft.com/office/powerpoint/2010/main" val="154617261"/>
      </p:ext>
    </p:extLst>
  </p:cSld>
</p:sld>
</file>

<file path=ppt/slides/slide1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94A2943-0D64-41DD-A718-31193C42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잘못된 실행 조건을 거부하는 테스트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9629D1DE-1C14-4A89-A3CA-891C6C8E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cpp/host/tests/physics_replay_test.cpp:147-156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8178FA10-4930-49A9-ABC3-425BB93A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C7AA9BB6-B984-44BA-9F2D-1394E8C5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149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156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6A03BC5A-5D92-45BB-87BB-2DB43DB9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for (int field = 0; field &lt; 6; ++field)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auto changed = identity;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(field == 0) changed.executable_checksum += "-other";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(field == 1) changed.vehicle_checksum += "-other";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(field == 2) changed.map_checksum += "-other";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(field == 3) changed.physics_hz = 60;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(field == 4) changed.spawn_heading = 5;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(field == 5) changed.origin_alt = 1;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rejects([&amp;] { verify_physics_replay(path, changed, {}, {}, {}); });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1F4438B7-764F-4569-86E3-1CDCD355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실행 파일·차량·지도·주파수·시작 방향·고도 중 하나씩 바꾸어 재생 거부를 요구합니다. 성공 사례만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검사하면 조건 비교 누락을 놓칠 수 있습니다.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F386547-C892-4321-A506-54E66512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187 / 204</a:t>
            </a:r>
          </a:p>
        </p:txBody>
      </p:sp>
    </p:spTree>
    <p:extLst>
      <p:ext uri="{BB962C8B-B14F-4D97-AF65-F5344CB8AC3E}">
        <p14:creationId xmlns:p14="http://schemas.microsoft.com/office/powerpoint/2010/main" val="1235429025"/>
      </p:ext>
    </p:extLst>
  </p:cSld>
</p:sld>
</file>

<file path=ppt/slides/slide1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56FA1847-7851-48E7-9305-CB006B31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테스트 통과와 사용자의 체감을 함께 해석합니다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50145B1-DB69-4892-A326-D1BEF15E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단위 검사는 작은 공식과 경계값을 고정하고 호스트 검사는 세션·틱·NPC 순서를 연결합니다.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소켓 통신 시험은 실제 입력과 상태 전달을 확인합니다. Unreal 인수는 화면과 조작감이 요구에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맞는지 확인합니다.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887B367D-6E21-4EB8-8785-C47F60BF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물리 재생이 통과해도 깜빡이가 너무 약한 문제는 남을 수 있습니다. 반대로 화면이 부드럽다고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hard timeout의 경계가 맞다고 증명할 수는 없습니다. 각 테스트가 준비한 상태·실행한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행동·비교한 결과를 분리해 읽으세요.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692F50FF-8CDA-4F0C-A4D0-217BF81E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연석 사례처럼 접근 주행을 많이 검사해도 정확한 정지 재출발 자세를 빠뜨리면 오류가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남습니다. 실패 조건을 기록하고 다음 회귀에 넣는 과정이 필요합니다. 마지막 수업에서는 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과정을 자신의 진단 문장으로 작성하겠습니다.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41C8A19-A7EB-4FA7-A371-650B08A9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188 / 204</a:t>
            </a:r>
          </a:p>
        </p:txBody>
      </p:sp>
    </p:spTree>
    <p:extLst>
      <p:ext uri="{BB962C8B-B14F-4D97-AF65-F5344CB8AC3E}">
        <p14:creationId xmlns:p14="http://schemas.microsoft.com/office/powerpoint/2010/main" val="612629959"/>
      </p:ext>
    </p:extLst>
  </p:cSld>
</p:sld>
</file>

<file path=ppt/slides/slide1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AAF2745-4E2C-49FF-8D78-1BE8FF1A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확인: 재생 성공으로 무엇을 말할 수 있을까요?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EABFD0E3-8FFE-46D8-97B2-0FBFC281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Unreal ghost에서 주행 경로가 다시 보입니다. 이것만으로 새 빌드의 물리 계산이 이전과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같다고 말할 수 있을까요? 저장 상태를 표시하는 일과 같은 입력으로 계산하는 일의 차이를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설명하세요.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09E8846-5E8F-412D-BBB6-A863DED3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서버 물리 재생이 입력 외에 외부 proxy를 기록하는 이유를 차끼리 충돌 예로 적으세요. 이어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차량 질량을 바꾼 뒤 이전 identity와 일치하지 않아 거부됐을 때 검증을 무시하면 어떤 문제가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생길지 판단하세요.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5A511EDB-A924-42B6-A8E4-13361E25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마지막으로 특정 실행에서 위치 오차 0이었다는 사실을 포트폴리오에 쓰려고 합니다. 고정한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빌드·설정·지도·틱과 ego 범위를 어떻게 함께 적을지 한 문장을 작성하세요. 검증하지 않은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범위도 한 문장으로 남겨 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0DFD946-EF94-4841-A85E-6430B517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189 / 204</a:t>
            </a:r>
          </a:p>
        </p:txBody>
      </p:sp>
    </p:spTree>
    <p:extLst>
      <p:ext uri="{BB962C8B-B14F-4D97-AF65-F5344CB8AC3E}">
        <p14:creationId xmlns:p14="http://schemas.microsoft.com/office/powerpoint/2010/main" val="1101787224"/>
      </p:ext>
    </p:extLst>
  </p:cSld>
</p:sld>
</file>

<file path=ppt/slides/slide1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C95D0AD-72C3-4A6E-BC47-B7EB1E3C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기록 방식에 맞는 재현 주장을 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6DAB600A-5FF8-4513-82AC-96EE000F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ghost는 저장한 authoritative 상태를 표시하므로 새 물리 계산의 일치를 증명하지 않습니다.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서버 재생은 입력과 외부 조건으로 계산한 결과를 비교합니다. 같은 화면이라는 표현과 같은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계산이라는 표현을 구별해야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7170FBB6-C8C1-4779-8A45-84ADCAF0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충돌 상대가 다른 위치에 있으면 같은 입력에도 결과가 달라져 proxy가 필요합니다. 질량을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바꾼 실험은 조건이 다르므로 identity 거부를 무시하면 비교 의미가 사라집니다. 필요한 경우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새 조건으로 새 기록을 만들어야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A579D5D-4900-42EC-92E2-52A777CF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예를 들어 고정한 실행 파일·차량 설정·지도·시작점·주파수와 기록된 외부 proxy 조건에서 ego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위치·yaw 재생 오차를 확인했다고 적을 수 있습니다. 전체 NPC 판단이나 모든 하드웨어의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결정성까지 검증했다는 주장은 피해야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8BAC588-6EE6-4E0A-BE42-0C15559E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190 / 204</a:t>
            </a:r>
          </a:p>
        </p:txBody>
      </p:sp>
    </p:spTree>
    <p:extLst>
      <p:ext uri="{BB962C8B-B14F-4D97-AF65-F5344CB8AC3E}">
        <p14:creationId xmlns:p14="http://schemas.microsoft.com/office/powerpoint/2010/main" val="1495394167"/>
      </p:ext>
    </p:extLst>
  </p:cSld>
</p:sld>
</file>

<file path=ppt/slides/slide1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91E7839-C488-45A8-804B-5D67314A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5458831A-95D8-457E-98ED-516FEEE0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snapshot 재생·ego 물리 기록·identity·회귀 수준을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설명합니다.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B5BF2E4-481A-4EB3-9ED8-998E7854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기록 대상과 실행 조건을 구별해야 수정 전후를 같은 실험으로 비교할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DD02658-00AC-48D1-B6AA-1B639FBE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앞 수업의 개념을 사용하여 관측에서 원인 가설과 회귀까지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스스로 작성합니다.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C06B0CDB-5380-40E6-AAE7-9D6A4B5C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L13     191 / 204</a:t>
            </a:r>
          </a:p>
        </p:txBody>
      </p:sp>
    </p:spTree>
    <p:extLst>
      <p:ext uri="{BB962C8B-B14F-4D97-AF65-F5344CB8AC3E}">
        <p14:creationId xmlns:p14="http://schemas.microsoft.com/office/powerpoint/2010/main" val="2086559432"/>
      </p:ext>
    </p:extLst>
  </p:cSld>
</p:sld>
</file>

<file path=ppt/slides/slide1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9CAF553E-347D-4D7F-9DD6-69B15B23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혼자 작성하는 재현과 진단 보고서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B3AA3C1E-6534-48E0-824E-D7F56746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문제 상황: 수정 코드를 따라 읽어도 비슷한 문제가 새로 생겼을 때 어디서 시작해야 할지 막힐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수 있습니다.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6762B99-3437-4482-8B0F-B1E58C86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사용 목적과 이유: 관측·가설·검사·한계를 문장으로 구분해야 도움 없이 원인을 좁힐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16B2427F-81D2-4E59-AC74-9AA9B274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3829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 단원에서 할 일: 단위 계산과 상태 추적을 포함한 한 장의 재현 보고서를 완성합니다.</a:t>
            </a:r>
          </a:p>
        </p:txBody>
      </p:sp>
      <p:sp>
        <p:nvSpPr>
          <p:cNvPr id="5" name="paragraph-3">
            <a:extLst xmlns:a="http://schemas.openxmlformats.org/drawingml/2006/main">
              <a:ext uri="{FF2B5EF4-FFF2-40B4-BE49-F238E27FC236}">
                <a16:creationId xmlns:a16="http://schemas.microsoft.com/office/drawing/2014/main" id="{3314E817-9974-4E9F-B1A7-D5FCAF8F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7618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필요한 앞 내용: 앞 13수업을 읽고 함수의 역할을 찾아볼 수 있어야 합니다.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B9AF6705-AE56-44E8-AA15-898CEC27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192 / 204</a:t>
            </a:r>
          </a:p>
        </p:txBody>
      </p:sp>
    </p:spTree>
    <p:extLst>
      <p:ext uri="{BB962C8B-B14F-4D97-AF65-F5344CB8AC3E}">
        <p14:creationId xmlns:p14="http://schemas.microsoft.com/office/powerpoint/2010/main" val="86415680"/>
      </p:ext>
    </p:extLst>
  </p:cSld>
</p:sld>
</file>

<file path=ppt/slides/slide1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A76A79E-E80E-4076-83B0-86A417C3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문제를 해결했다는 설명에 필요한 네 가지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BD58B86-D7B6-4E05-9D5D-6E9E5282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차가 안 움직여서 마찰을 올렸다는 말에는 재현 조건과 원인 근거가 없습니다. 같은 증상은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SafeStop·중립·지면 범위·벽 접촉·구동 토크에서 생길 수 있습니다. 바뀐 느낌만으로 원인을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맞혔다고 결론낼 수 없습니다.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99B359ED-C74F-4EE8-AEB5-BA1A89AC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진단 보고서는 관측한 사실, 가능한 원인 가설, 가설을 구별할 검사, 수정 뒤 남는 한계를 나누어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적습니다. 관측에는 시각·위치·방향·입력·health·접촉·바퀴 하중처럼 비교 가능한 값이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필요합니다.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ECEF9F7E-7FA1-4EE0-A12D-E4BA368B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이번 수업에서는 실제 코드를 수정하지 않습니다. 기존 연석 사례와 입력 지연 사례를 종이에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다시 분석합니다. 답을 보기 전에 어떤 값을 먼저 확인할지 정하고, 왜 그 값이 두 원인을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구별하는지까지 설명하는 것이 목표입니다.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06DDDE5-B61B-4CD9-A639-A5341A4D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193 / 204</a:t>
            </a:r>
          </a:p>
        </p:txBody>
      </p:sp>
    </p:spTree>
    <p:extLst>
      <p:ext uri="{BB962C8B-B14F-4D97-AF65-F5344CB8AC3E}">
        <p14:creationId xmlns:p14="http://schemas.microsoft.com/office/powerpoint/2010/main" val="128914173"/>
      </p:ext>
    </p:extLst>
  </p:cSld>
</p:sld>
</file>

<file path=ppt/slides/slide1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AE2541E-890D-4126-880B-34A549FE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첫 관측을 같은 시점으로 모으기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D92F1DBA-C83F-429E-98B7-63B83D4B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서버 로그의 throttle과 화면의 자동차 자세가 서로 다른 순간이면 잘못된 원인을 만들 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있습니다. 같은 시점의 입력·기어·health를 확인한 뒤 속도와 접지·충돌 값을 이어 읽습니다.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그림은 맥락이고 로그는 비교할 숫자입니다.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06D63E6-BCC2-4C0C-A50A-7F1E1485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입력이 유효하지 않으면 물리 계수보다 세션과 만료를 먼저 봅니다. 입력이 정상이라면 ground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coverage와 접촉 수를 확인합니다. 범위와 벽 문제가 없는데 후륜 Fx가 작으면 바퀴 Fz와 토크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배분을 조사할 근거가 생깁니다.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C3347D64-57BE-4FC1-BC22-55F8127F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관측 순서는 하나의 원인을 미리 정하는 절차가 아닙니다. 서로 다른 가설을 적은 정보로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분리하려는 순서입니다. 값을 측정하지 않았으면 0으로 적지 말고 미확인으로 남겨야 이후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실험이 어떤 빈칸을 채워야 하는지 알 수 있습니다.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36CEF1D8-06E0-431D-8B7C-B65FF9A0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194 / 204</a:t>
            </a:r>
          </a:p>
        </p:txBody>
      </p:sp>
    </p:spTree>
    <p:extLst>
      <p:ext uri="{BB962C8B-B14F-4D97-AF65-F5344CB8AC3E}">
        <p14:creationId xmlns:p14="http://schemas.microsoft.com/office/powerpoint/2010/main" val="453913906"/>
      </p:ext>
    </p:extLst>
  </p:cSld>
</p:sld>
</file>

<file path=ppt/slides/slide1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D001CF5-F5DD-426B-AD60-A86B2B58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시점의 증거에서 검증 가능한 진단으로 이어 갑니다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22fb9b3c94b79"/>
          <a:stretch xmlns:a="http://schemas.openxmlformats.org/drawingml/2006/main"/>
        </p:blipFill>
        <p:spPr>
          <a:xfrm xmlns:a="http://schemas.openxmlformats.org/drawingml/2006/main">
            <a:off x="457200" y="1501418"/>
            <a:ext cx="7696200" cy="4331414"/>
          </a:xfrm>
          <a:prstGeom xmlns:a="http://schemas.openxmlformats.org/drawingml/2006/main" prst="rect">
            <a:avLst/>
          </a:prstGeom>
        </p:spPr>
      </p:pic>
      <p:sp>
        <p:nvSpPr>
          <p:cNvPr id="3" name="reading-title">
            <a:extLst xmlns:a="http://schemas.openxmlformats.org/drawingml/2006/main">
              <a:ext uri="{FF2B5EF4-FFF2-40B4-BE49-F238E27FC236}">
                <a16:creationId xmlns:a16="http://schemas.microsoft.com/office/drawing/2014/main" id="{55653263-F06E-472D-B0E3-38F37FEE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152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그림을 읽는 순서</a:t>
            </a:r>
          </a:p>
        </p:txBody>
      </p:sp>
      <p:sp>
        <p:nvSpPr>
          <p:cNvPr id="4" name="reading-0">
            <a:extLst xmlns:a="http://schemas.openxmlformats.org/drawingml/2006/main">
              <a:ext uri="{FF2B5EF4-FFF2-40B4-BE49-F238E27FC236}">
                <a16:creationId xmlns:a16="http://schemas.microsoft.com/office/drawing/2014/main" id="{364F9431-BA27-45A4-B9AC-9A36CDF4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71675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1. 같은 시점의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입력·health·접촉·Fz·Fx를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모읍니다.</a:t>
            </a:r>
          </a:p>
        </p:txBody>
      </p:sp>
      <p:sp>
        <p:nvSpPr>
          <p:cNvPr id="5" name="reading-1">
            <a:extLst xmlns:a="http://schemas.openxmlformats.org/drawingml/2006/main">
              <a:ext uri="{FF2B5EF4-FFF2-40B4-BE49-F238E27FC236}">
                <a16:creationId xmlns:a16="http://schemas.microsoft.com/office/drawing/2014/main" id="{34EB26DD-4F39-4C78-8588-57FA9074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12211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2. 가설을 구별할 검사를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고르고 같은 시작 상태에서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반복합니다.</a:t>
            </a:r>
          </a:p>
        </p:txBody>
      </p:sp>
      <p:sp>
        <p:nvSpPr>
          <p:cNvPr id="6" name="reading-2">
            <a:extLst xmlns:a="http://schemas.openxmlformats.org/drawingml/2006/main">
              <a:ext uri="{FF2B5EF4-FFF2-40B4-BE49-F238E27FC236}">
                <a16:creationId xmlns:a16="http://schemas.microsoft.com/office/drawing/2014/main" id="{D1451372-816F-4EBA-A808-BDF0710E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52747"/>
            <a:ext cx="3152775" cy="1021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3. 첫 틱 힘과 이후 이동을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확인하고 결과와 한계를</a:t>
            </a:r>
          </a:p>
          <a:p xmlns:a="http://schemas.openxmlformats.org/drawingml/2006/main">
            <a:pPr>
              <a:def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남깁니다.</a:t>
            </a:r>
          </a:p>
        </p:txBody>
      </p:sp>
      <p:sp>
        <p:nvSpPr>
          <p:cNvPr id="7" name="image-disclosure">
            <a:extLst xmlns:a="http://schemas.openxmlformats.org/drawingml/2006/main">
              <a:ext uri="{FF2B5EF4-FFF2-40B4-BE49-F238E27FC236}">
                <a16:creationId xmlns:a16="http://schemas.microsoft.com/office/drawing/2014/main" id="{E0AEA7F5-848C-44E7-99F6-3BC41CC5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원리 설명용 개념도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17593B01-1371-4034-9507-E0A61D8D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195 / 204</a:t>
            </a:r>
          </a:p>
        </p:txBody>
      </p:sp>
    </p:spTree>
    <p:extLst>
      <p:ext uri="{BB962C8B-B14F-4D97-AF65-F5344CB8AC3E}">
        <p14:creationId xmlns:p14="http://schemas.microsoft.com/office/powerpoint/2010/main" val="499776514"/>
      </p:ext>
    </p:extLst>
  </p:cSld>
</p:sld>
</file>

<file path=ppt/slides/slide1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F85F0321-E63D-432B-8709-93826C83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정지 상태에서 바퀴와 접촉을 남기는 로그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C2F678F3-3D3F-46C5-978D-5A9E4FA8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cpp/host/src/simulation_host.cpp:691-699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75989EB-0606-473B-B453-2CB4639F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2638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90BAA495-0881-4E7E-9463-7E57C5CC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694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696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697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699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810D3D50-7830-4417-8348-6D06DC0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for (const auto&amp; wheel : state.wheels)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std::cout &lt;&lt; " wheel" &lt;&lt; wheel.wheel_index &lt;&lt; "=" &lt;&lt; wheel.in_contact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&lt;&lt; "/" &lt;&lt; wheel.normal_load &lt;&lt; "/" &lt;&lt; wheel.longitudinal_force;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const auto&amp; contacts = physics_.get_last_collision_contacts();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std::cout &lt;&lt; " contacts=" &lt;&lt; contacts.size();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for (std::size_t index=0; index&lt;std::min&lt;std::size_t&gt;(contacts.size(),4); ++index)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std::cout &lt;&lt; " collider=" &lt;&lt; contacts[index].collider_id;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std::cout &lt;&lt; std::endl;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90C9A8AE-24FE-42E5-BA62-02CAF597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 바퀴의 접촉 여부·하중·종방향 힘과 접촉 수·충돌체 ID를 같은 로그에 남깁니다. 단순 속도 0보다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원인을 구분할 정보가 많습니다.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BD483B8-A9F9-4151-8DD2-4AEE114B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196 / 204</a:t>
            </a:r>
          </a:p>
        </p:txBody>
      </p:sp>
    </p:spTree>
    <p:extLst>
      <p:ext uri="{BB962C8B-B14F-4D97-AF65-F5344CB8AC3E}">
        <p14:creationId xmlns:p14="http://schemas.microsoft.com/office/powerpoint/2010/main" val="1819488980"/>
      </p:ext>
    </p:extLst>
  </p:cSld>
</p:sld>
</file>

<file path=ppt/slides/slide1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C9F1703-0839-4A51-8831-41186977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로그가 가설을 어떻게 줄이는지 설명하기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8BB5AFF7-8935-44C9-B221-8964A5F7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contacts가 없다는 값은 이 시점에 차체 벽 접촉 기록이 없다는 뜻입니다. 모든 문제가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사라졌다는 뜻은 아닙니다. coverage가 정상이고 한쪽 구동 바퀴 Fz가 거의 0이면 차동 토크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제한이라는 다른 가설이 남습니다.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8F7A13C-A4AF-408C-9FC4-375AD240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wheel의 in_contact와 normal_load와 longitudinal_force를 함께 읽습니다. 닿았지만 하중이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작을 수 있고, 하중이 있지만 구동 요구가 없을 수 있습니다. 한 필드만 떼어 마찰이 없다고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결론내리면 입력과 기어 조건을 놓칩니다.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056D4018-2B29-483A-B51A-39EE8D5B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DriveBlock 로그 자체도 스로틀·브레이크·기어·저속 조건에서 출력됩니다. 로그가 없다는 것이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정상 주행을 증명하지는 않습니다. 조사하려는 상태가 로그 출력 조건에 들어오는지 먼저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확인하는 습관이 필요합니다.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30B1136-D24E-4AD3-A87B-E78EC633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197 / 204</a:t>
            </a:r>
          </a:p>
        </p:txBody>
      </p:sp>
    </p:spTree>
    <p:extLst>
      <p:ext uri="{BB962C8B-B14F-4D97-AF65-F5344CB8AC3E}">
        <p14:creationId xmlns:p14="http://schemas.microsoft.com/office/powerpoint/2010/main" val="1660123429"/>
      </p:ext>
    </p:extLst>
  </p:cSld>
</p:sld>
</file>

<file path=ppt/slides/slide1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961B884-CD80-40ED-B265-2C343022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독립 실습에 사용할 두 재현 자료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285875"/>
          <a:ext xmlns:a="http://schemas.openxmlformats.org/drawingml/2006/main" cx="10972800" cy="2552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A: 연석 정지 관측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B: 입력 만료 가정</a:t>
                      </a:r>
                    </a:p>
                  </a:txBody>
                  <a:tcPr marL="91440" marR="91440" marT="45720" marB="45720">
                    <a:solidFill>
                      <a:srgbClr val="EFF6F5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전진·가속, 브레이크 해제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마지막 유효 입력 뒤 251ms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지면·접촉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coverage 정상·벽 접촉 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아직 미확인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후륜 Fz 약 0.001·4552.1N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수신 간격252ms·명령간격10ms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구동 Fx가 왜 작을까요?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364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늦은 명령으로 복구될까요?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ble-explanation-0">
            <a:extLst xmlns:a="http://schemas.openxmlformats.org/drawingml/2006/main">
              <a:ext uri="{FF2B5EF4-FFF2-40B4-BE49-F238E27FC236}">
                <a16:creationId xmlns:a16="http://schemas.microsoft.com/office/drawing/2014/main" id="{496A3980-9A25-4FB4-9B5C-0489C061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A는 실제 연석 재현의 핵심 상태를 요약했습니다. B는 상태 전이 계산을 위한 교육용 가정입니다. 실제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측정값과 가정값을 같은 종류의 증거로 쓰지 않도록 구분합니다.</a:t>
            </a:r>
          </a:p>
        </p:txBody>
      </p:sp>
      <p:sp>
        <p:nvSpPr>
          <p:cNvPr id="4" name="table-explanation-1">
            <a:extLst xmlns:a="http://schemas.openxmlformats.org/drawingml/2006/main">
              <a:ext uri="{FF2B5EF4-FFF2-40B4-BE49-F238E27FC236}">
                <a16:creationId xmlns:a16="http://schemas.microsoft.com/office/drawing/2014/main" id="{B0FEC871-924C-41B6-9F10-8B8FB5A1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각 사례에서 먼저 확인할 함수와 다음 값을 적고, 곧바로 계수를 바꾸지 마세요. 왜 다른 가설보다 이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조사가 먼저인지 이유를 쓰는 것이 과제입니다.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88A26F0-F982-4460-9A5A-A6B5E8C7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198 / 204</a:t>
            </a:r>
          </a:p>
        </p:txBody>
      </p:sp>
    </p:spTree>
    <p:extLst>
      <p:ext uri="{BB962C8B-B14F-4D97-AF65-F5344CB8AC3E}">
        <p14:creationId xmlns:p14="http://schemas.microsoft.com/office/powerpoint/2010/main" val="2128848607"/>
      </p:ext>
    </p:extLst>
  </p:cSld>
</p:sld>
</file>

<file path=ppt/slides/slide1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DC7F01D4-44B1-45CE-AAEC-0F6C2EFE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움직이기 전에 구동력이 생겼는지 검사합니다</a:t>
            </a:r>
          </a:p>
        </p:txBody>
      </p:sp>
      <p:sp>
        <p:nvSpPr>
          <p:cNvPr id="2" name="code-source">
            <a:extLst xmlns:a="http://schemas.openxmlformats.org/drawingml/2006/main">
              <a:ext uri="{FF2B5EF4-FFF2-40B4-BE49-F238E27FC236}">
                <a16:creationId xmlns:a16="http://schemas.microsoft.com/office/drawing/2014/main" id="{93F71752-8848-45AC-BE43-F91D95D8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cpp/host/tests/signal_city_course_test.cpp:588-597</a:t>
            </a:r>
          </a:p>
        </p:txBody>
      </p:sp>
      <p:sp>
        <p:nvSpPr>
          <p:cNvPr id="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45E0A715-0EE2-482B-ADC0-A2A22A87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09728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line-numbers">
            <a:extLst xmlns:a="http://schemas.openxmlformats.org/drawingml/2006/main">
              <a:ext uri="{FF2B5EF4-FFF2-40B4-BE49-F238E27FC236}">
                <a16:creationId xmlns:a16="http://schemas.microsoft.com/office/drawing/2014/main" id="{E227FAFD-D0CD-400A-9943-F25959C7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581025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588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589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590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591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592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593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595</a:t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526B79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526B79"/>
                </a:solidFill>
                <a:latin typeface="Consolas"/>
                <a:ea typeface="Consolas"/>
                <a:cs typeface="Consolas"/>
              </a:rPr>
              <a:t>597</a:t>
            </a:r>
          </a:p>
        </p:txBody>
      </p:sp>
      <p:sp>
        <p:nvSpPr>
          <p:cNvPr id="5" name="source-code">
            <a:extLst xmlns:a="http://schemas.openxmlformats.org/drawingml/2006/main">
              <a:ext uri="{FF2B5EF4-FFF2-40B4-BE49-F238E27FC236}">
                <a16:creationId xmlns:a16="http://schemas.microsoft.com/office/drawing/2014/main" id="{3F92F4E3-8AD0-4E6F-AE66-C77BC39D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781175"/>
            <a:ext cx="1009650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auto state = settled;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for (int tick = 0; tick &lt; 240; ++tick)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const auto previous = state;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state = vehicle.update(kDt);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if (tick == 0) {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require(std::abs(state.wheels[3].longitudinal_force) &gt; 100.f,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  "loaded rear tire must receive drive before the car leaves the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stalled pose");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require(std::abs(state.wheels[2].longitudinal_force) &lt; 1.f,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            "traction brake must not invent ground force on the unloaded rear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tire");</a:t>
            </a:r>
          </a:p>
          <a:p xmlns:a="http://schemas.openxmlformats.org/drawingml/2006/main">
            <a:pPr>
              <a:defRPr sz="1725" b="0">
                <a:solidFill>
                  <a:srgbClr val="17364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73648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6" name="code-explanation-0">
            <a:extLst xmlns:a="http://schemas.openxmlformats.org/drawingml/2006/main">
              <a:ext uri="{FF2B5EF4-FFF2-40B4-BE49-F238E27FC236}">
                <a16:creationId xmlns:a16="http://schemas.microsoft.com/office/drawing/2014/main" id="{9C47EEF7-FC59-4CBA-AD5A-C4565737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첫 틱에서 지지한 후륜에는 힘이 생기고 무하중 후륜에는 가짜 접지 힘이 생기지 않는지 검사합니다.</a:t>
            </a:r>
          </a:p>
          <a:p xmlns:a="http://schemas.openxmlformats.org/drawingml/2006/main">
            <a:pPr>
              <a:def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최종 이동 거리만 보는 검사보다 원인에 가깝습니다.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5A2AFA28-A304-44CE-B908-E76056A4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199 / 204</a:t>
            </a:r>
          </a:p>
        </p:txBody>
      </p:sp>
    </p:spTree>
    <p:extLst>
      <p:ext uri="{BB962C8B-B14F-4D97-AF65-F5344CB8AC3E}">
        <p14:creationId xmlns:p14="http://schemas.microsoft.com/office/powerpoint/2010/main" val="338834448"/>
      </p:ext>
    </p:extLst>
  </p:cSld>
</p:sld>
</file>

<file path=ppt/slides/slide2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86826AD-B46B-4F24-B223-8A6196E0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수정 결과를 원인 가까이에서 검사하기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9CD8B27D-91B0-49F4-AFBF-5B495275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차량을 연석 위로 옮겨 주면 최종 이동 거리 검사는 통과할 수도 있습니다. 그래서 이 회귀는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아직 정지 자세에 있는 첫 틱의 힘을 봅니다. 하중 있는 바퀴가 구동을 받고 약한 바퀴는 가짜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지면 힘을 만들지 않아야 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2B58453B-A123-41CE-A758-DCF575AD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그다음 240틱, 즉 60Hz에서 4초를 진행하고 이동 거리와 최대 수직 이동량을 검사합니다.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전진과 후진 모두 같은 정지 지지 상태에서 시작합니다. 원인 해결과 비관통·비순간이동을 함께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확인하는 구조입니다.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FBF1A01-D399-427B-9448-B11DDC9C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같은 방식으로 NPC 예산은 최종 연결 성공만 보지 않고 틱별 search_steps와 후보 커서를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검사합니다. 근본 규칙을 직접 검사해야 겉으로는 정상처럼 보이는 우회 수정을 걸러낼 수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있습니다. 이제 설명을 덮고 두 사례를 직접 풀어 보세요.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FBF1079-B812-457E-A0CF-23D8A932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200 / 204</a:t>
            </a:r>
          </a:p>
        </p:txBody>
      </p:sp>
    </p:spTree>
    <p:extLst>
      <p:ext uri="{BB962C8B-B14F-4D97-AF65-F5344CB8AC3E}">
        <p14:creationId xmlns:p14="http://schemas.microsoft.com/office/powerpoint/2010/main" val="199461314"/>
      </p:ext>
    </p:extLst>
  </p:cSld>
</p:sld>
</file>

<file path=ppt/slides/slide2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8A0E0B9-E6B5-4546-BFFA-E7C2B787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독립 과제: 수치와 함수로 한 장 보고서 쓰기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179C5B54-2B52-4531-80BA-C6CB9409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 사례에서 health·입력·지면·접촉·Fz·Fx를 순서대로 적고 미확인값은 표시하세요. 첫 조사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함수와 수정 전 실패 조건, 수정 후에도 지켜야 할 조건 두 가지를 쓰세요. 최종 이동 거리만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검사하는 약점도 덧붙입니다.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E95E5C2B-BBD8-4EBB-B297-E7B41C7C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 사례에서는 soft·hard 조건과 queue age를 계산하세요. 이후 서버와 클라이언트의 경과가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같고 세션·순서가 유효한 명령이면 어떻게 달라지는지도 적습니다. 실제 시간과 물리 dt를 어떤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계산에 쓰는지 구별하세요.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482FD1FE-4037-4AFF-959A-EBFACF5F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공통 계산으로 50km/h의 60Hz 한 틱 거리, 1500kg 세단 앞·뒤 바퀴 정하중, μ=1·균등 하중에서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Fx=2000N일 때 남는 Fy를 구하세요. 마지막에는 현재 모델이 검증하지 않은 범위를 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문장으로 작성하면 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BFA3CC8-5EF1-40AE-A2E1-2946158E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201 / 204</a:t>
            </a:r>
          </a:p>
        </p:txBody>
      </p:sp>
    </p:spTree>
    <p:extLst>
      <p:ext uri="{BB962C8B-B14F-4D97-AF65-F5344CB8AC3E}">
        <p14:creationId xmlns:p14="http://schemas.microsoft.com/office/powerpoint/2010/main" val="1351018142"/>
      </p:ext>
    </p:extLst>
  </p:cSld>
</p:sld>
</file>

<file path=ppt/slides/slide2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1B881E9-1A7C-4520-ADA4-0B680CAF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연석 사례와 입력 사례를 분리합니다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CB1FCB1A-2B56-4240-A734-D6BC4F3D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A는 make_health_snapshot과 적용 입력을 확인한 뒤 VehiclePhysics::update의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지면·타이어·차동 분기를 봅니다. 하중 있는 후륜의 첫 틱 구동력, 무하중 바퀴의 가짜 힘 부재,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제한된 수직 이동이 검사 조건입니다.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64407A4C-950B-494C-AA66-37386DF1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B는 251ms에서 soft만 넘고 hard 1000ms는 넘지 않습니다. 추가 지연은 252−10=242ms이므로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거부하고 안전 정지를 유지합니다. 유효 세션의 두 경과가 같다면 추가 지연은 0이며 다른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검사도 통과할 때 복구할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2DC2CAD5-7DAB-4926-AC39-28D61C96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만료는 실제 시간으로 판단하고 차량 이동은 고정 물리 dt로 계산합니다. 접촉·구동 문제에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timeout을 늘리는 식으로 서로 다른 책임을 바꾸면 원인을 숨기게 됩니다. 각 수정은 재현값과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관련 규칙을 직접 겨냥해야 합니다.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6C6D555-0564-4189-A3DD-09F03555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202 / 204</a:t>
            </a:r>
          </a:p>
        </p:txBody>
      </p:sp>
    </p:spTree>
    <p:extLst>
      <p:ext uri="{BB962C8B-B14F-4D97-AF65-F5344CB8AC3E}">
        <p14:creationId xmlns:p14="http://schemas.microsoft.com/office/powerpoint/2010/main" val="2049407553"/>
      </p:ext>
    </p:extLst>
  </p:cSld>
</p:sld>
</file>

<file path=ppt/slides/slide2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26BF67B9-DBBB-472C-8890-60E62ADE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풀이: 계산값과 학습 범위를 정리합니다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A3D0A8B1-F85C-48A0-9C49-C05DAA4B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50km/h는 13.8889m/s이고 한 틱 이동은 약 0.23148m입니다. 세단 무게는 14709.975N이며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앞바퀴 하나는 약 4045.24N, 뒤바퀴 하나는 약 3309.74N입니다. 좌우 대칭·평지 정지·전륜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55% 가정입니다.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A06773B5-90D6-4552-8B11-3E372A05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0041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별도 균등 하중 가정에서 Fz=3677.49375N입니다. 남는 횡력은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√(3677.49375²−2000²)≈3086.1N입니다. 조향각과 실제 yaw를 같은 값으로 보지 않고 타이어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힘의 공통 한도를 함께 확인해야 합니다.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7BBCEE12-4F68-48B8-B50F-27B5078B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4206"/>
            <a:ext cx="10972800" cy="1143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현재 차량은 지면 접촉 중심의 축약 모델이며 NPC는 플레이어 네 바퀴 물리를 그대로 실행하지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않습니다. 인체·금속 변형·일반 자유낙하·자율주행 전체를 검증하지 않았습니다. 다음 공부는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보고서에서 막힌 C++ 수명·좌표 변환·역학부터 보완하세요.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58ECDBB8-F75A-46A0-8AA4-0B5E027B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203 / 204</a:t>
            </a:r>
          </a:p>
        </p:txBody>
      </p:sp>
    </p:spTree>
    <p:extLst>
      <p:ext uri="{BB962C8B-B14F-4D97-AF65-F5344CB8AC3E}">
        <p14:creationId xmlns:p14="http://schemas.microsoft.com/office/powerpoint/2010/main" val="74681949"/>
      </p:ext>
    </p:extLst>
  </p:cSld>
</p:sld>
</file>

<file path=ppt/slides/slide2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D8B4A15-6BEB-4D34-9A90-B82F2451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단원 정리와 다음 학습</a:t>
            </a:r>
          </a:p>
        </p:txBody>
      </p:sp>
      <p:sp>
        <p:nvSpPr>
          <p:cNvPr id="2" name="paragraph-0">
            <a:extLst xmlns:a="http://schemas.openxmlformats.org/drawingml/2006/main">
              <a:ext uri="{FF2B5EF4-FFF2-40B4-BE49-F238E27FC236}">
                <a16:creationId xmlns:a16="http://schemas.microsoft.com/office/drawing/2014/main" id="{3658EBD6-62E2-4240-9E0C-E4FD48D8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이제 설명할 수 있어야 하는 것: 단위 계산과 상태 추적을 포함한 한 장의 재현 보고서를</a:t>
            </a:r>
          </a:p>
          <a:p xmlns:a="http://schemas.openxmlformats.org/drawingml/2006/main">
            <a:pPr>
              <a:def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7D82"/>
                </a:solidFill>
                <a:latin typeface="Malgun Gothic"/>
                <a:ea typeface="Malgun Gothic"/>
                <a:cs typeface="Malgun Gothic"/>
              </a:rPr>
              <a:t>완성합니다.</a:t>
            </a:r>
          </a:p>
        </p:txBody>
      </p:sp>
      <p:sp>
        <p:nvSpPr>
          <p:cNvPr id="3" name="paragraph-1">
            <a:extLst xmlns:a="http://schemas.openxmlformats.org/drawingml/2006/main">
              <a:ext uri="{FF2B5EF4-FFF2-40B4-BE49-F238E27FC236}">
                <a16:creationId xmlns:a16="http://schemas.microsoft.com/office/drawing/2014/main" id="{C0D5F71F-8B95-43FC-985F-A22FE165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4852"/>
            <a:ext cx="10972800" cy="412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문제와 연결: 관측·가설·검사·한계를 문장으로 구분해야 도움 없이 원인을 좁힐 수 있습니다.</a:t>
            </a:r>
          </a:p>
        </p:txBody>
      </p:sp>
      <p:sp>
        <p:nvSpPr>
          <p:cNvPr id="4" name="paragraph-2">
            <a:extLst xmlns:a="http://schemas.openxmlformats.org/drawingml/2006/main">
              <a:ext uri="{FF2B5EF4-FFF2-40B4-BE49-F238E27FC236}">
                <a16:creationId xmlns:a16="http://schemas.microsoft.com/office/drawing/2014/main" id="{31961300-C4D3-492A-8F74-3E953659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641"/>
            <a:ext cx="10972800" cy="778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다음 단원으로 이어지는 이유: 필요한 부분부터 C++ 수명, 좌표 변환, 역학을 깊게 공부하며</a:t>
            </a:r>
          </a:p>
          <a:p xmlns:a="http://schemas.openxmlformats.org/drawingml/2006/main">
            <a:pPr>
              <a:def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648"/>
                </a:solidFill>
                <a:latin typeface="Malgun Gothic"/>
                <a:ea typeface="Malgun Gothic"/>
                <a:cs typeface="Malgun Gothic"/>
              </a:rPr>
              <a:t>새로운 작은 회귀를 설명해 봅니다.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7AACFBD-50EB-43EB-AD2A-341445F2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26B79"/>
                </a:solidFill>
                <a:latin typeface="Malgun Gothic"/>
                <a:ea typeface="Malgun Gothic"/>
                <a:cs typeface="Malgun Gothic"/>
              </a:rPr>
              <a:t>02권  C7  L14     204 / 204</a:t>
            </a:r>
          </a:p>
        </p:txBody>
      </p:sp>
    </p:spTree>
    <p:extLst>
      <p:ext uri="{BB962C8B-B14F-4D97-AF65-F5344CB8AC3E}">
        <p14:creationId xmlns:p14="http://schemas.microsoft.com/office/powerpoint/2010/main" val="822356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2026-09-08T06:27:23.8010000Z</dcterms:created>
  <dcterms:modified xsi:type="dcterms:W3CDTF">2026-09-08T06:27:23.8010000Z</dcterms:modified>
</coreProperties>
</file>