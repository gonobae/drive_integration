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62183082814740" /><Relationship Type="http://schemas.openxmlformats.org/officeDocument/2006/relationships/extended-properties" Target="/docProps/app.xml" Id="Rc57ce1943557454b" /><Relationship Type="http://schemas.openxmlformats.org/officeDocument/2006/relationships/officeDocument" Target="/ppt/presentation.xml" Id="R7e13ff372cf54e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c0a58d8b55420f"/>
  </p:sldMasterIdLst>
  <p:notesMasterIdLst>
    <p:notesMasterId xmlns:r="http://schemas.openxmlformats.org/officeDocument/2006/relationships" r:id="R6a6a072f73474368"/>
  </p:notesMasterIdLst>
  <p:sldIdLst>
    <p:sldId xmlns:r="http://schemas.openxmlformats.org/officeDocument/2006/relationships" id="256" r:id="R686b10dfcdf3466d"/>
    <p:sldId xmlns:r="http://schemas.openxmlformats.org/officeDocument/2006/relationships" id="257" r:id="R2c5843dad2554824"/>
    <p:sldId xmlns:r="http://schemas.openxmlformats.org/officeDocument/2006/relationships" id="258" r:id="Rb8a571d983054920"/>
    <p:sldId xmlns:r="http://schemas.openxmlformats.org/officeDocument/2006/relationships" id="259" r:id="Rbd7cfdb35f474b59"/>
    <p:sldId xmlns:r="http://schemas.openxmlformats.org/officeDocument/2006/relationships" id="260" r:id="Re06859a55155439f"/>
    <p:sldId xmlns:r="http://schemas.openxmlformats.org/officeDocument/2006/relationships" id="261" r:id="R28986cff54d1489e"/>
    <p:sldId xmlns:r="http://schemas.openxmlformats.org/officeDocument/2006/relationships" id="262" r:id="R61f4e77da280424c"/>
    <p:sldId xmlns:r="http://schemas.openxmlformats.org/officeDocument/2006/relationships" id="263" r:id="Rcf2d2be58e9c4db7"/>
    <p:sldId xmlns:r="http://schemas.openxmlformats.org/officeDocument/2006/relationships" id="264" r:id="Rd6647a9a5a5f4854"/>
    <p:sldId xmlns:r="http://schemas.openxmlformats.org/officeDocument/2006/relationships" id="265" r:id="R3e1843cb08f941e0"/>
    <p:sldId xmlns:r="http://schemas.openxmlformats.org/officeDocument/2006/relationships" id="266" r:id="Rce5464f2d78141ed"/>
    <p:sldId xmlns:r="http://schemas.openxmlformats.org/officeDocument/2006/relationships" id="267" r:id="Rec6696e678ad4e1a"/>
    <p:sldId xmlns:r="http://schemas.openxmlformats.org/officeDocument/2006/relationships" id="268" r:id="R189716ad7da34e76"/>
    <p:sldId xmlns:r="http://schemas.openxmlformats.org/officeDocument/2006/relationships" id="269" r:id="Ra0ea93cca9934150"/>
    <p:sldId xmlns:r="http://schemas.openxmlformats.org/officeDocument/2006/relationships" id="270" r:id="Raf01b83c926545ae"/>
    <p:sldId xmlns:r="http://schemas.openxmlformats.org/officeDocument/2006/relationships" id="271" r:id="R2ea8a874c3cf4437"/>
    <p:sldId xmlns:r="http://schemas.openxmlformats.org/officeDocument/2006/relationships" id="272" r:id="R28eec3e3d9c04888"/>
    <p:sldId xmlns:r="http://schemas.openxmlformats.org/officeDocument/2006/relationships" id="273" r:id="Rc75f0644614f4c94"/>
    <p:sldId xmlns:r="http://schemas.openxmlformats.org/officeDocument/2006/relationships" id="274" r:id="R7d428b20c36c49c8"/>
    <p:sldId xmlns:r="http://schemas.openxmlformats.org/officeDocument/2006/relationships" id="275" r:id="R5d26ee704a1f4291"/>
    <p:sldId xmlns:r="http://schemas.openxmlformats.org/officeDocument/2006/relationships" id="276" r:id="Rc67b79862dce4f8b"/>
    <p:sldId xmlns:r="http://schemas.openxmlformats.org/officeDocument/2006/relationships" id="277" r:id="R731a09e4f3ba47df"/>
    <p:sldId xmlns:r="http://schemas.openxmlformats.org/officeDocument/2006/relationships" id="278" r:id="Rede9bf52c65542f0"/>
    <p:sldId xmlns:r="http://schemas.openxmlformats.org/officeDocument/2006/relationships" id="279" r:id="R348e8f4490684d94"/>
    <p:sldId xmlns:r="http://schemas.openxmlformats.org/officeDocument/2006/relationships" id="280" r:id="R074f651497584309"/>
    <p:sldId xmlns:r="http://schemas.openxmlformats.org/officeDocument/2006/relationships" id="281" r:id="Rae97de7a691948a2"/>
    <p:sldId xmlns:r="http://schemas.openxmlformats.org/officeDocument/2006/relationships" id="282" r:id="Rea43aced66124685"/>
    <p:sldId xmlns:r="http://schemas.openxmlformats.org/officeDocument/2006/relationships" id="283" r:id="R6d6070734ed44c98"/>
    <p:sldId xmlns:r="http://schemas.openxmlformats.org/officeDocument/2006/relationships" id="284" r:id="R3a43805969d145f3"/>
    <p:sldId xmlns:r="http://schemas.openxmlformats.org/officeDocument/2006/relationships" id="285" r:id="Rd7fceeb659a047bd"/>
    <p:sldId xmlns:r="http://schemas.openxmlformats.org/officeDocument/2006/relationships" id="286" r:id="Rc57e3091ece14732"/>
    <p:sldId xmlns:r="http://schemas.openxmlformats.org/officeDocument/2006/relationships" id="287" r:id="Rb341a608d3a44d82"/>
    <p:sldId xmlns:r="http://schemas.openxmlformats.org/officeDocument/2006/relationships" id="288" r:id="Rbd66a10dbbfb4359"/>
    <p:sldId xmlns:r="http://schemas.openxmlformats.org/officeDocument/2006/relationships" id="289" r:id="R048a627eca014d2c"/>
    <p:sldId xmlns:r="http://schemas.openxmlformats.org/officeDocument/2006/relationships" id="290" r:id="R7e26c8c056d0409d"/>
    <p:sldId xmlns:r="http://schemas.openxmlformats.org/officeDocument/2006/relationships" id="291" r:id="R3f1093e52b744f36"/>
    <p:sldId xmlns:r="http://schemas.openxmlformats.org/officeDocument/2006/relationships" id="292" r:id="R6aaf855fcbeb487a"/>
    <p:sldId xmlns:r="http://schemas.openxmlformats.org/officeDocument/2006/relationships" id="293" r:id="Rb7bfe38ff3174729"/>
    <p:sldId xmlns:r="http://schemas.openxmlformats.org/officeDocument/2006/relationships" id="294" r:id="R360b1c05b9c04f15"/>
    <p:sldId xmlns:r="http://schemas.openxmlformats.org/officeDocument/2006/relationships" id="295" r:id="R7e82846cb6da49ff"/>
    <p:sldId xmlns:r="http://schemas.openxmlformats.org/officeDocument/2006/relationships" id="296" r:id="R6d5f843983634023"/>
    <p:sldId xmlns:r="http://schemas.openxmlformats.org/officeDocument/2006/relationships" id="297" r:id="Ra47f9d8ed8124e5a"/>
    <p:sldId xmlns:r="http://schemas.openxmlformats.org/officeDocument/2006/relationships" id="298" r:id="Rf464f12fc4bd40ff"/>
    <p:sldId xmlns:r="http://schemas.openxmlformats.org/officeDocument/2006/relationships" id="299" r:id="R7f4e89f2bd724eff"/>
    <p:sldId xmlns:r="http://schemas.openxmlformats.org/officeDocument/2006/relationships" id="300" r:id="R605e93977c374be3"/>
    <p:sldId xmlns:r="http://schemas.openxmlformats.org/officeDocument/2006/relationships" id="301" r:id="R58c149ae87784339"/>
    <p:sldId xmlns:r="http://schemas.openxmlformats.org/officeDocument/2006/relationships" id="302" r:id="R05480ad565d147d6"/>
    <p:sldId xmlns:r="http://schemas.openxmlformats.org/officeDocument/2006/relationships" id="303" r:id="R49471be22fe24b78"/>
    <p:sldId xmlns:r="http://schemas.openxmlformats.org/officeDocument/2006/relationships" id="304" r:id="R5ba4e4ebc2c84f9f"/>
    <p:sldId xmlns:r="http://schemas.openxmlformats.org/officeDocument/2006/relationships" id="305" r:id="R7adfe4112e024a88"/>
    <p:sldId xmlns:r="http://schemas.openxmlformats.org/officeDocument/2006/relationships" id="306" r:id="R2ad17e13a57f490f"/>
    <p:sldId xmlns:r="http://schemas.openxmlformats.org/officeDocument/2006/relationships" id="307" r:id="R58d2c556f90a4fe6"/>
    <p:sldId xmlns:r="http://schemas.openxmlformats.org/officeDocument/2006/relationships" id="308" r:id="R2400b915795846d3"/>
    <p:sldId xmlns:r="http://schemas.openxmlformats.org/officeDocument/2006/relationships" id="309" r:id="Rd3fc959eb3d14556"/>
    <p:sldId xmlns:r="http://schemas.openxmlformats.org/officeDocument/2006/relationships" id="310" r:id="R71bc76c7eaf247ed"/>
    <p:sldId xmlns:r="http://schemas.openxmlformats.org/officeDocument/2006/relationships" id="311" r:id="Rae9c804a340e4dbc"/>
    <p:sldId xmlns:r="http://schemas.openxmlformats.org/officeDocument/2006/relationships" id="312" r:id="Rf1314a93afbc4d57"/>
    <p:sldId xmlns:r="http://schemas.openxmlformats.org/officeDocument/2006/relationships" id="313" r:id="R769b508e0a2e4e62"/>
    <p:sldId xmlns:r="http://schemas.openxmlformats.org/officeDocument/2006/relationships" id="314" r:id="Rc1687c961f684285"/>
    <p:sldId xmlns:r="http://schemas.openxmlformats.org/officeDocument/2006/relationships" id="315" r:id="Rc326346fcbdf4792"/>
    <p:sldId xmlns:r="http://schemas.openxmlformats.org/officeDocument/2006/relationships" id="316" r:id="R8077e8caab1a4239"/>
    <p:sldId xmlns:r="http://schemas.openxmlformats.org/officeDocument/2006/relationships" id="317" r:id="Rb24d2e85774342c5"/>
    <p:sldId xmlns:r="http://schemas.openxmlformats.org/officeDocument/2006/relationships" id="318" r:id="Rc2b407f385be447a"/>
    <p:sldId xmlns:r="http://schemas.openxmlformats.org/officeDocument/2006/relationships" id="319" r:id="R1a39b81a52da4ceb"/>
    <p:sldId xmlns:r="http://schemas.openxmlformats.org/officeDocument/2006/relationships" id="320" r:id="Rbaf85f0b8a2a462f"/>
    <p:sldId xmlns:r="http://schemas.openxmlformats.org/officeDocument/2006/relationships" id="321" r:id="Ra9de6f8643ab453d"/>
    <p:sldId xmlns:r="http://schemas.openxmlformats.org/officeDocument/2006/relationships" id="322" r:id="R92d17f6fe7724fb1"/>
    <p:sldId xmlns:r="http://schemas.openxmlformats.org/officeDocument/2006/relationships" id="323" r:id="Rc790e7d86922414b"/>
    <p:sldId xmlns:r="http://schemas.openxmlformats.org/officeDocument/2006/relationships" id="324" r:id="R9c159418b71844a7"/>
    <p:sldId xmlns:r="http://schemas.openxmlformats.org/officeDocument/2006/relationships" id="325" r:id="R2e66614c3aa24c03"/>
    <p:sldId xmlns:r="http://schemas.openxmlformats.org/officeDocument/2006/relationships" id="326" r:id="R0657e04e64214088"/>
    <p:sldId xmlns:r="http://schemas.openxmlformats.org/officeDocument/2006/relationships" id="327" r:id="R2993607642db4ec6"/>
    <p:sldId xmlns:r="http://schemas.openxmlformats.org/officeDocument/2006/relationships" id="328" r:id="Ra669e2cd5d3b4df9"/>
    <p:sldId xmlns:r="http://schemas.openxmlformats.org/officeDocument/2006/relationships" id="329" r:id="Rd1f8e84de1e641f3"/>
    <p:sldId xmlns:r="http://schemas.openxmlformats.org/officeDocument/2006/relationships" id="330" r:id="R6a7262defa414801"/>
    <p:sldId xmlns:r="http://schemas.openxmlformats.org/officeDocument/2006/relationships" id="331" r:id="R80b4ddab3ce74a0b"/>
    <p:sldId xmlns:r="http://schemas.openxmlformats.org/officeDocument/2006/relationships" id="332" r:id="Re276f3f129ec44fa"/>
    <p:sldId xmlns:r="http://schemas.openxmlformats.org/officeDocument/2006/relationships" id="333" r:id="R79a84aba7e7c4777"/>
    <p:sldId xmlns:r="http://schemas.openxmlformats.org/officeDocument/2006/relationships" id="334" r:id="R32200c51f05d4ed9"/>
    <p:sldId xmlns:r="http://schemas.openxmlformats.org/officeDocument/2006/relationships" id="335" r:id="R579fcceca27b4ba7"/>
    <p:sldId xmlns:r="http://schemas.openxmlformats.org/officeDocument/2006/relationships" id="336" r:id="R150c9d0aa4ba4066"/>
    <p:sldId xmlns:r="http://schemas.openxmlformats.org/officeDocument/2006/relationships" id="337" r:id="R470276b75be2424b"/>
    <p:sldId xmlns:r="http://schemas.openxmlformats.org/officeDocument/2006/relationships" id="338" r:id="Rf1ad9c74a1234ccf"/>
    <p:sldId xmlns:r="http://schemas.openxmlformats.org/officeDocument/2006/relationships" id="339" r:id="Reffb05ca3e9942ee"/>
    <p:sldId xmlns:r="http://schemas.openxmlformats.org/officeDocument/2006/relationships" id="340" r:id="Ra5800302eb9748c2"/>
    <p:sldId xmlns:r="http://schemas.openxmlformats.org/officeDocument/2006/relationships" id="341" r:id="Redaedf6f1df649f5"/>
    <p:sldId xmlns:r="http://schemas.openxmlformats.org/officeDocument/2006/relationships" id="342" r:id="R18c4c6198d754d04"/>
    <p:sldId xmlns:r="http://schemas.openxmlformats.org/officeDocument/2006/relationships" id="343" r:id="Red6aa8ff831e4e29"/>
    <p:sldId xmlns:r="http://schemas.openxmlformats.org/officeDocument/2006/relationships" id="344" r:id="R50bae610dcc94b63"/>
    <p:sldId xmlns:r="http://schemas.openxmlformats.org/officeDocument/2006/relationships" id="345" r:id="R04cf4557623440d5"/>
    <p:sldId xmlns:r="http://schemas.openxmlformats.org/officeDocument/2006/relationships" id="346" r:id="R91f7570c48dd4277"/>
    <p:sldId xmlns:r="http://schemas.openxmlformats.org/officeDocument/2006/relationships" id="347" r:id="Rf3602e44b0784ece"/>
    <p:sldId xmlns:r="http://schemas.openxmlformats.org/officeDocument/2006/relationships" id="348" r:id="Rda07faae5d6844f6"/>
    <p:sldId xmlns:r="http://schemas.openxmlformats.org/officeDocument/2006/relationships" id="349" r:id="Rc32fd494dedf4068"/>
    <p:sldId xmlns:r="http://schemas.openxmlformats.org/officeDocument/2006/relationships" id="350" r:id="R06e65ca9c0854a0e"/>
    <p:sldId xmlns:r="http://schemas.openxmlformats.org/officeDocument/2006/relationships" id="351" r:id="Re7fd53a1ad47428f"/>
    <p:sldId xmlns:r="http://schemas.openxmlformats.org/officeDocument/2006/relationships" id="352" r:id="R2fa7b59d2c9d4dd0"/>
    <p:sldId xmlns:r="http://schemas.openxmlformats.org/officeDocument/2006/relationships" id="353" r:id="R6044ab0b505a47b7"/>
    <p:sldId xmlns:r="http://schemas.openxmlformats.org/officeDocument/2006/relationships" id="354" r:id="Rd0524151f6ad4f8b"/>
    <p:sldId xmlns:r="http://schemas.openxmlformats.org/officeDocument/2006/relationships" id="355" r:id="R1a3bbece35ac4224"/>
    <p:sldId xmlns:r="http://schemas.openxmlformats.org/officeDocument/2006/relationships" id="356" r:id="Rf927e9888f0f4f51"/>
    <p:sldId xmlns:r="http://schemas.openxmlformats.org/officeDocument/2006/relationships" id="357" r:id="R44c7edf265164f65"/>
    <p:sldId xmlns:r="http://schemas.openxmlformats.org/officeDocument/2006/relationships" id="358" r:id="R4b86bb1885654e30"/>
    <p:sldId xmlns:r="http://schemas.openxmlformats.org/officeDocument/2006/relationships" id="359" r:id="Rfab8e3118ef94f0c"/>
    <p:sldId xmlns:r="http://schemas.openxmlformats.org/officeDocument/2006/relationships" id="360" r:id="R9d52dc1a95024409"/>
    <p:sldId xmlns:r="http://schemas.openxmlformats.org/officeDocument/2006/relationships" id="361" r:id="R36c5cf69df56456e"/>
    <p:sldId xmlns:r="http://schemas.openxmlformats.org/officeDocument/2006/relationships" id="362" r:id="Ra67261d385714381"/>
    <p:sldId xmlns:r="http://schemas.openxmlformats.org/officeDocument/2006/relationships" id="363" r:id="R06707c4deb79485e"/>
    <p:sldId xmlns:r="http://schemas.openxmlformats.org/officeDocument/2006/relationships" id="364" r:id="R96a5d9f29725495d"/>
    <p:sldId xmlns:r="http://schemas.openxmlformats.org/officeDocument/2006/relationships" id="365" r:id="R60b17c23bb4c483b"/>
    <p:sldId xmlns:r="http://schemas.openxmlformats.org/officeDocument/2006/relationships" id="366" r:id="R0687aad5129c4f09"/>
    <p:sldId xmlns:r="http://schemas.openxmlformats.org/officeDocument/2006/relationships" id="367" r:id="Rea808be7c5b44f7e"/>
    <p:sldId xmlns:r="http://schemas.openxmlformats.org/officeDocument/2006/relationships" id="368" r:id="Re2a520523a4b40a0"/>
    <p:sldId xmlns:r="http://schemas.openxmlformats.org/officeDocument/2006/relationships" id="369" r:id="Rf927e9d43669441c"/>
    <p:sldId xmlns:r="http://schemas.openxmlformats.org/officeDocument/2006/relationships" id="370" r:id="R1e8980cf512c4abe"/>
    <p:sldId xmlns:r="http://schemas.openxmlformats.org/officeDocument/2006/relationships" id="371" r:id="R6ab432549fdd4448"/>
    <p:sldId xmlns:r="http://schemas.openxmlformats.org/officeDocument/2006/relationships" id="372" r:id="R8c57171ef8194ff2"/>
    <p:sldId xmlns:r="http://schemas.openxmlformats.org/officeDocument/2006/relationships" id="373" r:id="Rd577931757ed4b60"/>
    <p:sldId xmlns:r="http://schemas.openxmlformats.org/officeDocument/2006/relationships" id="374" r:id="Rf2a98676892a46bc"/>
    <p:sldId xmlns:r="http://schemas.openxmlformats.org/officeDocument/2006/relationships" id="375" r:id="Rcb23f6dcae5c4352"/>
    <p:sldId xmlns:r="http://schemas.openxmlformats.org/officeDocument/2006/relationships" id="376" r:id="R13a8aeff9fa44bb3"/>
    <p:sldId xmlns:r="http://schemas.openxmlformats.org/officeDocument/2006/relationships" id="377" r:id="R90283024de2748f3"/>
    <p:sldId xmlns:r="http://schemas.openxmlformats.org/officeDocument/2006/relationships" id="378" r:id="Rf1637c8514694899"/>
    <p:sldId xmlns:r="http://schemas.openxmlformats.org/officeDocument/2006/relationships" id="379" r:id="Re62e9f3adeaf4ddc"/>
    <p:sldId xmlns:r="http://schemas.openxmlformats.org/officeDocument/2006/relationships" id="380" r:id="R11ffa8ebba424071"/>
    <p:sldId xmlns:r="http://schemas.openxmlformats.org/officeDocument/2006/relationships" id="381" r:id="Rb1dc5bd68e044f96"/>
    <p:sldId xmlns:r="http://schemas.openxmlformats.org/officeDocument/2006/relationships" id="382" r:id="R35cd8a31e189477b"/>
    <p:sldId xmlns:r="http://schemas.openxmlformats.org/officeDocument/2006/relationships" id="383" r:id="R595aaad3df9c4f90"/>
    <p:sldId xmlns:r="http://schemas.openxmlformats.org/officeDocument/2006/relationships" id="384" r:id="R8fecf485247d47a4"/>
    <p:sldId xmlns:r="http://schemas.openxmlformats.org/officeDocument/2006/relationships" id="385" r:id="R91e89b147df84650"/>
    <p:sldId xmlns:r="http://schemas.openxmlformats.org/officeDocument/2006/relationships" id="386" r:id="Rce74292a3d5e4b25"/>
    <p:sldId xmlns:r="http://schemas.openxmlformats.org/officeDocument/2006/relationships" id="387" r:id="Rb548d2d8ff39469c"/>
    <p:sldId xmlns:r="http://schemas.openxmlformats.org/officeDocument/2006/relationships" id="388" r:id="R5699582695294c4f"/>
    <p:sldId xmlns:r="http://schemas.openxmlformats.org/officeDocument/2006/relationships" id="389" r:id="R137bbc370e2d4b78"/>
    <p:sldId xmlns:r="http://schemas.openxmlformats.org/officeDocument/2006/relationships" id="390" r:id="R45ab3d87cfbd4e74"/>
    <p:sldId xmlns:r="http://schemas.openxmlformats.org/officeDocument/2006/relationships" id="391" r:id="Rdd9a2b46ddd04430"/>
    <p:sldId xmlns:r="http://schemas.openxmlformats.org/officeDocument/2006/relationships" id="392" r:id="Rd285f38abd864ef5"/>
    <p:sldId xmlns:r="http://schemas.openxmlformats.org/officeDocument/2006/relationships" id="393" r:id="Ra9b1268dbc434b33"/>
    <p:sldId xmlns:r="http://schemas.openxmlformats.org/officeDocument/2006/relationships" id="394" r:id="Reeaf2336b5014cea"/>
    <p:sldId xmlns:r="http://schemas.openxmlformats.org/officeDocument/2006/relationships" id="395" r:id="R9f03aa026f294e08"/>
    <p:sldId xmlns:r="http://schemas.openxmlformats.org/officeDocument/2006/relationships" id="396" r:id="Re2440ebe99d940a9"/>
    <p:sldId xmlns:r="http://schemas.openxmlformats.org/officeDocument/2006/relationships" id="397" r:id="R55fb8e804ded4268"/>
    <p:sldId xmlns:r="http://schemas.openxmlformats.org/officeDocument/2006/relationships" id="398" r:id="Rdbaf752209ab4401"/>
    <p:sldId xmlns:r="http://schemas.openxmlformats.org/officeDocument/2006/relationships" id="399" r:id="R93090f35703c4bc7"/>
    <p:sldId xmlns:r="http://schemas.openxmlformats.org/officeDocument/2006/relationships" id="400" r:id="R753ed5d671fb4442"/>
    <p:sldId xmlns:r="http://schemas.openxmlformats.org/officeDocument/2006/relationships" id="401" r:id="R2e933ff1a6734869"/>
    <p:sldId xmlns:r="http://schemas.openxmlformats.org/officeDocument/2006/relationships" id="402" r:id="R7956b1c7ba524626"/>
    <p:sldId xmlns:r="http://schemas.openxmlformats.org/officeDocument/2006/relationships" id="403" r:id="Rde7daeee88eb4c59"/>
    <p:sldId xmlns:r="http://schemas.openxmlformats.org/officeDocument/2006/relationships" id="404" r:id="R765b89137c69433b"/>
    <p:sldId xmlns:r="http://schemas.openxmlformats.org/officeDocument/2006/relationships" id="405" r:id="R01eaf9c04f3b46e0"/>
    <p:sldId xmlns:r="http://schemas.openxmlformats.org/officeDocument/2006/relationships" id="406" r:id="R41de71e3434f47c9"/>
    <p:sldId xmlns:r="http://schemas.openxmlformats.org/officeDocument/2006/relationships" id="407" r:id="R86314b0b4dfe455e"/>
    <p:sldId xmlns:r="http://schemas.openxmlformats.org/officeDocument/2006/relationships" id="408" r:id="R116f66df40634fce"/>
    <p:sldId xmlns:r="http://schemas.openxmlformats.org/officeDocument/2006/relationships" id="409" r:id="Rf999b6a45ed74345"/>
    <p:sldId xmlns:r="http://schemas.openxmlformats.org/officeDocument/2006/relationships" id="410" r:id="R60d3139cebe141a0"/>
    <p:sldId xmlns:r="http://schemas.openxmlformats.org/officeDocument/2006/relationships" id="411" r:id="R5d647bb88d7e4b8d"/>
    <p:sldId xmlns:r="http://schemas.openxmlformats.org/officeDocument/2006/relationships" id="412" r:id="R6e0bbe8f763048de"/>
    <p:sldId xmlns:r="http://schemas.openxmlformats.org/officeDocument/2006/relationships" id="413" r:id="R318355504c3047a8"/>
    <p:sldId xmlns:r="http://schemas.openxmlformats.org/officeDocument/2006/relationships" id="414" r:id="R60bf70ff592f444b"/>
    <p:sldId xmlns:r="http://schemas.openxmlformats.org/officeDocument/2006/relationships" id="415" r:id="R115654482fc44a28"/>
    <p:sldId xmlns:r="http://schemas.openxmlformats.org/officeDocument/2006/relationships" id="416" r:id="Rfd04270787d844f6"/>
    <p:sldId xmlns:r="http://schemas.openxmlformats.org/officeDocument/2006/relationships" id="417" r:id="Rf3a88a7d2b954273"/>
    <p:sldId xmlns:r="http://schemas.openxmlformats.org/officeDocument/2006/relationships" id="418" r:id="R53d3be683b68440d"/>
    <p:sldId xmlns:r="http://schemas.openxmlformats.org/officeDocument/2006/relationships" id="419" r:id="R6bf20b92ba86436b"/>
    <p:sldId xmlns:r="http://schemas.openxmlformats.org/officeDocument/2006/relationships" id="420" r:id="R4e13a657348147d1"/>
    <p:sldId xmlns:r="http://schemas.openxmlformats.org/officeDocument/2006/relationships" id="421" r:id="R945cc6ea7b1e4530"/>
    <p:sldId xmlns:r="http://schemas.openxmlformats.org/officeDocument/2006/relationships" id="422" r:id="Rd78c1f56b55242d4"/>
    <p:sldId xmlns:r="http://schemas.openxmlformats.org/officeDocument/2006/relationships" id="423" r:id="R6482f8fff47c4b8c"/>
    <p:sldId xmlns:r="http://schemas.openxmlformats.org/officeDocument/2006/relationships" id="424" r:id="R9bc9567b65394bac"/>
    <p:sldId xmlns:r="http://schemas.openxmlformats.org/officeDocument/2006/relationships" id="425" r:id="Rebbb8a0ceace494f"/>
    <p:sldId xmlns:r="http://schemas.openxmlformats.org/officeDocument/2006/relationships" id="426" r:id="Rdb537dbb7d9d472f"/>
    <p:sldId xmlns:r="http://schemas.openxmlformats.org/officeDocument/2006/relationships" id="427" r:id="R3f2823e993b84a7b"/>
    <p:sldId xmlns:r="http://schemas.openxmlformats.org/officeDocument/2006/relationships" id="428" r:id="R7324adbf6e674c6d"/>
    <p:sldId xmlns:r="http://schemas.openxmlformats.org/officeDocument/2006/relationships" id="429" r:id="R6d91ea764924417a"/>
    <p:sldId xmlns:r="http://schemas.openxmlformats.org/officeDocument/2006/relationships" id="430" r:id="R6f160b5360554fff"/>
    <p:sldId xmlns:r="http://schemas.openxmlformats.org/officeDocument/2006/relationships" id="431" r:id="R5ef06b338b76488d"/>
    <p:sldId xmlns:r="http://schemas.openxmlformats.org/officeDocument/2006/relationships" id="432" r:id="Rd67885cd182b4b4a"/>
    <p:sldId xmlns:r="http://schemas.openxmlformats.org/officeDocument/2006/relationships" id="433" r:id="R090f7b94269d4411"/>
    <p:sldId xmlns:r="http://schemas.openxmlformats.org/officeDocument/2006/relationships" id="434" r:id="Ref3180ede7dc41a2"/>
    <p:sldId xmlns:r="http://schemas.openxmlformats.org/officeDocument/2006/relationships" id="435" r:id="R41e48f09f1094e97"/>
    <p:sldId xmlns:r="http://schemas.openxmlformats.org/officeDocument/2006/relationships" id="436" r:id="R686038ee22864c60"/>
    <p:sldId xmlns:r="http://schemas.openxmlformats.org/officeDocument/2006/relationships" id="437" r:id="R9c864d3f58f046c0"/>
    <p:sldId xmlns:r="http://schemas.openxmlformats.org/officeDocument/2006/relationships" id="438" r:id="R476833e610684ce9"/>
    <p:sldId xmlns:r="http://schemas.openxmlformats.org/officeDocument/2006/relationships" id="439" r:id="R0af45a0676134964"/>
    <p:sldId xmlns:r="http://schemas.openxmlformats.org/officeDocument/2006/relationships" id="440" r:id="Rabffb8dad6214d02"/>
    <p:sldId xmlns:r="http://schemas.openxmlformats.org/officeDocument/2006/relationships" id="441" r:id="Rf80d5bcfacc44a5e"/>
    <p:sldId xmlns:r="http://schemas.openxmlformats.org/officeDocument/2006/relationships" id="442" r:id="R006c38017f814dab"/>
    <p:sldId xmlns:r="http://schemas.openxmlformats.org/officeDocument/2006/relationships" id="443" r:id="R3c452343d5714b88"/>
    <p:sldId xmlns:r="http://schemas.openxmlformats.org/officeDocument/2006/relationships" id="444" r:id="R6ef8ecaf69324fd2"/>
    <p:sldId xmlns:r="http://schemas.openxmlformats.org/officeDocument/2006/relationships" id="445" r:id="Rbeb4225281e648fc"/>
    <p:sldId xmlns:r="http://schemas.openxmlformats.org/officeDocument/2006/relationships" id="446" r:id="R334347c875d84f30"/>
    <p:sldId xmlns:r="http://schemas.openxmlformats.org/officeDocument/2006/relationships" id="447" r:id="R929fe10189534543"/>
    <p:sldId xmlns:r="http://schemas.openxmlformats.org/officeDocument/2006/relationships" id="448" r:id="Rb892df53003a4cfb"/>
    <p:sldId xmlns:r="http://schemas.openxmlformats.org/officeDocument/2006/relationships" id="449" r:id="R790764544ca84ea3"/>
    <p:sldId xmlns:r="http://schemas.openxmlformats.org/officeDocument/2006/relationships" id="450" r:id="Re5dd497cbf5742c0"/>
    <p:sldId xmlns:r="http://schemas.openxmlformats.org/officeDocument/2006/relationships" id="451" r:id="R0faad18c21af4044"/>
    <p:sldId xmlns:r="http://schemas.openxmlformats.org/officeDocument/2006/relationships" id="452" r:id="Re22073c2f6fd43b9"/>
    <p:sldId xmlns:r="http://schemas.openxmlformats.org/officeDocument/2006/relationships" id="453" r:id="R3c542b8e81ae4821"/>
    <p:sldId xmlns:r="http://schemas.openxmlformats.org/officeDocument/2006/relationships" id="454" r:id="Rc29ff161c9194d68"/>
    <p:sldId xmlns:r="http://schemas.openxmlformats.org/officeDocument/2006/relationships" id="455" r:id="R5662fde6bae44088"/>
    <p:sldId xmlns:r="http://schemas.openxmlformats.org/officeDocument/2006/relationships" id="456" r:id="R0831e66c21f643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c4d4edbe446d8" /><Relationship Type="http://schemas.openxmlformats.org/officeDocument/2006/relationships/slideMaster" Target="/ppt/slideMasters/slideMaster1.xml" Id="R5ec0a58d8b55420f" /><Relationship Type="http://schemas.openxmlformats.org/officeDocument/2006/relationships/notesMaster" Target="/ppt/notesMasters/notesMaster1.xml" Id="R6a6a072f73474368" /><Relationship Type="http://schemas.openxmlformats.org/officeDocument/2006/relationships/presProps" Target="/ppt/presProps.xml" Id="R1b632fa616594234" /><Relationship Type="http://schemas.openxmlformats.org/officeDocument/2006/relationships/tableStyles" Target="/ppt/tableStyles.xml" Id="R3d64f421acac4600" /><Relationship Type="http://schemas.openxmlformats.org/officeDocument/2006/relationships/slide" Target="/ppt/slides/slide1.xml" Id="R686b10dfcdf3466d" /><Relationship Type="http://schemas.openxmlformats.org/officeDocument/2006/relationships/slide" Target="/ppt/slides/slide2.xml" Id="R2c5843dad2554824" /><Relationship Type="http://schemas.openxmlformats.org/officeDocument/2006/relationships/slide" Target="/ppt/slides/slide3.xml" Id="Rb8a571d983054920" /><Relationship Type="http://schemas.openxmlformats.org/officeDocument/2006/relationships/slide" Target="/ppt/slides/slide4.xml" Id="Rbd7cfdb35f474b59" /><Relationship Type="http://schemas.openxmlformats.org/officeDocument/2006/relationships/slide" Target="/ppt/slides/slide5.xml" Id="Re06859a55155439f" /><Relationship Type="http://schemas.openxmlformats.org/officeDocument/2006/relationships/slide" Target="/ppt/slides/slide6.xml" Id="R28986cff54d1489e" /><Relationship Type="http://schemas.openxmlformats.org/officeDocument/2006/relationships/slide" Target="/ppt/slides/slide7.xml" Id="R61f4e77da280424c" /><Relationship Type="http://schemas.openxmlformats.org/officeDocument/2006/relationships/slide" Target="/ppt/slides/slide8.xml" Id="Rcf2d2be58e9c4db7" /><Relationship Type="http://schemas.openxmlformats.org/officeDocument/2006/relationships/slide" Target="/ppt/slides/slide9.xml" Id="Rd6647a9a5a5f4854" /><Relationship Type="http://schemas.openxmlformats.org/officeDocument/2006/relationships/slide" Target="/ppt/slides/slide10.xml" Id="R3e1843cb08f941e0" /><Relationship Type="http://schemas.openxmlformats.org/officeDocument/2006/relationships/slide" Target="/ppt/slides/slide11.xml" Id="Rce5464f2d78141ed" /><Relationship Type="http://schemas.openxmlformats.org/officeDocument/2006/relationships/slide" Target="/ppt/slides/slide12.xml" Id="Rec6696e678ad4e1a" /><Relationship Type="http://schemas.openxmlformats.org/officeDocument/2006/relationships/slide" Target="/ppt/slides/slide13.xml" Id="R189716ad7da34e76" /><Relationship Type="http://schemas.openxmlformats.org/officeDocument/2006/relationships/slide" Target="/ppt/slides/slide14.xml" Id="Ra0ea93cca9934150" /><Relationship Type="http://schemas.openxmlformats.org/officeDocument/2006/relationships/slide" Target="/ppt/slides/slide15.xml" Id="Raf01b83c926545ae" /><Relationship Type="http://schemas.openxmlformats.org/officeDocument/2006/relationships/slide" Target="/ppt/slides/slide16.xml" Id="R2ea8a874c3cf4437" /><Relationship Type="http://schemas.openxmlformats.org/officeDocument/2006/relationships/slide" Target="/ppt/slides/slide17.xml" Id="R28eec3e3d9c04888" /><Relationship Type="http://schemas.openxmlformats.org/officeDocument/2006/relationships/slide" Target="/ppt/slides/slide18.xml" Id="Rc75f0644614f4c94" /><Relationship Type="http://schemas.openxmlformats.org/officeDocument/2006/relationships/slide" Target="/ppt/slides/slide19.xml" Id="R7d428b20c36c49c8" /><Relationship Type="http://schemas.openxmlformats.org/officeDocument/2006/relationships/slide" Target="/ppt/slides/slide20.xml" Id="R5d26ee704a1f4291" /><Relationship Type="http://schemas.openxmlformats.org/officeDocument/2006/relationships/slide" Target="/ppt/slides/slide21.xml" Id="Rc67b79862dce4f8b" /><Relationship Type="http://schemas.openxmlformats.org/officeDocument/2006/relationships/slide" Target="/ppt/slides/slide22.xml" Id="R731a09e4f3ba47df" /><Relationship Type="http://schemas.openxmlformats.org/officeDocument/2006/relationships/slide" Target="/ppt/slides/slide23.xml" Id="Rede9bf52c65542f0" /><Relationship Type="http://schemas.openxmlformats.org/officeDocument/2006/relationships/slide" Target="/ppt/slides/slide24.xml" Id="R348e8f4490684d94" /><Relationship Type="http://schemas.openxmlformats.org/officeDocument/2006/relationships/slide" Target="/ppt/slides/slide25.xml" Id="R074f651497584309" /><Relationship Type="http://schemas.openxmlformats.org/officeDocument/2006/relationships/slide" Target="/ppt/slides/slide26.xml" Id="Rae97de7a691948a2" /><Relationship Type="http://schemas.openxmlformats.org/officeDocument/2006/relationships/slide" Target="/ppt/slides/slide27.xml" Id="Rea43aced66124685" /><Relationship Type="http://schemas.openxmlformats.org/officeDocument/2006/relationships/slide" Target="/ppt/slides/slide28.xml" Id="R6d6070734ed44c98" /><Relationship Type="http://schemas.openxmlformats.org/officeDocument/2006/relationships/slide" Target="/ppt/slides/slide29.xml" Id="R3a43805969d145f3" /><Relationship Type="http://schemas.openxmlformats.org/officeDocument/2006/relationships/slide" Target="/ppt/slides/slide30.xml" Id="Rd7fceeb659a047bd" /><Relationship Type="http://schemas.openxmlformats.org/officeDocument/2006/relationships/slide" Target="/ppt/slides/slide31.xml" Id="Rc57e3091ece14732" /><Relationship Type="http://schemas.openxmlformats.org/officeDocument/2006/relationships/slide" Target="/ppt/slides/slide32.xml" Id="Rb341a608d3a44d82" /><Relationship Type="http://schemas.openxmlformats.org/officeDocument/2006/relationships/slide" Target="/ppt/slides/slide33.xml" Id="Rbd66a10dbbfb4359" /><Relationship Type="http://schemas.openxmlformats.org/officeDocument/2006/relationships/slide" Target="/ppt/slides/slide34.xml" Id="R048a627eca014d2c" /><Relationship Type="http://schemas.openxmlformats.org/officeDocument/2006/relationships/slide" Target="/ppt/slides/slide35.xml" Id="R7e26c8c056d0409d" /><Relationship Type="http://schemas.openxmlformats.org/officeDocument/2006/relationships/slide" Target="/ppt/slides/slide36.xml" Id="R3f1093e52b744f36" /><Relationship Type="http://schemas.openxmlformats.org/officeDocument/2006/relationships/slide" Target="/ppt/slides/slide37.xml" Id="R6aaf855fcbeb487a" /><Relationship Type="http://schemas.openxmlformats.org/officeDocument/2006/relationships/slide" Target="/ppt/slides/slide38.xml" Id="Rb7bfe38ff3174729" /><Relationship Type="http://schemas.openxmlformats.org/officeDocument/2006/relationships/slide" Target="/ppt/slides/slide39.xml" Id="R360b1c05b9c04f15" /><Relationship Type="http://schemas.openxmlformats.org/officeDocument/2006/relationships/slide" Target="/ppt/slides/slide40.xml" Id="R7e82846cb6da49ff" /><Relationship Type="http://schemas.openxmlformats.org/officeDocument/2006/relationships/slide" Target="/ppt/slides/slide41.xml" Id="R6d5f843983634023" /><Relationship Type="http://schemas.openxmlformats.org/officeDocument/2006/relationships/slide" Target="/ppt/slides/slide42.xml" Id="Ra47f9d8ed8124e5a" /><Relationship Type="http://schemas.openxmlformats.org/officeDocument/2006/relationships/slide" Target="/ppt/slides/slide43.xml" Id="Rf464f12fc4bd40ff" /><Relationship Type="http://schemas.openxmlformats.org/officeDocument/2006/relationships/slide" Target="/ppt/slides/slide44.xml" Id="R7f4e89f2bd724eff" /><Relationship Type="http://schemas.openxmlformats.org/officeDocument/2006/relationships/slide" Target="/ppt/slides/slide45.xml" Id="R605e93977c374be3" /><Relationship Type="http://schemas.openxmlformats.org/officeDocument/2006/relationships/slide" Target="/ppt/slides/slide46.xml" Id="R58c149ae87784339" /><Relationship Type="http://schemas.openxmlformats.org/officeDocument/2006/relationships/slide" Target="/ppt/slides/slide47.xml" Id="R05480ad565d147d6" /><Relationship Type="http://schemas.openxmlformats.org/officeDocument/2006/relationships/slide" Target="/ppt/slides/slide48.xml" Id="R49471be22fe24b78" /><Relationship Type="http://schemas.openxmlformats.org/officeDocument/2006/relationships/slide" Target="/ppt/slides/slide49.xml" Id="R5ba4e4ebc2c84f9f" /><Relationship Type="http://schemas.openxmlformats.org/officeDocument/2006/relationships/slide" Target="/ppt/slides/slide50.xml" Id="R7adfe4112e024a88" /><Relationship Type="http://schemas.openxmlformats.org/officeDocument/2006/relationships/slide" Target="/ppt/slides/slide51.xml" Id="R2ad17e13a57f490f" /><Relationship Type="http://schemas.openxmlformats.org/officeDocument/2006/relationships/slide" Target="/ppt/slides/slide52.xml" Id="R58d2c556f90a4fe6" /><Relationship Type="http://schemas.openxmlformats.org/officeDocument/2006/relationships/slide" Target="/ppt/slides/slide53.xml" Id="R2400b915795846d3" /><Relationship Type="http://schemas.openxmlformats.org/officeDocument/2006/relationships/slide" Target="/ppt/slides/slide54.xml" Id="Rd3fc959eb3d14556" /><Relationship Type="http://schemas.openxmlformats.org/officeDocument/2006/relationships/slide" Target="/ppt/slides/slide55.xml" Id="R71bc76c7eaf247ed" /><Relationship Type="http://schemas.openxmlformats.org/officeDocument/2006/relationships/slide" Target="/ppt/slides/slide56.xml" Id="Rae9c804a340e4dbc" /><Relationship Type="http://schemas.openxmlformats.org/officeDocument/2006/relationships/slide" Target="/ppt/slides/slide57.xml" Id="Rf1314a93afbc4d57" /><Relationship Type="http://schemas.openxmlformats.org/officeDocument/2006/relationships/slide" Target="/ppt/slides/slide58.xml" Id="R769b508e0a2e4e62" /><Relationship Type="http://schemas.openxmlformats.org/officeDocument/2006/relationships/slide" Target="/ppt/slides/slide59.xml" Id="Rc1687c961f684285" /><Relationship Type="http://schemas.openxmlformats.org/officeDocument/2006/relationships/slide" Target="/ppt/slides/slide60.xml" Id="Rc326346fcbdf4792" /><Relationship Type="http://schemas.openxmlformats.org/officeDocument/2006/relationships/slide" Target="/ppt/slides/slide61.xml" Id="R8077e8caab1a4239" /><Relationship Type="http://schemas.openxmlformats.org/officeDocument/2006/relationships/slide" Target="/ppt/slides/slide62.xml" Id="Rb24d2e85774342c5" /><Relationship Type="http://schemas.openxmlformats.org/officeDocument/2006/relationships/slide" Target="/ppt/slides/slide63.xml" Id="Rc2b407f385be447a" /><Relationship Type="http://schemas.openxmlformats.org/officeDocument/2006/relationships/slide" Target="/ppt/slides/slide64.xml" Id="R1a39b81a52da4ceb" /><Relationship Type="http://schemas.openxmlformats.org/officeDocument/2006/relationships/slide" Target="/ppt/slides/slide65.xml" Id="Rbaf85f0b8a2a462f" /><Relationship Type="http://schemas.openxmlformats.org/officeDocument/2006/relationships/slide" Target="/ppt/slides/slide66.xml" Id="Ra9de6f8643ab453d" /><Relationship Type="http://schemas.openxmlformats.org/officeDocument/2006/relationships/slide" Target="/ppt/slides/slide67.xml" Id="R92d17f6fe7724fb1" /><Relationship Type="http://schemas.openxmlformats.org/officeDocument/2006/relationships/slide" Target="/ppt/slides/slide68.xml" Id="Rc790e7d86922414b" /><Relationship Type="http://schemas.openxmlformats.org/officeDocument/2006/relationships/slide" Target="/ppt/slides/slide69.xml" Id="R9c159418b71844a7" /><Relationship Type="http://schemas.openxmlformats.org/officeDocument/2006/relationships/slide" Target="/ppt/slides/slide70.xml" Id="R2e66614c3aa24c03" /><Relationship Type="http://schemas.openxmlformats.org/officeDocument/2006/relationships/slide" Target="/ppt/slides/slide71.xml" Id="R0657e04e64214088" /><Relationship Type="http://schemas.openxmlformats.org/officeDocument/2006/relationships/slide" Target="/ppt/slides/slide72.xml" Id="R2993607642db4ec6" /><Relationship Type="http://schemas.openxmlformats.org/officeDocument/2006/relationships/slide" Target="/ppt/slides/slide73.xml" Id="Ra669e2cd5d3b4df9" /><Relationship Type="http://schemas.openxmlformats.org/officeDocument/2006/relationships/slide" Target="/ppt/slides/slide74.xml" Id="Rd1f8e84de1e641f3" /><Relationship Type="http://schemas.openxmlformats.org/officeDocument/2006/relationships/slide" Target="/ppt/slides/slide75.xml" Id="R6a7262defa414801" /><Relationship Type="http://schemas.openxmlformats.org/officeDocument/2006/relationships/slide" Target="/ppt/slides/slide76.xml" Id="R80b4ddab3ce74a0b" /><Relationship Type="http://schemas.openxmlformats.org/officeDocument/2006/relationships/slide" Target="/ppt/slides/slide77.xml" Id="Re276f3f129ec44fa" /><Relationship Type="http://schemas.openxmlformats.org/officeDocument/2006/relationships/slide" Target="/ppt/slides/slide78.xml" Id="R79a84aba7e7c4777" /><Relationship Type="http://schemas.openxmlformats.org/officeDocument/2006/relationships/slide" Target="/ppt/slides/slide79.xml" Id="R32200c51f05d4ed9" /><Relationship Type="http://schemas.openxmlformats.org/officeDocument/2006/relationships/slide" Target="/ppt/slides/slide80.xml" Id="R579fcceca27b4ba7" /><Relationship Type="http://schemas.openxmlformats.org/officeDocument/2006/relationships/slide" Target="/ppt/slides/slide81.xml" Id="R150c9d0aa4ba4066" /><Relationship Type="http://schemas.openxmlformats.org/officeDocument/2006/relationships/slide" Target="/ppt/slides/slide82.xml" Id="R470276b75be2424b" /><Relationship Type="http://schemas.openxmlformats.org/officeDocument/2006/relationships/slide" Target="/ppt/slides/slide83.xml" Id="Rf1ad9c74a1234ccf" /><Relationship Type="http://schemas.openxmlformats.org/officeDocument/2006/relationships/slide" Target="/ppt/slides/slide84.xml" Id="Reffb05ca3e9942ee" /><Relationship Type="http://schemas.openxmlformats.org/officeDocument/2006/relationships/slide" Target="/ppt/slides/slide85.xml" Id="Ra5800302eb9748c2" /><Relationship Type="http://schemas.openxmlformats.org/officeDocument/2006/relationships/slide" Target="/ppt/slides/slide86.xml" Id="Redaedf6f1df649f5" /><Relationship Type="http://schemas.openxmlformats.org/officeDocument/2006/relationships/slide" Target="/ppt/slides/slide87.xml" Id="R18c4c6198d754d04" /><Relationship Type="http://schemas.openxmlformats.org/officeDocument/2006/relationships/slide" Target="/ppt/slides/slide88.xml" Id="Red6aa8ff831e4e29" /><Relationship Type="http://schemas.openxmlformats.org/officeDocument/2006/relationships/slide" Target="/ppt/slides/slide89.xml" Id="R50bae610dcc94b63" /><Relationship Type="http://schemas.openxmlformats.org/officeDocument/2006/relationships/slide" Target="/ppt/slides/slide90.xml" Id="R04cf4557623440d5" /><Relationship Type="http://schemas.openxmlformats.org/officeDocument/2006/relationships/slide" Target="/ppt/slides/slide91.xml" Id="R91f7570c48dd4277" /><Relationship Type="http://schemas.openxmlformats.org/officeDocument/2006/relationships/slide" Target="/ppt/slides/slide92.xml" Id="Rf3602e44b0784ece" /><Relationship Type="http://schemas.openxmlformats.org/officeDocument/2006/relationships/slide" Target="/ppt/slides/slide93.xml" Id="Rda07faae5d6844f6" /><Relationship Type="http://schemas.openxmlformats.org/officeDocument/2006/relationships/slide" Target="/ppt/slides/slide94.xml" Id="Rc32fd494dedf4068" /><Relationship Type="http://schemas.openxmlformats.org/officeDocument/2006/relationships/slide" Target="/ppt/slides/slide95.xml" Id="R06e65ca9c0854a0e" /><Relationship Type="http://schemas.openxmlformats.org/officeDocument/2006/relationships/slide" Target="/ppt/slides/slide96.xml" Id="Re7fd53a1ad47428f" /><Relationship Type="http://schemas.openxmlformats.org/officeDocument/2006/relationships/slide" Target="/ppt/slides/slide97.xml" Id="R2fa7b59d2c9d4dd0" /><Relationship Type="http://schemas.openxmlformats.org/officeDocument/2006/relationships/slide" Target="/ppt/slides/slide98.xml" Id="R6044ab0b505a47b7" /><Relationship Type="http://schemas.openxmlformats.org/officeDocument/2006/relationships/slide" Target="/ppt/slides/slide99.xml" Id="Rd0524151f6ad4f8b" /><Relationship Type="http://schemas.openxmlformats.org/officeDocument/2006/relationships/slide" Target="/ppt/slides/slide100.xml" Id="R1a3bbece35ac4224" /><Relationship Type="http://schemas.openxmlformats.org/officeDocument/2006/relationships/slide" Target="/ppt/slides/slide101.xml" Id="Rf927e9888f0f4f51" /><Relationship Type="http://schemas.openxmlformats.org/officeDocument/2006/relationships/slide" Target="/ppt/slides/slide102.xml" Id="R44c7edf265164f65" /><Relationship Type="http://schemas.openxmlformats.org/officeDocument/2006/relationships/slide" Target="/ppt/slides/slide103.xml" Id="R4b86bb1885654e30" /><Relationship Type="http://schemas.openxmlformats.org/officeDocument/2006/relationships/slide" Target="/ppt/slides/slide104.xml" Id="Rfab8e3118ef94f0c" /><Relationship Type="http://schemas.openxmlformats.org/officeDocument/2006/relationships/slide" Target="/ppt/slides/slide105.xml" Id="R9d52dc1a95024409" /><Relationship Type="http://schemas.openxmlformats.org/officeDocument/2006/relationships/slide" Target="/ppt/slides/slide106.xml" Id="R36c5cf69df56456e" /><Relationship Type="http://schemas.openxmlformats.org/officeDocument/2006/relationships/slide" Target="/ppt/slides/slide107.xml" Id="Ra67261d385714381" /><Relationship Type="http://schemas.openxmlformats.org/officeDocument/2006/relationships/slide" Target="/ppt/slides/slide108.xml" Id="R06707c4deb79485e" /><Relationship Type="http://schemas.openxmlformats.org/officeDocument/2006/relationships/slide" Target="/ppt/slides/slide109.xml" Id="R96a5d9f29725495d" /><Relationship Type="http://schemas.openxmlformats.org/officeDocument/2006/relationships/slide" Target="/ppt/slides/slide110.xml" Id="R60b17c23bb4c483b" /><Relationship Type="http://schemas.openxmlformats.org/officeDocument/2006/relationships/slide" Target="/ppt/slides/slide111.xml" Id="R0687aad5129c4f09" /><Relationship Type="http://schemas.openxmlformats.org/officeDocument/2006/relationships/slide" Target="/ppt/slides/slide112.xml" Id="Rea808be7c5b44f7e" /><Relationship Type="http://schemas.openxmlformats.org/officeDocument/2006/relationships/slide" Target="/ppt/slides/slide113.xml" Id="Re2a520523a4b40a0" /><Relationship Type="http://schemas.openxmlformats.org/officeDocument/2006/relationships/slide" Target="/ppt/slides/slide114.xml" Id="Rf927e9d43669441c" /><Relationship Type="http://schemas.openxmlformats.org/officeDocument/2006/relationships/slide" Target="/ppt/slides/slide115.xml" Id="R1e8980cf512c4abe" /><Relationship Type="http://schemas.openxmlformats.org/officeDocument/2006/relationships/slide" Target="/ppt/slides/slide116.xml" Id="R6ab432549fdd4448" /><Relationship Type="http://schemas.openxmlformats.org/officeDocument/2006/relationships/slide" Target="/ppt/slides/slide117.xml" Id="R8c57171ef8194ff2" /><Relationship Type="http://schemas.openxmlformats.org/officeDocument/2006/relationships/slide" Target="/ppt/slides/slide118.xml" Id="Rd577931757ed4b60" /><Relationship Type="http://schemas.openxmlformats.org/officeDocument/2006/relationships/slide" Target="/ppt/slides/slide119.xml" Id="Rf2a98676892a46bc" /><Relationship Type="http://schemas.openxmlformats.org/officeDocument/2006/relationships/slide" Target="/ppt/slides/slide120.xml" Id="Rcb23f6dcae5c4352" /><Relationship Type="http://schemas.openxmlformats.org/officeDocument/2006/relationships/slide" Target="/ppt/slides/slide121.xml" Id="R13a8aeff9fa44bb3" /><Relationship Type="http://schemas.openxmlformats.org/officeDocument/2006/relationships/slide" Target="/ppt/slides/slide122.xml" Id="R90283024de2748f3" /><Relationship Type="http://schemas.openxmlformats.org/officeDocument/2006/relationships/slide" Target="/ppt/slides/slide123.xml" Id="Rf1637c8514694899" /><Relationship Type="http://schemas.openxmlformats.org/officeDocument/2006/relationships/slide" Target="/ppt/slides/slide124.xml" Id="Re62e9f3adeaf4ddc" /><Relationship Type="http://schemas.openxmlformats.org/officeDocument/2006/relationships/slide" Target="/ppt/slides/slide125.xml" Id="R11ffa8ebba424071" /><Relationship Type="http://schemas.openxmlformats.org/officeDocument/2006/relationships/slide" Target="/ppt/slides/slide126.xml" Id="Rb1dc5bd68e044f96" /><Relationship Type="http://schemas.openxmlformats.org/officeDocument/2006/relationships/slide" Target="/ppt/slides/slide127.xml" Id="R35cd8a31e189477b" /><Relationship Type="http://schemas.openxmlformats.org/officeDocument/2006/relationships/slide" Target="/ppt/slides/slide128.xml" Id="R595aaad3df9c4f90" /><Relationship Type="http://schemas.openxmlformats.org/officeDocument/2006/relationships/slide" Target="/ppt/slides/slide129.xml" Id="R8fecf485247d47a4" /><Relationship Type="http://schemas.openxmlformats.org/officeDocument/2006/relationships/slide" Target="/ppt/slides/slide130.xml" Id="R91e89b147df84650" /><Relationship Type="http://schemas.openxmlformats.org/officeDocument/2006/relationships/slide" Target="/ppt/slides/slide131.xml" Id="Rce74292a3d5e4b25" /><Relationship Type="http://schemas.openxmlformats.org/officeDocument/2006/relationships/slide" Target="/ppt/slides/slide132.xml" Id="Rb548d2d8ff39469c" /><Relationship Type="http://schemas.openxmlformats.org/officeDocument/2006/relationships/slide" Target="/ppt/slides/slide133.xml" Id="R5699582695294c4f" /><Relationship Type="http://schemas.openxmlformats.org/officeDocument/2006/relationships/slide" Target="/ppt/slides/slide134.xml" Id="R137bbc370e2d4b78" /><Relationship Type="http://schemas.openxmlformats.org/officeDocument/2006/relationships/slide" Target="/ppt/slides/slide135.xml" Id="R45ab3d87cfbd4e74" /><Relationship Type="http://schemas.openxmlformats.org/officeDocument/2006/relationships/slide" Target="/ppt/slides/slide136.xml" Id="Rdd9a2b46ddd04430" /><Relationship Type="http://schemas.openxmlformats.org/officeDocument/2006/relationships/slide" Target="/ppt/slides/slide137.xml" Id="Rd285f38abd864ef5" /><Relationship Type="http://schemas.openxmlformats.org/officeDocument/2006/relationships/slide" Target="/ppt/slides/slide138.xml" Id="Ra9b1268dbc434b33" /><Relationship Type="http://schemas.openxmlformats.org/officeDocument/2006/relationships/slide" Target="/ppt/slides/slide139.xml" Id="Reeaf2336b5014cea" /><Relationship Type="http://schemas.openxmlformats.org/officeDocument/2006/relationships/slide" Target="/ppt/slides/slide140.xml" Id="R9f03aa026f294e08" /><Relationship Type="http://schemas.openxmlformats.org/officeDocument/2006/relationships/slide" Target="/ppt/slides/slide141.xml" Id="Re2440ebe99d940a9" /><Relationship Type="http://schemas.openxmlformats.org/officeDocument/2006/relationships/slide" Target="/ppt/slides/slide142.xml" Id="R55fb8e804ded4268" /><Relationship Type="http://schemas.openxmlformats.org/officeDocument/2006/relationships/slide" Target="/ppt/slides/slide143.xml" Id="Rdbaf752209ab4401" /><Relationship Type="http://schemas.openxmlformats.org/officeDocument/2006/relationships/slide" Target="/ppt/slides/slide144.xml" Id="R93090f35703c4bc7" /><Relationship Type="http://schemas.openxmlformats.org/officeDocument/2006/relationships/slide" Target="/ppt/slides/slide145.xml" Id="R753ed5d671fb4442" /><Relationship Type="http://schemas.openxmlformats.org/officeDocument/2006/relationships/slide" Target="/ppt/slides/slide146.xml" Id="R2e933ff1a6734869" /><Relationship Type="http://schemas.openxmlformats.org/officeDocument/2006/relationships/slide" Target="/ppt/slides/slide147.xml" Id="R7956b1c7ba524626" /><Relationship Type="http://schemas.openxmlformats.org/officeDocument/2006/relationships/slide" Target="/ppt/slides/slide148.xml" Id="Rde7daeee88eb4c59" /><Relationship Type="http://schemas.openxmlformats.org/officeDocument/2006/relationships/slide" Target="/ppt/slides/slide149.xml" Id="R765b89137c69433b" /><Relationship Type="http://schemas.openxmlformats.org/officeDocument/2006/relationships/slide" Target="/ppt/slides/slide150.xml" Id="R01eaf9c04f3b46e0" /><Relationship Type="http://schemas.openxmlformats.org/officeDocument/2006/relationships/slide" Target="/ppt/slides/slide151.xml" Id="R41de71e3434f47c9" /><Relationship Type="http://schemas.openxmlformats.org/officeDocument/2006/relationships/slide" Target="/ppt/slides/slide152.xml" Id="R86314b0b4dfe455e" /><Relationship Type="http://schemas.openxmlformats.org/officeDocument/2006/relationships/slide" Target="/ppt/slides/slide153.xml" Id="R116f66df40634fce" /><Relationship Type="http://schemas.openxmlformats.org/officeDocument/2006/relationships/slide" Target="/ppt/slides/slide154.xml" Id="Rf999b6a45ed74345" /><Relationship Type="http://schemas.openxmlformats.org/officeDocument/2006/relationships/slide" Target="/ppt/slides/slide155.xml" Id="R60d3139cebe141a0" /><Relationship Type="http://schemas.openxmlformats.org/officeDocument/2006/relationships/slide" Target="/ppt/slides/slide156.xml" Id="R5d647bb88d7e4b8d" /><Relationship Type="http://schemas.openxmlformats.org/officeDocument/2006/relationships/slide" Target="/ppt/slides/slide157.xml" Id="R6e0bbe8f763048de" /><Relationship Type="http://schemas.openxmlformats.org/officeDocument/2006/relationships/slide" Target="/ppt/slides/slide158.xml" Id="R318355504c3047a8" /><Relationship Type="http://schemas.openxmlformats.org/officeDocument/2006/relationships/slide" Target="/ppt/slides/slide159.xml" Id="R60bf70ff592f444b" /><Relationship Type="http://schemas.openxmlformats.org/officeDocument/2006/relationships/slide" Target="/ppt/slides/slide160.xml" Id="R115654482fc44a28" /><Relationship Type="http://schemas.openxmlformats.org/officeDocument/2006/relationships/slide" Target="/ppt/slides/slide161.xml" Id="Rfd04270787d844f6" /><Relationship Type="http://schemas.openxmlformats.org/officeDocument/2006/relationships/slide" Target="/ppt/slides/slide162.xml" Id="Rf3a88a7d2b954273" /><Relationship Type="http://schemas.openxmlformats.org/officeDocument/2006/relationships/slide" Target="/ppt/slides/slide163.xml" Id="R53d3be683b68440d" /><Relationship Type="http://schemas.openxmlformats.org/officeDocument/2006/relationships/slide" Target="/ppt/slides/slide164.xml" Id="R6bf20b92ba86436b" /><Relationship Type="http://schemas.openxmlformats.org/officeDocument/2006/relationships/slide" Target="/ppt/slides/slide165.xml" Id="R4e13a657348147d1" /><Relationship Type="http://schemas.openxmlformats.org/officeDocument/2006/relationships/slide" Target="/ppt/slides/slide166.xml" Id="R945cc6ea7b1e4530" /><Relationship Type="http://schemas.openxmlformats.org/officeDocument/2006/relationships/slide" Target="/ppt/slides/slide167.xml" Id="Rd78c1f56b55242d4" /><Relationship Type="http://schemas.openxmlformats.org/officeDocument/2006/relationships/slide" Target="/ppt/slides/slide168.xml" Id="R6482f8fff47c4b8c" /><Relationship Type="http://schemas.openxmlformats.org/officeDocument/2006/relationships/slide" Target="/ppt/slides/slide169.xml" Id="R9bc9567b65394bac" /><Relationship Type="http://schemas.openxmlformats.org/officeDocument/2006/relationships/slide" Target="/ppt/slides/slide170.xml" Id="Rebbb8a0ceace494f" /><Relationship Type="http://schemas.openxmlformats.org/officeDocument/2006/relationships/slide" Target="/ppt/slides/slide171.xml" Id="Rdb537dbb7d9d472f" /><Relationship Type="http://schemas.openxmlformats.org/officeDocument/2006/relationships/slide" Target="/ppt/slides/slide172.xml" Id="R3f2823e993b84a7b" /><Relationship Type="http://schemas.openxmlformats.org/officeDocument/2006/relationships/slide" Target="/ppt/slides/slide173.xml" Id="R7324adbf6e674c6d" /><Relationship Type="http://schemas.openxmlformats.org/officeDocument/2006/relationships/slide" Target="/ppt/slides/slide174.xml" Id="R6d91ea764924417a" /><Relationship Type="http://schemas.openxmlformats.org/officeDocument/2006/relationships/slide" Target="/ppt/slides/slide175.xml" Id="R6f160b5360554fff" /><Relationship Type="http://schemas.openxmlformats.org/officeDocument/2006/relationships/slide" Target="/ppt/slides/slide176.xml" Id="R5ef06b338b76488d" /><Relationship Type="http://schemas.openxmlformats.org/officeDocument/2006/relationships/slide" Target="/ppt/slides/slide177.xml" Id="Rd67885cd182b4b4a" /><Relationship Type="http://schemas.openxmlformats.org/officeDocument/2006/relationships/slide" Target="/ppt/slides/slide178.xml" Id="R090f7b94269d4411" /><Relationship Type="http://schemas.openxmlformats.org/officeDocument/2006/relationships/slide" Target="/ppt/slides/slide179.xml" Id="Ref3180ede7dc41a2" /><Relationship Type="http://schemas.openxmlformats.org/officeDocument/2006/relationships/slide" Target="/ppt/slides/slide180.xml" Id="R41e48f09f1094e97" /><Relationship Type="http://schemas.openxmlformats.org/officeDocument/2006/relationships/slide" Target="/ppt/slides/slide181.xml" Id="R686038ee22864c60" /><Relationship Type="http://schemas.openxmlformats.org/officeDocument/2006/relationships/slide" Target="/ppt/slides/slide182.xml" Id="R9c864d3f58f046c0" /><Relationship Type="http://schemas.openxmlformats.org/officeDocument/2006/relationships/slide" Target="/ppt/slides/slide183.xml" Id="R476833e610684ce9" /><Relationship Type="http://schemas.openxmlformats.org/officeDocument/2006/relationships/slide" Target="/ppt/slides/slide184.xml" Id="R0af45a0676134964" /><Relationship Type="http://schemas.openxmlformats.org/officeDocument/2006/relationships/slide" Target="/ppt/slides/slide185.xml" Id="Rabffb8dad6214d02" /><Relationship Type="http://schemas.openxmlformats.org/officeDocument/2006/relationships/slide" Target="/ppt/slides/slide186.xml" Id="Rf80d5bcfacc44a5e" /><Relationship Type="http://schemas.openxmlformats.org/officeDocument/2006/relationships/slide" Target="/ppt/slides/slide187.xml" Id="R006c38017f814dab" /><Relationship Type="http://schemas.openxmlformats.org/officeDocument/2006/relationships/slide" Target="/ppt/slides/slide188.xml" Id="R3c452343d5714b88" /><Relationship Type="http://schemas.openxmlformats.org/officeDocument/2006/relationships/slide" Target="/ppt/slides/slide189.xml" Id="R6ef8ecaf69324fd2" /><Relationship Type="http://schemas.openxmlformats.org/officeDocument/2006/relationships/slide" Target="/ppt/slides/slide190.xml" Id="Rbeb4225281e648fc" /><Relationship Type="http://schemas.openxmlformats.org/officeDocument/2006/relationships/slide" Target="/ppt/slides/slide191.xml" Id="R334347c875d84f30" /><Relationship Type="http://schemas.openxmlformats.org/officeDocument/2006/relationships/slide" Target="/ppt/slides/slide192.xml" Id="R929fe10189534543" /><Relationship Type="http://schemas.openxmlformats.org/officeDocument/2006/relationships/slide" Target="/ppt/slides/slide193.xml" Id="Rb892df53003a4cfb" /><Relationship Type="http://schemas.openxmlformats.org/officeDocument/2006/relationships/slide" Target="/ppt/slides/slide194.xml" Id="R790764544ca84ea3" /><Relationship Type="http://schemas.openxmlformats.org/officeDocument/2006/relationships/slide" Target="/ppt/slides/slide195.xml" Id="Re5dd497cbf5742c0" /><Relationship Type="http://schemas.openxmlformats.org/officeDocument/2006/relationships/slide" Target="/ppt/slides/slide196.xml" Id="R0faad18c21af4044" /><Relationship Type="http://schemas.openxmlformats.org/officeDocument/2006/relationships/slide" Target="/ppt/slides/slide197.xml" Id="Re22073c2f6fd43b9" /><Relationship Type="http://schemas.openxmlformats.org/officeDocument/2006/relationships/slide" Target="/ppt/slides/slide198.xml" Id="R3c542b8e81ae4821" /><Relationship Type="http://schemas.openxmlformats.org/officeDocument/2006/relationships/slide" Target="/ppt/slides/slide199.xml" Id="Rc29ff161c9194d68" /><Relationship Type="http://schemas.openxmlformats.org/officeDocument/2006/relationships/slide" Target="/ppt/slides/slide200.xml" Id="R5662fde6bae44088" /><Relationship Type="http://schemas.openxmlformats.org/officeDocument/2006/relationships/slide" Target="/ppt/slides/slide201.xml" Id="R0831e66c21f643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341f2725504e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83498dfc764cb6" /><Relationship Type="http://schemas.openxmlformats.org/officeDocument/2006/relationships/notesMaster" Target="/ppt/notesMasters/notesMaster1.xml" Id="R14782c7c11ef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6807bc5fa24c2f" /><Relationship Type="http://schemas.openxmlformats.org/officeDocument/2006/relationships/notesMaster" Target="/ppt/notesMasters/notesMaster1.xml" Id="R6eb153aa353646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f48c26fff04eda" /><Relationship Type="http://schemas.openxmlformats.org/officeDocument/2006/relationships/notesMaster" Target="/ppt/notesMasters/notesMaster1.xml" Id="Rae671cba2b4246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a78c6c2d294810" /><Relationship Type="http://schemas.openxmlformats.org/officeDocument/2006/relationships/notesMaster" Target="/ppt/notesMasters/notesMaster1.xml" Id="Rff48bb6ff85d40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2871cd28bd4f6a" /><Relationship Type="http://schemas.openxmlformats.org/officeDocument/2006/relationships/notesMaster" Target="/ppt/notesMasters/notesMaster1.xml" Id="Re00332f1962049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9a1e6111894674" /><Relationship Type="http://schemas.openxmlformats.org/officeDocument/2006/relationships/notesMaster" Target="/ppt/notesMasters/notesMaster1.xml" Id="R31ca2a1eebe947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18d3f485834052" /><Relationship Type="http://schemas.openxmlformats.org/officeDocument/2006/relationships/notesMaster" Target="/ppt/notesMasters/notesMaster1.xml" Id="Re78df361e32446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4d38fd82dd4106" /><Relationship Type="http://schemas.openxmlformats.org/officeDocument/2006/relationships/notesMaster" Target="/ppt/notesMasters/notesMaster1.xml" Id="R554b941a10a34e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e9050cac2044f9" /><Relationship Type="http://schemas.openxmlformats.org/officeDocument/2006/relationships/notesMaster" Target="/ppt/notesMasters/notesMaster1.xml" Id="R351b9dc79e8f48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1f9a67eeb3430e" /><Relationship Type="http://schemas.openxmlformats.org/officeDocument/2006/relationships/notesMaster" Target="/ppt/notesMasters/notesMaster1.xml" Id="R866454f8cef349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31f82afae64a4c" /><Relationship Type="http://schemas.openxmlformats.org/officeDocument/2006/relationships/notesMaster" Target="/ppt/notesMasters/notesMaster1.xml" Id="R65adbceca0f341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9948e7dddc4485" /><Relationship Type="http://schemas.openxmlformats.org/officeDocument/2006/relationships/notesMaster" Target="/ppt/notesMasters/notesMaster1.xml" Id="R834562fc8f3740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11dbd9cccc49b1" /><Relationship Type="http://schemas.openxmlformats.org/officeDocument/2006/relationships/notesMaster" Target="/ppt/notesMasters/notesMaster1.xml" Id="Rdc0c13f9b6904b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ac616c10f04ee4" /><Relationship Type="http://schemas.openxmlformats.org/officeDocument/2006/relationships/notesMaster" Target="/ppt/notesMasters/notesMaster1.xml" Id="Rffdc6a3442c54e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4d39dda0c34895" /><Relationship Type="http://schemas.openxmlformats.org/officeDocument/2006/relationships/notesMaster" Target="/ppt/notesMasters/notesMaster1.xml" Id="R7642d3632f394f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6ac2d307914f44" /><Relationship Type="http://schemas.openxmlformats.org/officeDocument/2006/relationships/notesMaster" Target="/ppt/notesMasters/notesMaster1.xml" Id="Redd5741b58cf42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e0d06da0074221" /><Relationship Type="http://schemas.openxmlformats.org/officeDocument/2006/relationships/notesMaster" Target="/ppt/notesMasters/notesMaster1.xml" Id="R23880b50a3a848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24a78f476a453d" /><Relationship Type="http://schemas.openxmlformats.org/officeDocument/2006/relationships/notesMaster" Target="/ppt/notesMasters/notesMaster1.xml" Id="Rdb7e1ff2ee3c4e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b2c9e474154a47" /><Relationship Type="http://schemas.openxmlformats.org/officeDocument/2006/relationships/notesMaster" Target="/ppt/notesMasters/notesMaster1.xml" Id="Rfb33181eba9c4f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4887de8a6c436b" /><Relationship Type="http://schemas.openxmlformats.org/officeDocument/2006/relationships/notesMaster" Target="/ppt/notesMasters/notesMaster1.xml" Id="Rc3e0e66c8ff644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9f19a74fa74a15" /><Relationship Type="http://schemas.openxmlformats.org/officeDocument/2006/relationships/notesMaster" Target="/ppt/notesMasters/notesMaster1.xml" Id="R07df31fd9b664e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a262a2b3a54d8f" /><Relationship Type="http://schemas.openxmlformats.org/officeDocument/2006/relationships/notesMaster" Target="/ppt/notesMasters/notesMaster1.xml" Id="Rc3a03b6accb746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47014810ef4321" /><Relationship Type="http://schemas.openxmlformats.org/officeDocument/2006/relationships/notesMaster" Target="/ppt/notesMasters/notesMaster1.xml" Id="R987516c5da8a4f7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921ac01054472a" /><Relationship Type="http://schemas.openxmlformats.org/officeDocument/2006/relationships/notesMaster" Target="/ppt/notesMasters/notesMaster1.xml" Id="Rcef55e17f1e648e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e092b228f94da5" /><Relationship Type="http://schemas.openxmlformats.org/officeDocument/2006/relationships/notesMaster" Target="/ppt/notesMasters/notesMaster1.xml" Id="Rb6330f5202754f5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fe4bef095584220" /><Relationship Type="http://schemas.openxmlformats.org/officeDocument/2006/relationships/notesMaster" Target="/ppt/notesMasters/notesMaster1.xml" Id="R1ef0b4d07c0643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2ead755e74f4258" /><Relationship Type="http://schemas.openxmlformats.org/officeDocument/2006/relationships/notesMaster" Target="/ppt/notesMasters/notesMaster1.xml" Id="R63e0a1aa11164b4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db33d23cff242f7" /><Relationship Type="http://schemas.openxmlformats.org/officeDocument/2006/relationships/notesMaster" Target="/ppt/notesMasters/notesMaster1.xml" Id="R170801397938408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e0f5f33fb94c0e" /><Relationship Type="http://schemas.openxmlformats.org/officeDocument/2006/relationships/notesMaster" Target="/ppt/notesMasters/notesMaster1.xml" Id="Rd11fd85ea56d46a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d430027715403c" /><Relationship Type="http://schemas.openxmlformats.org/officeDocument/2006/relationships/notesMaster" Target="/ppt/notesMasters/notesMaster1.xml" Id="Rb6a4de9ee94e494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bec9d94134d4a8c" /><Relationship Type="http://schemas.openxmlformats.org/officeDocument/2006/relationships/notesMaster" Target="/ppt/notesMasters/notesMaster1.xml" Id="R06e7468d0f07466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212f98c2af746ac" /><Relationship Type="http://schemas.openxmlformats.org/officeDocument/2006/relationships/notesMaster" Target="/ppt/notesMasters/notesMaster1.xml" Id="R1cc5de8f221446b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46878bb79b94644" /><Relationship Type="http://schemas.openxmlformats.org/officeDocument/2006/relationships/notesMaster" Target="/ppt/notesMasters/notesMaster1.xml" Id="R8340455653e24ff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d18c53a30b34873" /><Relationship Type="http://schemas.openxmlformats.org/officeDocument/2006/relationships/notesMaster" Target="/ppt/notesMasters/notesMaster1.xml" Id="Rc51bc9cf0a4e4ef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ff84156f9804af2" /><Relationship Type="http://schemas.openxmlformats.org/officeDocument/2006/relationships/notesMaster" Target="/ppt/notesMasters/notesMaster1.xml" Id="R9c33cb17b89e487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a0ca5a195742ba" /><Relationship Type="http://schemas.openxmlformats.org/officeDocument/2006/relationships/notesMaster" Target="/ppt/notesMasters/notesMaster1.xml" Id="Rc7796dffc1d742b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0206633a8f247dd" /><Relationship Type="http://schemas.openxmlformats.org/officeDocument/2006/relationships/notesMaster" Target="/ppt/notesMasters/notesMaster1.xml" Id="R398c66facf6b4f8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d8503abd8c649a6" /><Relationship Type="http://schemas.openxmlformats.org/officeDocument/2006/relationships/notesMaster" Target="/ppt/notesMasters/notesMaster1.xml" Id="R5863c01d477d4df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6d63273c2c84b6f" /><Relationship Type="http://schemas.openxmlformats.org/officeDocument/2006/relationships/notesMaster" Target="/ppt/notesMasters/notesMaster1.xml" Id="R27c30356467949f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f49a6e98b5b4ff0" /><Relationship Type="http://schemas.openxmlformats.org/officeDocument/2006/relationships/notesMaster" Target="/ppt/notesMasters/notesMaster1.xml" Id="Raeadf0d8b391495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06a16a821414b65" /><Relationship Type="http://schemas.openxmlformats.org/officeDocument/2006/relationships/notesMaster" Target="/ppt/notesMasters/notesMaster1.xml" Id="Rc5e99b105778431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238aaf428084a1e" /><Relationship Type="http://schemas.openxmlformats.org/officeDocument/2006/relationships/notesMaster" Target="/ppt/notesMasters/notesMaster1.xml" Id="R4a8c48b569e04e5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1b02e70dfcb45ab" /><Relationship Type="http://schemas.openxmlformats.org/officeDocument/2006/relationships/notesMaster" Target="/ppt/notesMasters/notesMaster1.xml" Id="R2fc76902e34c4d9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f5c6468aee94cc6" /><Relationship Type="http://schemas.openxmlformats.org/officeDocument/2006/relationships/notesMaster" Target="/ppt/notesMasters/notesMaster1.xml" Id="R8366221a5a294d3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f68f3e61294468d" /><Relationship Type="http://schemas.openxmlformats.org/officeDocument/2006/relationships/notesMaster" Target="/ppt/notesMasters/notesMaster1.xml" Id="R6499e4d86183408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4934a9dfe554239" /><Relationship Type="http://schemas.openxmlformats.org/officeDocument/2006/relationships/notesMaster" Target="/ppt/notesMasters/notesMaster1.xml" Id="R146e64db960242c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657216911ed4f16" /><Relationship Type="http://schemas.openxmlformats.org/officeDocument/2006/relationships/notesMaster" Target="/ppt/notesMasters/notesMaster1.xml" Id="Rd83a97f098f44ef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cb952c11a994e66" /><Relationship Type="http://schemas.openxmlformats.org/officeDocument/2006/relationships/notesMaster" Target="/ppt/notesMasters/notesMaster1.xml" Id="R771ff59da9b44bd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190cfa7d2904cd9" /><Relationship Type="http://schemas.openxmlformats.org/officeDocument/2006/relationships/notesMaster" Target="/ppt/notesMasters/notesMaster1.xml" Id="Rb37d9b14ab1a4c1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221fd7b30fc4530" /><Relationship Type="http://schemas.openxmlformats.org/officeDocument/2006/relationships/notesMaster" Target="/ppt/notesMasters/notesMaster1.xml" Id="R3a9f9156ac65492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5d7bfa9ce274d6f" /><Relationship Type="http://schemas.openxmlformats.org/officeDocument/2006/relationships/notesMaster" Target="/ppt/notesMasters/notesMaster1.xml" Id="R1f9edc8548df41a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391eec6faad43a8" /><Relationship Type="http://schemas.openxmlformats.org/officeDocument/2006/relationships/notesMaster" Target="/ppt/notesMasters/notesMaster1.xml" Id="Reb221e6a2b80498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5e9050de3b643bf" /><Relationship Type="http://schemas.openxmlformats.org/officeDocument/2006/relationships/notesMaster" Target="/ppt/notesMasters/notesMaster1.xml" Id="Ra0b64cc1f63c4c9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3ca75265d7f4a3a" /><Relationship Type="http://schemas.openxmlformats.org/officeDocument/2006/relationships/notesMaster" Target="/ppt/notesMasters/notesMaster1.xml" Id="Rf118dfb441f743d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d36b6eb01ffe422e" /><Relationship Type="http://schemas.openxmlformats.org/officeDocument/2006/relationships/notesMaster" Target="/ppt/notesMasters/notesMaster1.xml" Id="R16555a7c69ec430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c1311c5a417442e" /><Relationship Type="http://schemas.openxmlformats.org/officeDocument/2006/relationships/notesMaster" Target="/ppt/notesMasters/notesMaster1.xml" Id="R6d95423d9324475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8e0ee499af74324" /><Relationship Type="http://schemas.openxmlformats.org/officeDocument/2006/relationships/notesMaster" Target="/ppt/notesMasters/notesMaster1.xml" Id="R3d65d27d5c5a4cf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8d3c223012a4e3c" /><Relationship Type="http://schemas.openxmlformats.org/officeDocument/2006/relationships/notesMaster" Target="/ppt/notesMasters/notesMaster1.xml" Id="R49550eb902764f9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913c4705fa94a04" /><Relationship Type="http://schemas.openxmlformats.org/officeDocument/2006/relationships/notesMaster" Target="/ppt/notesMasters/notesMaster1.xml" Id="Rce3416f664af4ea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ff1fd9a9af042a5" /><Relationship Type="http://schemas.openxmlformats.org/officeDocument/2006/relationships/notesMaster" Target="/ppt/notesMasters/notesMaster1.xml" Id="Rd5816ca0d1e14b0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03fbdd285864383" /><Relationship Type="http://schemas.openxmlformats.org/officeDocument/2006/relationships/notesMaster" Target="/ppt/notesMasters/notesMaster1.xml" Id="R483c1baf50a8494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88d194504e046a0" /><Relationship Type="http://schemas.openxmlformats.org/officeDocument/2006/relationships/notesMaster" Target="/ppt/notesMasters/notesMaster1.xml" Id="R25e7ee96d86d4cc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865ba99fc5e41d2" /><Relationship Type="http://schemas.openxmlformats.org/officeDocument/2006/relationships/notesMaster" Target="/ppt/notesMasters/notesMaster1.xml" Id="Rfc54c75c7be3426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708b6f573894145" /><Relationship Type="http://schemas.openxmlformats.org/officeDocument/2006/relationships/notesMaster" Target="/ppt/notesMasters/notesMaster1.xml" Id="Rb49c547d5507455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90d419d88464ba3" /><Relationship Type="http://schemas.openxmlformats.org/officeDocument/2006/relationships/notesMaster" Target="/ppt/notesMasters/notesMaster1.xml" Id="Rf0ea63ff86ba45c1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ac3860faa7d4990" /><Relationship Type="http://schemas.openxmlformats.org/officeDocument/2006/relationships/notesMaster" Target="/ppt/notesMasters/notesMaster1.xml" Id="R0f95c6d5cbca421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e3cebac02c24b84" /><Relationship Type="http://schemas.openxmlformats.org/officeDocument/2006/relationships/notesMaster" Target="/ppt/notesMasters/notesMaster1.xml" Id="R132f9bcf63ec462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29f9136d0514ad3" /><Relationship Type="http://schemas.openxmlformats.org/officeDocument/2006/relationships/notesMaster" Target="/ppt/notesMasters/notesMaster1.xml" Id="Rd06dcbade38e4b8b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e4359f53ac34264" /><Relationship Type="http://schemas.openxmlformats.org/officeDocument/2006/relationships/notesMaster" Target="/ppt/notesMasters/notesMaster1.xml" Id="Ra72f26dd78dc4e7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fe18b27afff43d7" /><Relationship Type="http://schemas.openxmlformats.org/officeDocument/2006/relationships/notesMaster" Target="/ppt/notesMasters/notesMaster1.xml" Id="R62a80d845c60414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111ab602656b47da" /><Relationship Type="http://schemas.openxmlformats.org/officeDocument/2006/relationships/notesMaster" Target="/ppt/notesMasters/notesMaster1.xml" Id="Rc4a49ace0c8a48c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7430d76aae044ca4" /><Relationship Type="http://schemas.openxmlformats.org/officeDocument/2006/relationships/notesMaster" Target="/ppt/notesMasters/notesMaster1.xml" Id="R54c4f4609f4f4e51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3922d3c8c964191" /><Relationship Type="http://schemas.openxmlformats.org/officeDocument/2006/relationships/notesMaster" Target="/ppt/notesMasters/notesMaster1.xml" Id="R9db111722ed048f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ee89e26784c43a8" /><Relationship Type="http://schemas.openxmlformats.org/officeDocument/2006/relationships/notesMaster" Target="/ppt/notesMasters/notesMaster1.xml" Id="Rf4112c0fa4b94f81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e1db639c3a5242b2" /><Relationship Type="http://schemas.openxmlformats.org/officeDocument/2006/relationships/notesMaster" Target="/ppt/notesMasters/notesMaster1.xml" Id="R2e0f34f9bd1a40aa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dbd1a6b4d24405c" /><Relationship Type="http://schemas.openxmlformats.org/officeDocument/2006/relationships/notesMaster" Target="/ppt/notesMasters/notesMaster1.xml" Id="Rf5ebdefb3a7243f0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428906eb03f40a5" /><Relationship Type="http://schemas.openxmlformats.org/officeDocument/2006/relationships/notesMaster" Target="/ppt/notesMasters/notesMaster1.xml" Id="Rf18b61d890554d3f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dd8118ac7510443d" /><Relationship Type="http://schemas.openxmlformats.org/officeDocument/2006/relationships/notesMaster" Target="/ppt/notesMasters/notesMaster1.xml" Id="Rb1a1737b3925470a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bcdc89a6f034c7e" /><Relationship Type="http://schemas.openxmlformats.org/officeDocument/2006/relationships/notesMaster" Target="/ppt/notesMasters/notesMaster1.xml" Id="R88919b30711e429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77c97b0152784c24" /><Relationship Type="http://schemas.openxmlformats.org/officeDocument/2006/relationships/notesMaster" Target="/ppt/notesMasters/notesMaster1.xml" Id="Rf5f653409a0e4dad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e4a0034012a413b" /><Relationship Type="http://schemas.openxmlformats.org/officeDocument/2006/relationships/notesMaster" Target="/ppt/notesMasters/notesMaster1.xml" Id="R0483bae4efe9492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673e9ebe9f754095" /><Relationship Type="http://schemas.openxmlformats.org/officeDocument/2006/relationships/notesMaster" Target="/ppt/notesMasters/notesMaster1.xml" Id="R978da24b0204486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f4c64baa14b04dea" /><Relationship Type="http://schemas.openxmlformats.org/officeDocument/2006/relationships/notesMaster" Target="/ppt/notesMasters/notesMaster1.xml" Id="R443cbfe945b841a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b756551f4d24a1f" /><Relationship Type="http://schemas.openxmlformats.org/officeDocument/2006/relationships/notesMaster" Target="/ppt/notesMasters/notesMaster1.xml" Id="Reba750ddedb7407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40cf7edd82745e0" /><Relationship Type="http://schemas.openxmlformats.org/officeDocument/2006/relationships/notesMaster" Target="/ppt/notesMasters/notesMaster1.xml" Id="Rd9e65f3abf0048b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11aadb80a1ad4c65" /><Relationship Type="http://schemas.openxmlformats.org/officeDocument/2006/relationships/notesMaster" Target="/ppt/notesMasters/notesMaster1.xml" Id="Rda236af9785d4353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287440ae7e34416" /><Relationship Type="http://schemas.openxmlformats.org/officeDocument/2006/relationships/notesMaster" Target="/ppt/notesMasters/notesMaster1.xml" Id="R4c4a92716a3a43e8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83643746e5140c5" /><Relationship Type="http://schemas.openxmlformats.org/officeDocument/2006/relationships/notesMaster" Target="/ppt/notesMasters/notesMaster1.xml" Id="R27a076a3e12a440e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a7be5a8a462432e" /><Relationship Type="http://schemas.openxmlformats.org/officeDocument/2006/relationships/notesMaster" Target="/ppt/notesMasters/notesMaster1.xml" Id="R8a4327571f3d494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6c127ad52dbc4f66" /><Relationship Type="http://schemas.openxmlformats.org/officeDocument/2006/relationships/notesMaster" Target="/ppt/notesMasters/notesMaster1.xml" Id="Rf3f25ac133564207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3dafe87c5664ae0" /><Relationship Type="http://schemas.openxmlformats.org/officeDocument/2006/relationships/notesMaster" Target="/ppt/notesMasters/notesMaster1.xml" Id="Re6401572a5af4d66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4bd7444e93794f89" /><Relationship Type="http://schemas.openxmlformats.org/officeDocument/2006/relationships/notesMaster" Target="/ppt/notesMasters/notesMaster1.xml" Id="Rd70b760b8d2a46f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480a090286c4fac" /><Relationship Type="http://schemas.openxmlformats.org/officeDocument/2006/relationships/notesMaster" Target="/ppt/notesMasters/notesMaster1.xml" Id="R191b799629cf42a6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7f51022502b848fc" /><Relationship Type="http://schemas.openxmlformats.org/officeDocument/2006/relationships/notesMaster" Target="/ppt/notesMasters/notesMaster1.xml" Id="R50a55f02c94b4c1f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f997bd415caa4921" /><Relationship Type="http://schemas.openxmlformats.org/officeDocument/2006/relationships/notesMaster" Target="/ppt/notesMasters/notesMaster1.xml" Id="Rfa7c5c4bb9404ce2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93c112660f347da" /><Relationship Type="http://schemas.openxmlformats.org/officeDocument/2006/relationships/notesMaster" Target="/ppt/notesMasters/notesMaster1.xml" Id="Re36112baabca4b9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cd46e76da82248bb" /><Relationship Type="http://schemas.openxmlformats.org/officeDocument/2006/relationships/notesMaster" Target="/ppt/notesMasters/notesMaster1.xml" Id="Re64934a633b2407e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9d9aeee1a9e940c8" /><Relationship Type="http://schemas.openxmlformats.org/officeDocument/2006/relationships/notesMaster" Target="/ppt/notesMasters/notesMaster1.xml" Id="Rcd070a1519d54b5e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5cfa01c692c649f0" /><Relationship Type="http://schemas.openxmlformats.org/officeDocument/2006/relationships/notesMaster" Target="/ppt/notesMasters/notesMaster1.xml" Id="R538c8e656c504eb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d6968e35d3af4fdf" /><Relationship Type="http://schemas.openxmlformats.org/officeDocument/2006/relationships/notesMaster" Target="/ppt/notesMasters/notesMaster1.xml" Id="Rd441e19145d3415a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2152e2c1ec2f4f4c" /><Relationship Type="http://schemas.openxmlformats.org/officeDocument/2006/relationships/notesMaster" Target="/ppt/notesMasters/notesMaster1.xml" Id="R0a45e820b3e34857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1f56fe25de4f4f81" /><Relationship Type="http://schemas.openxmlformats.org/officeDocument/2006/relationships/notesMaster" Target="/ppt/notesMasters/notesMaster1.xml" Id="R8b59cdfdd391437e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58c7e8e26c040f9" /><Relationship Type="http://schemas.openxmlformats.org/officeDocument/2006/relationships/notesMaster" Target="/ppt/notesMasters/notesMaster1.xml" Id="Rcc5afcde1c244e2e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19fff8c71f694432" /><Relationship Type="http://schemas.openxmlformats.org/officeDocument/2006/relationships/notesMaster" Target="/ppt/notesMasters/notesMaster1.xml" Id="R75933f7f49644e3a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8c84e67de9604d8b" /><Relationship Type="http://schemas.openxmlformats.org/officeDocument/2006/relationships/notesMaster" Target="/ppt/notesMasters/notesMaster1.xml" Id="Rcb63fec74c2f4f2a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a36c9f2503ae4c62" /><Relationship Type="http://schemas.openxmlformats.org/officeDocument/2006/relationships/notesMaster" Target="/ppt/notesMasters/notesMaster1.xml" Id="R5532906d1a7e4649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f4b150864e3144d1" /><Relationship Type="http://schemas.openxmlformats.org/officeDocument/2006/relationships/notesMaster" Target="/ppt/notesMasters/notesMaster1.xml" Id="Ree6c02adcb2146ac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c78128527c1f44fc" /><Relationship Type="http://schemas.openxmlformats.org/officeDocument/2006/relationships/notesMaster" Target="/ppt/notesMasters/notesMaster1.xml" Id="Ra202a756ccbd42b6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a1ee44cb6954b2c" /><Relationship Type="http://schemas.openxmlformats.org/officeDocument/2006/relationships/notesMaster" Target="/ppt/notesMasters/notesMaster1.xml" Id="R144078cc93da468f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1604bb47ff494d71" /><Relationship Type="http://schemas.openxmlformats.org/officeDocument/2006/relationships/notesMaster" Target="/ppt/notesMasters/notesMaster1.xml" Id="R7ac0bcfd860f4792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ad5fb03194094e68" /><Relationship Type="http://schemas.openxmlformats.org/officeDocument/2006/relationships/notesMaster" Target="/ppt/notesMasters/notesMaster1.xml" Id="R1795832a377c446e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ccd7247d11b0432e" /><Relationship Type="http://schemas.openxmlformats.org/officeDocument/2006/relationships/notesMaster" Target="/ppt/notesMasters/notesMaster1.xml" Id="R20c110105a62485b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15da7d8d04fb48d5" /><Relationship Type="http://schemas.openxmlformats.org/officeDocument/2006/relationships/notesMaster" Target="/ppt/notesMasters/notesMaster1.xml" Id="R0f9728916fee42dd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ceddab95af7748cd" /><Relationship Type="http://schemas.openxmlformats.org/officeDocument/2006/relationships/notesMaster" Target="/ppt/notesMasters/notesMaster1.xml" Id="R315fd53033ff4467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47b22a75f4e947c9" /><Relationship Type="http://schemas.openxmlformats.org/officeDocument/2006/relationships/notesMaster" Target="/ppt/notesMasters/notesMaster1.xml" Id="R481a81d9dff340ea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e75a658c84864935" /><Relationship Type="http://schemas.openxmlformats.org/officeDocument/2006/relationships/notesMaster" Target="/ppt/notesMasters/notesMaster1.xml" Id="Rdd0f9f49aa76424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ffb81540d3654a75" /><Relationship Type="http://schemas.openxmlformats.org/officeDocument/2006/relationships/notesMaster" Target="/ppt/notesMasters/notesMaster1.xml" Id="R1f6a03637308487e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ba2a6c0552f74a50" /><Relationship Type="http://schemas.openxmlformats.org/officeDocument/2006/relationships/notesMaster" Target="/ppt/notesMasters/notesMaster1.xml" Id="R58a536b196b745b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a5702058a8b6453e" /><Relationship Type="http://schemas.openxmlformats.org/officeDocument/2006/relationships/notesMaster" Target="/ppt/notesMasters/notesMaster1.xml" Id="R8fe212066c5148bd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b9abdcf9cfeb498d" /><Relationship Type="http://schemas.openxmlformats.org/officeDocument/2006/relationships/notesMaster" Target="/ppt/notesMasters/notesMaster1.xml" Id="R98115bf8438745ac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835af4923d2c4f55" /><Relationship Type="http://schemas.openxmlformats.org/officeDocument/2006/relationships/notesMaster" Target="/ppt/notesMasters/notesMaster1.xml" Id="R0a913b0233084004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b219e0f44e8a4b91" /><Relationship Type="http://schemas.openxmlformats.org/officeDocument/2006/relationships/notesMaster" Target="/ppt/notesMasters/notesMaster1.xml" Id="R08ace8fe0ac04601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7b8aab07563b48d0" /><Relationship Type="http://schemas.openxmlformats.org/officeDocument/2006/relationships/notesMaster" Target="/ppt/notesMasters/notesMaster1.xml" Id="R37d8ab76f33542f8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cf2dd54ac3994b4f" /><Relationship Type="http://schemas.openxmlformats.org/officeDocument/2006/relationships/notesMaster" Target="/ppt/notesMasters/notesMaster1.xml" Id="R3081146f729a40d5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29064dfe39904662" /><Relationship Type="http://schemas.openxmlformats.org/officeDocument/2006/relationships/notesMaster" Target="/ppt/notesMasters/notesMaster1.xml" Id="Rb1acd6f86f8b4d06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6673a56284534634" /><Relationship Type="http://schemas.openxmlformats.org/officeDocument/2006/relationships/notesMaster" Target="/ppt/notesMasters/notesMaster1.xml" Id="Rcb2735cd664e4e04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57945a3fd4284314" /><Relationship Type="http://schemas.openxmlformats.org/officeDocument/2006/relationships/notesMaster" Target="/ppt/notesMasters/notesMaster1.xml" Id="R0ad9275bafea4b3c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5eed9cd61414b68" /><Relationship Type="http://schemas.openxmlformats.org/officeDocument/2006/relationships/notesMaster" Target="/ppt/notesMasters/notesMaster1.xml" Id="R8aa38e7217dc4d7e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cc974c282367466c" /><Relationship Type="http://schemas.openxmlformats.org/officeDocument/2006/relationships/notesMaster" Target="/ppt/notesMasters/notesMaster1.xml" Id="R08949b92daab48ca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7d5148e57d2549d9" /><Relationship Type="http://schemas.openxmlformats.org/officeDocument/2006/relationships/notesMaster" Target="/ppt/notesMasters/notesMaster1.xml" Id="Ra8bbd67ded4544b0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a4c26a75a6324194" /><Relationship Type="http://schemas.openxmlformats.org/officeDocument/2006/relationships/notesMaster" Target="/ppt/notesMasters/notesMaster1.xml" Id="R02ee07d9c39f4075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19d8d24f0ab44852" /><Relationship Type="http://schemas.openxmlformats.org/officeDocument/2006/relationships/notesMaster" Target="/ppt/notesMasters/notesMaster1.xml" Id="Rbd96584fa5f14dc5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78c7bd60f0414186" /><Relationship Type="http://schemas.openxmlformats.org/officeDocument/2006/relationships/notesMaster" Target="/ppt/notesMasters/notesMaster1.xml" Id="Rd0e9771ef1024aec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bf51872ad45241ee" /><Relationship Type="http://schemas.openxmlformats.org/officeDocument/2006/relationships/notesMaster" Target="/ppt/notesMasters/notesMaster1.xml" Id="Rc98bb16ebd814573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d8fe53eb8f644b7c" /><Relationship Type="http://schemas.openxmlformats.org/officeDocument/2006/relationships/notesMaster" Target="/ppt/notesMasters/notesMaster1.xml" Id="R3cb76b9d7cb642b7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7d83732cd5f04d20" /><Relationship Type="http://schemas.openxmlformats.org/officeDocument/2006/relationships/notesMaster" Target="/ppt/notesMasters/notesMaster1.xml" Id="Ra78be87e0f354808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4761122d86354c97" /><Relationship Type="http://schemas.openxmlformats.org/officeDocument/2006/relationships/notesMaster" Target="/ppt/notesMasters/notesMaster1.xml" Id="Re213ee171d3e4cc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9c7204a75ca9484b" /><Relationship Type="http://schemas.openxmlformats.org/officeDocument/2006/relationships/notesMaster" Target="/ppt/notesMasters/notesMaster1.xml" Id="R2ec74e04723648a0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9ff09ec701594769" /><Relationship Type="http://schemas.openxmlformats.org/officeDocument/2006/relationships/notesMaster" Target="/ppt/notesMasters/notesMaster1.xml" Id="R6e03002f59d1448c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087a0dbf9e114a2f" /><Relationship Type="http://schemas.openxmlformats.org/officeDocument/2006/relationships/notesMaster" Target="/ppt/notesMasters/notesMaster1.xml" Id="R724d4f2755e54e26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62a7b265bb924877" /><Relationship Type="http://schemas.openxmlformats.org/officeDocument/2006/relationships/notesMaster" Target="/ppt/notesMasters/notesMaster1.xml" Id="R5f8e0157c3654d37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0cbd468774394a15" /><Relationship Type="http://schemas.openxmlformats.org/officeDocument/2006/relationships/notesMaster" Target="/ppt/notesMasters/notesMaster1.xml" Id="Ra256df09245a47f7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51766862dd9c44df" /><Relationship Type="http://schemas.openxmlformats.org/officeDocument/2006/relationships/notesMaster" Target="/ppt/notesMasters/notesMaster1.xml" Id="Ra2ecea1a13e34951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27164af7a1664916" /><Relationship Type="http://schemas.openxmlformats.org/officeDocument/2006/relationships/notesMaster" Target="/ppt/notesMasters/notesMaster1.xml" Id="Re1c8f53612ed4aa0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1a32b6d372e8488c" /><Relationship Type="http://schemas.openxmlformats.org/officeDocument/2006/relationships/notesMaster" Target="/ppt/notesMasters/notesMaster1.xml" Id="R664dc29e89c04a54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9414483b9ca747c2" /><Relationship Type="http://schemas.openxmlformats.org/officeDocument/2006/relationships/notesMaster" Target="/ppt/notesMasters/notesMaster1.xml" Id="R7a0efd3d915d4b0d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3dc110e166894fae" /><Relationship Type="http://schemas.openxmlformats.org/officeDocument/2006/relationships/notesMaster" Target="/ppt/notesMasters/notesMaster1.xml" Id="R403ab776eafc409d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cce902e1d137404f" /><Relationship Type="http://schemas.openxmlformats.org/officeDocument/2006/relationships/notesMaster" Target="/ppt/notesMasters/notesMaster1.xml" Id="Rd694442e35fb4a5e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4cf8e5d0330343e7" /><Relationship Type="http://schemas.openxmlformats.org/officeDocument/2006/relationships/notesMaster" Target="/ppt/notesMasters/notesMaster1.xml" Id="R88fa7380ad25441b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d49804c3da754c71" /><Relationship Type="http://schemas.openxmlformats.org/officeDocument/2006/relationships/notesMaster" Target="/ppt/notesMasters/notesMaster1.xml" Id="Rda557771d7174878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d91490e329fc4fec" /><Relationship Type="http://schemas.openxmlformats.org/officeDocument/2006/relationships/notesMaster" Target="/ppt/notesMasters/notesMaster1.xml" Id="R993664d28b2944cc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c50c24a1507744e6" /><Relationship Type="http://schemas.openxmlformats.org/officeDocument/2006/relationships/notesMaster" Target="/ppt/notesMasters/notesMaster1.xml" Id="R00c7b131daae4d1f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f2cbefb25efa4f6b" /><Relationship Type="http://schemas.openxmlformats.org/officeDocument/2006/relationships/notesMaster" Target="/ppt/notesMasters/notesMaster1.xml" Id="R886b005286284ff2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03bfe98c8b1a47a7" /><Relationship Type="http://schemas.openxmlformats.org/officeDocument/2006/relationships/notesMaster" Target="/ppt/notesMasters/notesMaster1.xml" Id="R73ff8e0bb9d54b35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d3f055e514bc421b" /><Relationship Type="http://schemas.openxmlformats.org/officeDocument/2006/relationships/notesMaster" Target="/ppt/notesMasters/notesMaster1.xml" Id="Rb5814b20abaf4ab8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0c93637cc8fb4ea8" /><Relationship Type="http://schemas.openxmlformats.org/officeDocument/2006/relationships/notesMaster" Target="/ppt/notesMasters/notesMaster1.xml" Id="R935d2fffec6d4f1e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72f236fbfb344c59" /><Relationship Type="http://schemas.openxmlformats.org/officeDocument/2006/relationships/notesMaster" Target="/ppt/notesMasters/notesMaster1.xml" Id="R9b9434a7c9f64267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ea0305dd1431437d" /><Relationship Type="http://schemas.openxmlformats.org/officeDocument/2006/relationships/notesMaster" Target="/ppt/notesMasters/notesMaster1.xml" Id="Ra83a0beb15f84387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b6579ed3b9cc4cc9" /><Relationship Type="http://schemas.openxmlformats.org/officeDocument/2006/relationships/notesMaster" Target="/ppt/notesMasters/notesMaster1.xml" Id="Rb2dcbab66ea2452a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da45a0fceed64a6f" /><Relationship Type="http://schemas.openxmlformats.org/officeDocument/2006/relationships/notesMaster" Target="/ppt/notesMasters/notesMaster1.xml" Id="R824877c782894b06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1c7e2fa0c091433f" /><Relationship Type="http://schemas.openxmlformats.org/officeDocument/2006/relationships/notesMaster" Target="/ppt/notesMasters/notesMaster1.xml" Id="R2650a2e442d440a8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495bcd8257ca4344" /><Relationship Type="http://schemas.openxmlformats.org/officeDocument/2006/relationships/notesMaster" Target="/ppt/notesMasters/notesMaster1.xml" Id="R44496ad19cb5458c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294a6bb0c36841ce" /><Relationship Type="http://schemas.openxmlformats.org/officeDocument/2006/relationships/notesMaster" Target="/ppt/notesMasters/notesMaster1.xml" Id="R1b7a5c188fce4973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32c2b1e264ff4920" /><Relationship Type="http://schemas.openxmlformats.org/officeDocument/2006/relationships/notesMaster" Target="/ppt/notesMasters/notesMaster1.xml" Id="Re1a8063ca8ba448a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b85b0478663c4949" /><Relationship Type="http://schemas.openxmlformats.org/officeDocument/2006/relationships/notesMaster" Target="/ppt/notesMasters/notesMaster1.xml" Id="R7ff8d26e2ee64f3d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63d51e487a494382" /><Relationship Type="http://schemas.openxmlformats.org/officeDocument/2006/relationships/notesMaster" Target="/ppt/notesMasters/notesMaster1.xml" Id="Ra085dfaf40fc4d60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02f52ac6892e4144" /><Relationship Type="http://schemas.openxmlformats.org/officeDocument/2006/relationships/notesMaster" Target="/ppt/notesMasters/notesMaster1.xml" Id="Rb0fa7aed239c4785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38e8cad215c54b91" /><Relationship Type="http://schemas.openxmlformats.org/officeDocument/2006/relationships/notesMaster" Target="/ppt/notesMasters/notesMaster1.xml" Id="R6caf0bd481a445ad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714b959d7a6a4c4e" /><Relationship Type="http://schemas.openxmlformats.org/officeDocument/2006/relationships/notesMaster" Target="/ppt/notesMasters/notesMaster1.xml" Id="R4d616cd10dd54e63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ecfff73c081d4eb0" /><Relationship Type="http://schemas.openxmlformats.org/officeDocument/2006/relationships/notesMaster" Target="/ppt/notesMasters/notesMaster1.xml" Id="R9affe74553da4d40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518d6fc8e7ba44a2" /><Relationship Type="http://schemas.openxmlformats.org/officeDocument/2006/relationships/notesMaster" Target="/ppt/notesMasters/notesMaster1.xml" Id="R67798424cd38464d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4966a55160ca40fc" /><Relationship Type="http://schemas.openxmlformats.org/officeDocument/2006/relationships/notesMaster" Target="/ppt/notesMasters/notesMaster1.xml" Id="R3f70388515354042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40c105807419490a" /><Relationship Type="http://schemas.openxmlformats.org/officeDocument/2006/relationships/notesMaster" Target="/ppt/notesMasters/notesMaster1.xml" Id="R46eb0bfabb4148d7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9dc9774dfb944ff2" /><Relationship Type="http://schemas.openxmlformats.org/officeDocument/2006/relationships/notesMaster" Target="/ppt/notesMasters/notesMaster1.xml" Id="R3b313e865ae94671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31f90c53b4534508" /><Relationship Type="http://schemas.openxmlformats.org/officeDocument/2006/relationships/notesMaster" Target="/ppt/notesMasters/notesMaster1.xml" Id="R897a09343171449f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b95ce259e54c4be8" /><Relationship Type="http://schemas.openxmlformats.org/officeDocument/2006/relationships/notesMaster" Target="/ppt/notesMasters/notesMaster1.xml" Id="R426b04feb4ca4e66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edaae97fda2e4b61" /><Relationship Type="http://schemas.openxmlformats.org/officeDocument/2006/relationships/notesMaster" Target="/ppt/notesMasters/notesMaster1.xml" Id="R501d75234baf41f2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7e57a9e1687d4832" /><Relationship Type="http://schemas.openxmlformats.org/officeDocument/2006/relationships/notesMaster" Target="/ppt/notesMasters/notesMaster1.xml" Id="R724426b9c6c74440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9cec9dca342f4639" /><Relationship Type="http://schemas.openxmlformats.org/officeDocument/2006/relationships/notesMaster" Target="/ppt/notesMasters/notesMaster1.xml" Id="R9c020fe8672342c3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7004f9bbe7834a1e" /><Relationship Type="http://schemas.openxmlformats.org/officeDocument/2006/relationships/notesMaster" Target="/ppt/notesMasters/notesMaster1.xml" Id="R31f9ca6c727c4551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83ed17f48e5e4f01" /><Relationship Type="http://schemas.openxmlformats.org/officeDocument/2006/relationships/notesMaster" Target="/ppt/notesMasters/notesMaster1.xml" Id="R161eb053ac8540c3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d6a76737d62f4932" /><Relationship Type="http://schemas.openxmlformats.org/officeDocument/2006/relationships/notesMaster" Target="/ppt/notesMasters/notesMaster1.xml" Id="R60fd5ffee3fb4379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7de3fd333cea44ab" /><Relationship Type="http://schemas.openxmlformats.org/officeDocument/2006/relationships/notesMaster" Target="/ppt/notesMasters/notesMaster1.xml" Id="R93df8867d7214dc5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8454037805db42e9" /><Relationship Type="http://schemas.openxmlformats.org/officeDocument/2006/relationships/notesMaster" Target="/ppt/notesMasters/notesMaster1.xml" Id="R3c71885f826a4f71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469e7e8e01f843ee" /><Relationship Type="http://schemas.openxmlformats.org/officeDocument/2006/relationships/notesMaster" Target="/ppt/notesMasters/notesMaster1.xml" Id="R3005765cb8a74ca8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c17803056ba14b84" /><Relationship Type="http://schemas.openxmlformats.org/officeDocument/2006/relationships/notesMaster" Target="/ppt/notesMasters/notesMaster1.xml" Id="R32082a93b5c64d84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562d7e12453e4226" /><Relationship Type="http://schemas.openxmlformats.org/officeDocument/2006/relationships/notesMaster" Target="/ppt/notesMasters/notesMaster1.xml" Id="Ra11ff9fe4f064937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d04d9c2fa53e4586" /><Relationship Type="http://schemas.openxmlformats.org/officeDocument/2006/relationships/notesMaster" Target="/ppt/notesMasters/notesMaster1.xml" Id="Rc85b883ec0b14367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8debf2444c794e1d" /><Relationship Type="http://schemas.openxmlformats.org/officeDocument/2006/relationships/notesMaster" Target="/ppt/notesMasters/notesMaster1.xml" Id="R07e10eb1ff0d4bbc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433372c9bb774795" /><Relationship Type="http://schemas.openxmlformats.org/officeDocument/2006/relationships/notesMaster" Target="/ppt/notesMasters/notesMaster1.xml" Id="R9e7eba67f26845f1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6cf4f7476e5e4408" /><Relationship Type="http://schemas.openxmlformats.org/officeDocument/2006/relationships/notesMaster" Target="/ppt/notesMasters/notesMaster1.xml" Id="R8a5ff12c8d514a01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0284ddaa7f7b4cef" /><Relationship Type="http://schemas.openxmlformats.org/officeDocument/2006/relationships/notesMaster" Target="/ppt/notesMasters/notesMaster1.xml" Id="Ra8e43c0486574812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6d7b1775cf1b4fbb" /><Relationship Type="http://schemas.openxmlformats.org/officeDocument/2006/relationships/notesMaster" Target="/ppt/notesMasters/notesMaster1.xml" Id="Ra1c8aea1b885461c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a4adbd8e169047cc" /><Relationship Type="http://schemas.openxmlformats.org/officeDocument/2006/relationships/notesMaster" Target="/ppt/notesMasters/notesMaster1.xml" Id="R5e94361e533749ff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13ed2663b31243fe" /><Relationship Type="http://schemas.openxmlformats.org/officeDocument/2006/relationships/notesMaster" Target="/ppt/notesMasters/notesMaster1.xml" Id="R929d452a1d884dcb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39fb0f5b2ed743d6" /><Relationship Type="http://schemas.openxmlformats.org/officeDocument/2006/relationships/notesMaster" Target="/ppt/notesMasters/notesMaster1.xml" Id="R631bbd7529fa4319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97cc3b9c44ad417a" /><Relationship Type="http://schemas.openxmlformats.org/officeDocument/2006/relationships/notesMaster" Target="/ppt/notesMasters/notesMaster1.xml" Id="R37a5c8016ed84524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2e4749e820614680" /><Relationship Type="http://schemas.openxmlformats.org/officeDocument/2006/relationships/notesMaster" Target="/ppt/notesMasters/notesMaster1.xml" Id="R26d341b727464834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1b7d1a3fe60f4c48" /><Relationship Type="http://schemas.openxmlformats.org/officeDocument/2006/relationships/notesMaster" Target="/ppt/notesMasters/notesMaster1.xml" Id="R3f755aa046404311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b881e4a0f4424867" /><Relationship Type="http://schemas.openxmlformats.org/officeDocument/2006/relationships/notesMaster" Target="/ppt/notesMasters/notesMaster1.xml" Id="R49659360c50e499f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46c47ee6bba64c15" /><Relationship Type="http://schemas.openxmlformats.org/officeDocument/2006/relationships/notesMaster" Target="/ppt/notesMasters/notesMaster1.xml" Id="R4fd49056fa0a43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2026-09-08 작업 폴더 기준. Windows와 Unreal Engine 5.6 환경의 실제 코드, 교육용 예제, 개념도를 구분하여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예제를 실제 서버에 실행하지 않아도 종이 위의 값 추적과 코드 읽기만으로 필수 문제를 풀 수 있습니다. 필수 학습에는 AI나 인터넷 연결이 필요하지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객체들이 언제 준비되고 입력을 받는지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객체들이 언제 준비되고 입력을 받는지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왕복의 화면 담당인 Pawn을 구성하는 부품과 좌표를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unreal/DriveIntegration/Source/DriveIntegration/ExternalVehiclePawn.h:25-42  AExternalVehiclePawn</a:t>
            </a:r>
          </a:p>
          <a:p xmlns:a="http://schemas.openxmlformats.org/drawingml/2006/main">
            <a:r>
              <a:t>unreal/DriveIntegration/Source/DriveIntegration/ExternalVehiclePawn.cpp:34-40  AExternalVehiclePawn::AExternalVehiclePawn</a:t>
            </a:r>
          </a:p>
          <a:p xmlns:a="http://schemas.openxmlformats.org/drawingml/2006/main">
            <a:r>
              <a:t>unreal/DriveIntegration/Source/DriveIntegration/SimCoreClientComponent.h:29-40  USimCoreClientComponent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AExternalVehiclePawn::SetThrottle(float Value)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ForwardPedalInput = FMath::Clamp(Value, 0.0f, 1.0f);</a:t>
            </a:r>
          </a:p>
          <a:p xmlns:a="http://schemas.openxmlformats.org/drawingml/2006/main">
            <a:r>
              <a:t>	PushControl();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unreal/DriveIntegration/Source/DriveIntegration/ExternalVehiclePawn.cpp:770-774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unreal/DriveIntegration/Source/DriveIntegration/ExternalVehiclePawn.cpp:770-774  AExternalVehiclePawn::SetThrottle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만든 부품을 언제 초기화하고 언제 정리하는지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PrimaryActorTick.bCanEverTick = true;</a:t>
            </a:r>
          </a:p>
          <a:p xmlns:a="http://schemas.openxmlformats.org/drawingml/2006/main">
            <a:r>
              <a:t>	AutoPossessPlayer = EAutoReceiveInput::Player0;</a:t>
            </a:r>
          </a:p>
          <a:p xmlns:a="http://schemas.openxmlformats.org/drawingml/2006/main">
            <a:r>
              <a:t>	PresentationRoot = CreateDefaultSubobject&lt;USceneComponent&gt;(TEXT("PresentationRoot"));</a:t>
            </a:r>
          </a:p>
          <a:p xmlns:a="http://schemas.openxmlformats.org/drawingml/2006/main">
            <a:r>
              <a:t>	SetRootComponent(PresentationRoot);</a:t>
            </a:r>
          </a:p>
          <a:p xmlns:a="http://schemas.openxmlformats.org/drawingml/2006/main">
            <a:r>
              <a:t>	VehicleMesh = CreateDefaultSubobject&lt;UStaticMeshComponent&gt;(TEXT("VehicleMesh"));</a:t>
            </a:r>
          </a:p>
          <a:p xmlns:a="http://schemas.openxmlformats.org/drawingml/2006/main">
            <a:r>
              <a:t>	VehicleMesh-&gt;SetupAttachment(PresentationRoot);</a:t>
            </a:r>
          </a:p>
          <a:p xmlns:a="http://schemas.openxmlformats.org/drawingml/2006/main">
            <a:r>
              <a:t>	VehicleMesh-&gt;SetCollisionEnabled(ECollisionEnabled::NoCollision);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unreal/DriveIntegration/Source/DriveIntegration/ExternalVehiclePawn.cpp:34-40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unreal/DriveIntegration/Source/DriveIntegration/ExternalVehiclePawn.cpp:34-40  AExternalVehiclePawn::AExternalVehiclePawn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완성한 명령을 안전하게 보내고 받는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완성한 명령을 안전하게 보내고 받는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실행 준비를 마친 Pawn에서 실제 페달 입력을 해석합니다.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위쪽은 실행 순서입니다. EndPlay에서 연결과 소리를 정리합니다.</a:t>
            </a:r>
          </a:p>
          <a:p xmlns:a="http://schemas.openxmlformats.org/drawingml/2006/main">
            <a:r>
              <a:t>아래 A→B는 연결 교체입니다. A의 늦은 사건은 세대로 거릅니다.</a:t>
            </a:r>
          </a:p>
          <a:p xmlns:a="http://schemas.openxmlformats.org/drawingml/2006/main">
            <a:r>
              <a:t>Play ID는 실행을, SocketGeneration은 연결을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unreal/DriveIntegration/Source/DriveIntegration/SimCoreClientComponent.cpp:588-619  USimCoreClientComponent::BindSocketDelegates</a:t>
            </a:r>
          </a:p>
          <a:p xmlns:a="http://schemas.openxmlformats.org/drawingml/2006/main">
            <a:r>
              <a:t>unreal/DriveIntegration/Source/DriveIntegration/SimCoreClientComponent.cpp:697-733  USimCoreClientComponent::ReleaseSocket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USimCoreClientComponent::BeginPlay()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Super::BeginPlay();</a:t>
            </a:r>
          </a:p>
          <a:p xmlns:a="http://schemas.openxmlformats.org/drawingml/2006/main">
            <a:r>
              <a:t>	PlaySessionId = FGuid::NewGuid().ToString(EGuidFormats::DigitsWithHyphensLower);</a:t>
            </a:r>
          </a:p>
          <a:p xmlns:a="http://schemas.openxmlformats.org/drawingml/2006/main">
            <a:r>
              <a:t>	Connect();</a:t>
            </a:r>
          </a:p>
          <a:p xmlns:a="http://schemas.openxmlformats.org/drawingml/2006/main">
            <a:r>
              <a:t>	PerformanceCapture.StartFromCommandLine(GetWorld(), MapPackageChecksum);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unreal/DriveIntegration/Source/DriveIntegration/SimCoreClientComponent.cpp:51-57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unreal/DriveIntegration/Source/DriveIntegration/SimCoreClientComponent.cpp:51-57  USimCoreClientComponent::BeginPlay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unreal/DriveIntegration/Source/DriveIntegration/SimCoreClientComponent.cpp:588-619  USimCoreClientComponent::BindSocketDelegates</a:t>
            </a:r>
          </a:p>
          <a:p xmlns:a="http://schemas.openxmlformats.org/drawingml/2006/main">
            <a:r>
              <a:t>unreal/DriveIntegration/Source/DriveIntegration/SimCoreClientComponent.cpp:697-733  USimCoreClientComponent::ReleaseSocket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"Core",</a:t>
            </a:r>
          </a:p>
          <a:p xmlns:a="http://schemas.openxmlformats.org/drawingml/2006/main">
            <a:r>
              <a:t>			"CoreUObject",</a:t>
            </a:r>
          </a:p>
          <a:p xmlns:a="http://schemas.openxmlformats.org/drawingml/2006/main">
            <a:r>
              <a:t>			"Engine",</a:t>
            </a:r>
          </a:p>
          <a:p xmlns:a="http://schemas.openxmlformats.org/drawingml/2006/main">
            <a:r>
              <a:t>			"InputCore",</a:t>
            </a:r>
          </a:p>
          <a:p xmlns:a="http://schemas.openxmlformats.org/drawingml/2006/main">
            <a:r>
              <a:t>			"AudioMixer",</a:t>
            </a:r>
          </a:p>
          <a:p xmlns:a="http://schemas.openxmlformats.org/drawingml/2006/main">
            <a:r>
              <a:t>			"PhysicsCore",</a:t>
            </a:r>
          </a:p>
          <a:p xmlns:a="http://schemas.openxmlformats.org/drawingml/2006/main">
            <a:r>
              <a:t>			"ProceduralMeshComponent",</a:t>
            </a:r>
          </a:p>
          <a:p xmlns:a="http://schemas.openxmlformats.org/drawingml/2006/main">
            <a:r>
              <a:t>			"WebSockets"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unreal/DriveIntegration/Source/DriveIntegration/DriveIntegration.Build.cs:13-20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unreal/DriveIntegration/Source/DriveIntegration/DriveIntegration.Build.cs:13-20  DriveIntegration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페달과 조향을 하나의 최신 명령으로 모아 전송하는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행은 방향 전환 허용 속도보다 빠른 전진에서 S로 제동합니다.</a:t>
            </a:r>
          </a:p>
          <a:p xmlns:a="http://schemas.openxmlformats.org/drawingml/2006/main">
            <a:r>
              <a:t>저속·신선한 상태에서는 Reverse를 고르고 후진 가속합니다.</a:t>
            </a:r>
          </a:p>
          <a:p xmlns:a="http://schemas.openxmlformats.org/drawingml/2006/main">
            <a:r>
              <a:t>W와 S를 함께 누른 마지막 행은 추진보다 제동을 우선합니다.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unreal/DriveIntegration/Config/DefaultInput.ini:87-114  AxisMappings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const bool bForwardPressed = Input.ForwardPedal &gt; KINDA_SMALL_NUMBER;</a:t>
            </a:r>
          </a:p>
          <a:p xmlns:a="http://schemas.openxmlformats.org/drawingml/2006/main">
            <a:r>
              <a:t>	const bool bReversePressed = Input.ReversePedal &gt; KINDA_SMALL_NUMBER;</a:t>
            </a:r>
          </a:p>
          <a:p xmlns:a="http://schemas.openxmlformats.org/drawingml/2006/main">
            <a:r>
              <a:t>	if (bForwardPressed &amp;&amp; bReversePressed)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// Conflicting pedals can never create drive torque.</a:t>
            </a:r>
          </a:p>
          <a:p xmlns:a="http://schemas.openxmlformats.org/drawingml/2006/main">
            <a:r>
              <a:t>		Output.Brake = FMath::Max(Input.ForwardPedal, Input.ReversePedal);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unreal/DriveIntegration/Source/DriveIntegration/SimCoreVehicleControlResolver.cpp:12-18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unreal/DriveIntegration/Source/DriveIntegration/SimCoreVehicleControlResolver.cpp:12-18  Resolve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전송한 명령이 어떤 바이트가 되고 수신 작업은 어디서 실행되는지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const float Target = bLeftPressed == bRightPressed</a:t>
            </a:r>
          </a:p>
          <a:p xmlns:a="http://schemas.openxmlformats.org/drawingml/2006/main">
            <a:r>
              <a:t>		? 0.0f</a:t>
            </a:r>
          </a:p>
          <a:p xmlns:a="http://schemas.openxmlformats.org/drawingml/2006/main">
            <a:r>
              <a:t>		: (bLeftPressed ? 1.0f : -1.0f);</a:t>
            </a:r>
          </a:p>
          <a:p xmlns:a="http://schemas.openxmlformats.org/drawingml/2006/main">
            <a:r>
              <a:t>	const float RequestedRate = FMath::IsNearlyZero(Target)</a:t>
            </a:r>
          </a:p>
          <a:p xmlns:a="http://schemas.openxmlformats.org/drawingml/2006/main">
            <a:r>
              <a:t>		? ReturnRatePerSecond</a:t>
            </a:r>
          </a:p>
          <a:p xmlns:a="http://schemas.openxmlformats.org/drawingml/2006/main">
            <a:r>
              <a:t>		: RiseRatePerSecond;</a:t>
            </a:r>
          </a:p>
          <a:p xmlns:a="http://schemas.openxmlformats.org/drawingml/2006/main">
            <a:r>
              <a:t>	const float SafeRate = FMath::IsFinite(RequestedRate)</a:t>
            </a:r>
          </a:p>
          <a:p xmlns:a="http://schemas.openxmlformats.org/drawingml/2006/main">
            <a:r>
              <a:t>		? FMath::Max(RequestedRate, 0.0f)</a:t>
            </a:r>
          </a:p>
          <a:p xmlns:a="http://schemas.openxmlformats.org/drawingml/2006/main">
            <a:r>
              <a:t>		: 0.0f;</a:t>
            </a:r>
          </a:p>
          <a:p xmlns:a="http://schemas.openxmlformats.org/drawingml/2006/main">
            <a:r>
              <a:t>	return FMath::FInterpConstantTo(SafeCurrent, Target, DeltaSeconds, SafeRate);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unreal/DriveIntegration/Source/DriveIntegration/SimCoreSteeringInput.cpp:18-27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unreal/DriveIntegration/Source/DriveIntegration/SimCoreSteeringInput.cpp:18-27  AdvanceKeyboardCommand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unreal/DriveIntegration/Source/DriveIntegration/ExternalVehiclePawn.cpp:278-321  AExternalVehiclePawn::SetupPlayerInputComponent</a:t>
            </a:r>
          </a:p>
          <a:p xmlns:a="http://schemas.openxmlformats.org/drawingml/2006/main">
            <a:r>
              <a:t>unreal/DriveIntegration/Source/DriveIntegration/ExternalVehiclePawn.cpp:782-787  AExternalVehiclePawn::SetSteering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PendingControl.Throttle = ApplyInputDeadzone(FMath::Clamp(Throttle, 0.0f, 1.0f));</a:t>
            </a:r>
          </a:p>
          <a:p xmlns:a="http://schemas.openxmlformats.org/drawingml/2006/main">
            <a:r>
              <a:t>	PendingControl.Brake = ApplyInputDeadzone(FMath::Clamp(Brake, 0.0f, 1.0f));</a:t>
            </a:r>
          </a:p>
          <a:p xmlns:a="http://schemas.openxmlformats.org/drawingml/2006/main">
            <a:r>
              <a:t>	PendingControl.Steering = ApplyInputDeadzone(FMath::Clamp(Steering, -1.0f, 1.0f));</a:t>
            </a:r>
          </a:p>
          <a:p xmlns:a="http://schemas.openxmlformats.org/drawingml/2006/main">
            <a:r>
              <a:t>	PendingControl.bHandbrake = bSideBrake;</a:t>
            </a:r>
          </a:p>
          <a:p xmlns:a="http://schemas.openxmlformats.org/drawingml/2006/main">
            <a:r>
              <a:t>	PendingControl.Gear = Gear;</a:t>
            </a:r>
          </a:p>
          <a:p xmlns:a="http://schemas.openxmlformats.org/drawingml/2006/main">
            <a:r>
              <a:t>	bControlDirty = HasMeaningfulControlChange();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unreal/DriveIntegration/Source/DriveIntegration/SimCoreClientComponent.cpp:131-136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unreal/DriveIntegration/Source/DriveIntegration/SimCoreClientComponent.cpp:131-136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왼쪽 선은 키보드 중간 명령입니다. 누르면 접근하고 놓으면 복귀합니다.</a:t>
            </a:r>
          </a:p>
          <a:p xmlns:a="http://schemas.openxmlformats.org/drawingml/2006/main">
            <a:r>
              <a:t>가운데 한 칸만 최신 값입니다. 흐린 옛 값은 대기열에 쌓지 않습니다.</a:t>
            </a:r>
          </a:p>
          <a:p xmlns:a="http://schemas.openxmlformats.org/drawingml/2006/main">
            <a:r>
              <a:t>송신은 기본 20Hz, 변경 시 최대 30Hz이며 Tick 횟수와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unreal/DriveIntegration/Source/DriveIntegration/SimCoreClientComponent.cpp:131-136  USimCoreClientComponent::SetControl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통신이 잠깐 멈췄을 때 화면을 어떻게 그릴지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통신이 잠깐 멈췄을 때 화면을 어떻게 그릴지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형식이 맞는 상태 중에서도 이번 맵과 Play에 속한 결과만 선택합니다.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const bool bFragmentTooLarge = Size &gt; static_cast&lt;SIZE_T&gt;(MAX_int32)</a:t>
            </a:r>
          </a:p>
          <a:p xmlns:a="http://schemas.openxmlformats.org/drawingml/2006/main">
            <a:r>
              <a:t>				|| Size &gt; static_cast&lt;SIZE_T&gt;(MaxIncomingMessageBytes)</a:t>
            </a:r>
          </a:p>
          <a:p xmlns:a="http://schemas.openxmlformats.org/drawingml/2006/main">
            <a:r>
              <a:t>				|| (Size &gt; 0 &amp;&amp; Data == nullptr);</a:t>
            </a:r>
          </a:p>
          <a:p xmlns:a="http://schemas.openxmlformats.org/drawingml/2006/main">
            <a:r>
              <a:t>			TArray&lt;uint8&gt; Fragment;</a:t>
            </a:r>
          </a:p>
          <a:p xmlns:a="http://schemas.openxmlformats.org/drawingml/2006/main">
            <a:r>
              <a:t>			if (!bFragmentTooLarge &amp;&amp; Size &gt; 0)</a:t>
            </a:r>
          </a:p>
          <a:p xmlns:a="http://schemas.openxmlformats.org/drawingml/2006/main">
            <a:r>
              <a:t>			{</a:t>
            </a:r>
          </a:p>
          <a:p xmlns:a="http://schemas.openxmlformats.org/drawingml/2006/main">
            <a:r>
              <a:t>				Fragment.Append(static_cast&lt;const uint8*&gt;(Data), static_cast&lt;int32&gt;(Size));</a:t>
            </a:r>
          </a:p>
          <a:p xmlns:a="http://schemas.openxmlformats.org/drawingml/2006/main">
            <a:r>
              <a:t>	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unreal/DriveIntegration/Source/DriveIntegration/SimCoreClientComponent.cpp:640-647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unreal/DriveIntegration/Source/DriveIntegration/SimCoreClientComponent.cpp:640-647  USimCoreClientComponent::BindSocketDelegates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if (IsInGameThread())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Callback();</a:t>
            </a:r>
          </a:p>
          <a:p xmlns:a="http://schemas.openxmlformats.org/drawingml/2006/main">
            <a:r>
              <a:t>		return;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	AsyncTask(ENamedThreads::GameThread, Forward&lt;CallbackType&gt;(Callback));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unreal/DriveIntegration/Source/DriveIntegration/SimCoreClientComponent.cpp:20-26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unreal/DriveIntegration/Source/DriveIntegration/SimCoreClientComponent.cpp:20-26  ApplyOnGameThread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Copy는 데이터 수명, Game thread는 엔진 적용 위치를 지킵니다.</a:t>
            </a:r>
          </a:p>
          <a:p xmlns:a="http://schemas.openxmlformats.org/drawingml/2006/main">
            <a:r>
              <a:t>Assemble은 마지막 조각까지 누적합니다. 미완성은 기다립니다.</a:t>
            </a:r>
          </a:p>
          <a:p xmlns:a="http://schemas.openxmlformats.org/drawingml/2006/main">
            <a:r>
              <a:t>잘못된 크기·형식은 거절하며, 객체와 연결 수명도 따로 검사합니다.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unreal/DriveIntegration/Source/DriveIntegration/SimCoreClientComponent.cpp:640-647  USimCoreClientComponent::BindSocketDelegates</a:t>
            </a:r>
          </a:p>
          <a:p xmlns:a="http://schemas.openxmlformats.org/drawingml/2006/main">
            <a:r>
              <a:t>unreal/DriveIntegration/Source/DriveIntegration/SimCoreClientComponent.cpp:20-26  ApplyOnGameThread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 실행의 최신 결과를 받았지만 다음 결과가 늦게 오면 어떻게 표시할지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 관문은 메시지 계약→맵→Play→순서의 서로 다른 조건입니다.</a:t>
            </a:r>
          </a:p>
          <a:p xmlns:a="http://schemas.openxmlformats.org/drawingml/2006/main">
            <a:r>
              <a:t>현재 M2/P2/40에서 41은 받지만 같은 번호 40은 중복입니다.</a:t>
            </a:r>
          </a:p>
          <a:p xmlns:a="http://schemas.openxmlformats.org/drawingml/2006/main">
            <a:r>
              <a:t>900이 더 커도 P1은 지난 실행입니다. 다른 지도 M1도 거절합니다.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bool USimCoreClientComponent::ShouldSendControl() const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if (!IsConnected() || !bMapHandshakeComplete) return false;</a:t>
            </a:r>
          </a:p>
          <a:p xmlns:a="http://schemas.openxmlformats.org/drawingml/2006/main">
            <a:r>
              <a:t>	const float HeartbeatInterval = 1.0f / FMath::Max(CommandRateHz, 1.0f);</a:t>
            </a:r>
          </a:p>
          <a:p xmlns:a="http://schemas.openxmlformats.org/drawingml/2006/main">
            <a:r>
              <a:t>	const float ChangedInputInterval = 1.0f / FMath::Max(MaxChangedCommandRateHz, 1.0f);</a:t>
            </a:r>
          </a:p>
          <a:p xmlns:a="http://schemas.openxmlformats.org/drawingml/2006/main">
            <a:r>
              <a:t>	return (bControlDirty &amp;&amp; SendAccumulator &gt;= ChangedInputInterval)</a:t>
            </a:r>
          </a:p>
          <a:p xmlns:a="http://schemas.openxmlformats.org/drawingml/2006/main">
            <a:r>
              <a:t>		|| SendAccumulator &gt;= HeartbeatInterval;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unreal/DriveIntegration/Source/DriveIntegration/SimCoreClientComponent.cpp:740-747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unreal/DriveIntegration/Source/DriveIntegration/SimCoreClientComponent.cpp:740-747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상태를 차체·바퀴·도로·NPC에 일관되게 적용합니다.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상태를 차체·바퀴·도로·NPC에 일관되게 적용합니다.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예측한 위치를 ENU 미터에서 Unreal 좌표와 자세로 변환합니다.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if (!bHasState) return false;</a:t>
            </a:r>
          </a:p>
          <a:p xmlns:a="http://schemas.openxmlformats.org/drawingml/2006/main">
            <a:r>
              <a:t>	OutState = LatestState;</a:t>
            </a:r>
          </a:p>
          <a:p xmlns:a="http://schemas.openxmlformats.org/drawingml/2006/main">
            <a:r>
              <a:t>	OutStateAgeSeconds = static_cast&lt;float&gt;(FMath::Max(</a:t>
            </a:r>
          </a:p>
          <a:p xmlns:a="http://schemas.openxmlformats.org/drawingml/2006/main">
            <a:r>
              <a:t>		0.0,</a:t>
            </a:r>
          </a:p>
          <a:p xmlns:a="http://schemas.openxmlformats.org/drawingml/2006/main">
            <a:r>
              <a:t>		FPlatformTime::Seconds() - LatestStateReceiveTimeSeconds));</a:t>
            </a:r>
          </a:p>
          <a:p xmlns:a="http://schemas.openxmlformats.org/drawingml/2006/main">
            <a:r>
              <a:t>	return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unreal/DriveIntegration/Source/DriveIntegration/SimCoreClientComponent.cpp:143-148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unreal/DriveIntegration/Source/DriveIntegration/SimCoreClientComponent.cpp:143-148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FVehiclePresentationSample Sample;</a:t>
            </a:r>
          </a:p>
          <a:p xmlns:a="http://schemas.openxmlformats.org/drawingml/2006/main">
            <a:r>
              <a:t>	const double ClampedStateAgeSeconds = FMath::Max(0.0, static_cast&lt;double&gt;(StateAgeSeconds));</a:t>
            </a:r>
          </a:p>
          <a:p xmlns:a="http://schemas.openxmlformats.org/drawingml/2006/main">
            <a:r>
              <a:t>	const double PredictionSeconds = FMath::Min(</a:t>
            </a:r>
          </a:p>
          <a:p xmlns:a="http://schemas.openxmlformats.org/drawingml/2006/main">
            <a:r>
              <a:t>		ClampedStateAgeSeconds,</a:t>
            </a:r>
          </a:p>
          <a:p xmlns:a="http://schemas.openxmlformats.org/drawingml/2006/main">
            <a:r>
              <a:t>		FMath::Max(0.0, static_cast&lt;double&gt;(MaxExtrapolationSeconds)));</a:t>
            </a:r>
          </a:p>
          <a:p xmlns:a="http://schemas.openxmlformats.org/drawingml/2006/main">
            <a:r>
              <a:t>	const FVector2d VelocityEnu = SimCoreCoordinateFrames::BodyFluVelocityToEnu(</a:t>
            </a:r>
          </a:p>
          <a:p xmlns:a="http://schemas.openxmlformats.org/drawingml/2006/main">
            <a:r>
              <a:t>		State.LinearVelocityBody,</a:t>
            </a:r>
          </a:p>
          <a:p xmlns:a="http://schemas.openxmlformats.org/drawingml/2006/main">
            <a:r>
              <a:t>		State.HeadingDegrees);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unreal/DriveIntegration/Source/DriveIntegration/SimCorePresentation.cpp:44-51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unreal/DriveIntegration/Source/DriveIntegration/SimCorePresentation.cpp:44-51  BuildVehicleSample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지면 접촉 법선에 따른 높이 예측은 BuildVehicleSample 뒤쪽의 별도 분기입니다. 표는 평지에서 일정한 속도라는 조건의 교육 예시입니다.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unreal/DriveIntegration/Source/DriveIntegration/SimCorePresentation.cpp:44-96  BuildVehicleSample</a:t>
            </a:r>
          </a:p>
          <a:p xmlns:a="http://schemas.openxmlformats.org/drawingml/2006/main">
            <a:r>
              <a:t>unreal/DriveIntegration/Source/DriveIntegration/ExternalVehiclePawn.h:109-113  StateStaleTimeoutSeconds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unreal/DriveIntegration/Source/DriveIntegration/ExternalVehiclePawn.h:109-113  StateStaleTimeoutSeconds</a:t>
            </a:r>
          </a:p>
          <a:p xmlns:a="http://schemas.openxmlformats.org/drawingml/2006/main">
            <a:r>
              <a:t>unreal/DriveIntegration/Source/DriveIntegration/SimCoreClientComponent.h:89-91  HealthStateStaleTimeoutSeconds</a:t>
            </a:r>
          </a:p>
          <a:p xmlns:a="http://schemas.openxmlformats.org/drawingml/2006/main">
            <a:r>
              <a:t>cpp/host/src/config.hpp:20-24  COMMAND_TIMEOUT_NS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unreal/DriveIntegration/Source/DriveIntegration/ExternalVehiclePawn.h:109-113  StateStaleTimeoutSeconds</a:t>
            </a:r>
          </a:p>
          <a:p xmlns:a="http://schemas.openxmlformats.org/drawingml/2006/main">
            <a:r>
              <a:t>unreal/DriveIntegration/Source/DriveIntegration/SimCoreClientComponent.h:89-91  HealthStateStaleTimeoutSeconds</a:t>
            </a:r>
          </a:p>
          <a:p xmlns:a="http://schemas.openxmlformats.org/drawingml/2006/main">
            <a:r>
              <a:t>cpp/host/src/config.hpp:20-24  COMMAND_TIMEOUT_NS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cpp/host/src/control/control_lease.hpp:154-183  update_timeout</a:t>
            </a:r>
          </a:p>
          <a:p xmlns:a="http://schemas.openxmlformats.org/drawingml/2006/main">
            <a:r>
              <a:t>cpp/host/src/config.hpp:17-24  HARD_COMMAND_TIMEOUT_NS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변환한 차체 상태와 지면·바퀴·NPC 표시의 정합성을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FVector MapEnuPositionMetersToUnrealCentimeters(</a:t>
            </a:r>
          </a:p>
          <a:p xmlns:a="http://schemas.openxmlformats.org/drawingml/2006/main">
            <a:r>
              <a:t>	const FVector3d&amp; PositionEnuMeters,</a:t>
            </a:r>
          </a:p>
          <a:p xmlns:a="http://schemas.openxmlformats.org/drawingml/2006/main">
            <a:r>
              <a:t>	const FVector&amp; PresentationOffsetCentimeters)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return FVector(MapEnuPolarVectorToUnrealWorld(PositionEnuMeters) * 100.0)</a:t>
            </a:r>
          </a:p>
          <a:p xmlns:a="http://schemas.openxmlformats.org/drawingml/2006/main">
            <a:r>
              <a:t>		+ PresentationOffsetCentimeters;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unreal/DriveIntegration/Source/DriveIntegration/SimCoreCoordinateFrames.cpp:133-139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unreal/DriveIntegration/Source/DriveIntegration/SimCoreCoordinateFrames.cpp:133-139  MapEnuPositionMetersToUnrealCentimeters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unreal/DriveIntegration/Source/DriveIntegration/SimCoreCoordinateFrames.cpp:109-118  ChangeOrientationBasis</a:t>
            </a:r>
          </a:p>
          <a:p xmlns:a="http://schemas.openxmlformats.org/drawingml/2006/main">
            <a:r>
              <a:t>unreal/DriveIntegration/Source/DriveIntegration/SimCoreCoordinateFrames.cpp:267-285  CanonicalAttitudeToMapEnuQuaternion</a:t>
            </a:r>
          </a:p>
          <a:p xmlns:a="http://schemas.openxmlformats.org/drawingml/2006/main">
            <a:r>
              <a:t>unreal/DriveIntegration/Source/DriveIntegration/SimCoreCoordinateFrames.cpp:353-361  BuildUnrealActorRotation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unreal/DriveIntegration/Source/DriveIntegration/ExternalVehiclePawn.cpp:210-245  AExternalVehiclePawn::Tick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운전자가 상태를 보고 듣는 HUD·카메라·소리로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운전자가 상태를 보고 듣는 HUD·카메라·소리로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접촉 상태로 허브 위치와 바퀴 회전을 구성하는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unreal/DriveIntegration/Source/DriveIntegration/GroundCollisionExporter.cpp:600-760  AGroundCollisionExporter::ExportGroundSurface</a:t>
            </a:r>
          </a:p>
          <a:p xmlns:a="http://schemas.openxmlformats.org/drawingml/2006/main">
            <a:r>
              <a:t>unreal/DriveIntegration/Source/DriveIntegration/SimCoreNpcPresentationActor.cpp:223-326  ASimCoreNpcPresentationActor::ApplySnapshot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주황선은 조명선이 아니라 충돌 표면의 높이·법선을 측정하는 선입니다.</a:t>
            </a:r>
          </a:p>
          <a:p xmlns:a="http://schemas.openxmlformats.org/drawingml/2006/main">
            <a:r>
              <a:t>측정 결과를 맵으로 내보내고 서버는 그 지면으로 접촉을 계산합니다.</a:t>
            </a:r>
          </a:p>
          <a:p xmlns:a="http://schemas.openxmlformats.org/drawingml/2006/main">
            <a:r>
              <a:t>아래는 양쪽 맵의 정체성 비교입니다. 외형 수정만으로 지면은 안 바뀝니다.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unreal/DriveIntegration/Source/DriveIntegration/GroundCollisionExporter.cpp:725-755  AGroundCollisionExporter::ExportGroundSurface</a:t>
            </a:r>
          </a:p>
          <a:p xmlns:a="http://schemas.openxmlformats.org/drawingml/2006/main">
            <a:r>
              <a:t>unreal/DriveIntegration/Source/DriveIntegration/SimCoreGroundSnapshot.cpp:210-420  SimCoreGroundSnapshot::Build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SimCoreGroundSnapshot::FBuildRequest SnapshotRequest;</a:t>
            </a:r>
          </a:p>
          <a:p xmlns:a="http://schemas.openxmlformats.org/drawingml/2006/main">
            <a:r>
              <a:t>	SnapshotRequest.World = World;</a:t>
            </a:r>
          </a:p>
          <a:p xmlns:a="http://schemas.openxmlformats.org/drawingml/2006/main">
            <a:r>
              <a:t>	SnapshotRequest.IgnoredActor = this;</a:t>
            </a:r>
          </a:p>
          <a:p xmlns:a="http://schemas.openxmlformats.org/drawingml/2006/main">
            <a:r>
              <a:t>	SnapshotRequest.GroundActor = GroundActor;</a:t>
            </a:r>
          </a:p>
          <a:p xmlns:a="http://schemas.openxmlformats.org/drawingml/2006/main">
            <a:r>
              <a:t>	SnapshotRequest.SamplingCenterWorldCm = Center;</a:t>
            </a:r>
          </a:p>
          <a:p xmlns:a="http://schemas.openxmlformats.org/drawingml/2006/main">
            <a:r>
              <a:t>	SnapshotRequest.SamplingYaw = YawRotation;</a:t>
            </a:r>
          </a:p>
          <a:p xmlns:a="http://schemas.openxmlformats.org/drawingml/2006/main">
            <a:r>
              <a:t>	SnapshotRequest.MapOriginWorldCm = MapOriginWorldCm;</a:t>
            </a:r>
          </a:p>
          <a:p xmlns:a="http://schemas.openxmlformats.org/drawingml/2006/main">
            <a:r>
              <a:t>	SnapshotRequest.HorizontalExtentXCm = ExtentX;</a:t>
            </a:r>
          </a:p>
          <a:p xmlns:a="http://schemas.openxmlformats.org/drawingml/2006/main">
            <a:r>
              <a:t>	SnapshotRequest.HorizontalExtentYCm = ExtentY;</a:t>
            </a:r>
          </a:p>
          <a:p xmlns:a="http://schemas.openxmlformats.org/drawingml/2006/main">
            <a:r>
              <a:t>	SnapshotRequest.SampleSpacingCm = Spacing;</a:t>
            </a:r>
          </a:p>
          <a:p xmlns:a="http://schemas.openxmlformats.org/drawingml/2006/main">
            <a:r>
              <a:t>	SnapshotRequest.TraceStartZCm = StartZ;</a:t>
            </a:r>
          </a:p>
          <a:p xmlns:a="http://schemas.openxmlformats.org/drawingml/2006/main">
            <a:r>
              <a:t>	SnapshotRequest.TraceEndZCm = EndZ;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unreal/DriveIntegration/Source/DriveIntegration/GroundCollisionExporter.cpp:725-736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unreal/DriveIntegration/Source/DriveIntegration/GroundCollisionExporter.cpp:725-736  AGroundCollisionExporter::ExportGroundSurface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unreal/DriveIntegration/Source/DriveIntegration/GroundCollisionExporter.cpp:725-755  AGroundCollisionExporter::ExportGroundSurface</a:t>
            </a:r>
          </a:p>
          <a:p xmlns:a="http://schemas.openxmlformats.org/drawingml/2006/main">
            <a:r>
              <a:t>unreal/DriveIntegration/Source/DriveIntegration/SimCoreGroundSnapshot.cpp:210-420  SimCoreGroundSnapshot::Build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unreal/DriveIntegration/Source/DriveIntegration/SimCoreClientRuntimeEntities.cpp:58-160  USimCoreClientComponent::TickRuntimeProxyActors</a:t>
            </a:r>
          </a:p>
          <a:p xmlns:a="http://schemas.openxmlformats.org/drawingml/2006/main">
            <a:r>
              <a:t>unreal/DriveIntegration/Source/DriveIntegration/SimCoreNpcPresentationActor.cpp:223-326  ASimCoreNpcPresentationActor::ApplySnapshot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unreal/DriveIntegration/Source/DriveIntegration/ExternalVehiclePawn.cpp:394-453  AExternalVehiclePawn::ConfigureVehicleClass</a:t>
            </a:r>
          </a:p>
          <a:p xmlns:a="http://schemas.openxmlformats.org/drawingml/2006/main">
            <a:r>
              <a:t>unreal/DriveIntegration/Source/DriveIntegration/SimCoreNpcPresentationActor.cpp:163-221  ASimCoreNpcPresentationActor::ConfigureVehicleClass</a:t>
            </a:r>
          </a:p>
          <a:p xmlns:a="http://schemas.openxmlformats.org/drawingml/2006/main">
            <a:r>
              <a:t>unreal/DriveIntegration/Source/DriveIntegrationEditor/BuildSedanVisualCommandlet.cpp:1770-1815  UBuildSedanVisualCommandlet::Main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unreal/DriveIntegration/Source/DriveIntegration/SimCoreTurnSignals.cpp:194-227  USimCoreTurnSignals::UpdateSignal</a:t>
            </a:r>
          </a:p>
          <a:p xmlns:a="http://schemas.openxmlformats.org/drawingml/2006/main">
            <a:r>
              <a:t>unreal/DriveIntegration/Source/DriveIntegration/SimCoreTurnSignals.cpp:155-193  USimCoreTurnSignals::OnRegister</a:t>
            </a:r>
          </a:p>
          <a:p xmlns:a="http://schemas.openxmlformats.org/drawingml/2006/main">
            <a:r>
              <a:t>unreal/DriveIntegration/Source/DriveIntegrationEditor/BuildSedanVisualCommandlet.cpp:1880-1904  UBuildSedanVisualCommandlet::Main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for (const auto&amp; Patch : Weights.Dents) {</a:t>
            </a:r>
          </a:p>
          <a:p xmlns:a="http://schemas.openxmlformats.org/drawingml/2006/main">
            <a:r>
              <a:t>			const FVector Center(Patch.Position.X * (Patch.Position.X &gt;= 0 ? 203.0 : 230.0),</a:t>
            </a:r>
          </a:p>
          <a:p xmlns:a="http://schemas.openxmlformats.org/drawingml/2006/main">
            <a:r>
              <a:t>				-Patch.Position.Y * 90.0, 8.0);</a:t>
            </a:r>
          </a:p>
          <a:p xmlns:a="http://schemas.openxmlformats.org/drawingml/2006/main">
            <a:r>
              <a:t>			const FVector Inward(Patch.Inward.X,-Patch.Inward.Y,0.0);</a:t>
            </a:r>
          </a:p>
          <a:p xmlns:a="http://schemas.openxmlformats.org/drawingml/2006/main">
            <a:r>
              <a:t>			const FVector Tangent(-Inward.Y,Inward.X,0.0);</a:t>
            </a:r>
          </a:p>
          <a:p xmlns:a="http://schemas.openxmlformats.org/drawingml/2006/main">
            <a:r>
              <a:t>			const FVector Delta = Rest-Center;</a:t>
            </a:r>
          </a:p>
          <a:p xmlns:a="http://schemas.openxmlformats.org/drawingml/2006/main">
            <a:r>
              <a:t>			const double Radius = Patch.RadiusMeters*100.0;</a:t>
            </a:r>
          </a:p>
          <a:p xmlns:a="http://schemas.openxmlformats.org/drawingml/2006/main">
            <a:r>
              <a:t>			const double Across = FVector::DotProduct(Delta,Tangent)/Radius;</a:t>
            </a:r>
          </a:p>
          <a:p xmlns:a="http://schemas.openxmlformats.org/drawingml/2006/main">
            <a:r>
              <a:t>			const double Depth = FVector::DotProduct(Delta,Inward)/38.0;</a:t>
            </a:r>
          </a:p>
          <a:p xmlns:a="http://schemas.openxmlformats.org/drawingml/2006/main">
            <a:r>
              <a:t>			const double Height = Delta.Z/FMath::Max(32.0,Radius*.85);</a:t>
            </a:r>
          </a:p>
          <a:p xmlns:a="http://schemas.openxmlformats.org/drawingml/2006/main">
            <a:r>
              <a:t>			const double Q = Across*Across+Depth*Depth+Height*Height;</a:t>
            </a:r>
          </a:p>
          <a:p xmlns:a="http://schemas.openxmlformats.org/drawingml/2006/main">
            <a:r>
              <a:t>			if (Q &gt;= 1.0) continue;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unreal/DriveIntegration/Source/DriveIntegration/SimCoreDeformableBody.cpp:35-46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unreal/DriveIntegration/Source/DriveIntegration/SimCoreDeformableBody.cpp:35-46  USimCoreDeformableBody::DeformVertex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unreal/DriveIntegration/Source/DriveIntegration/SimCoreDeformableBody.cpp:29-72  USimCoreDeformableBody::DeformVertex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unreal/DriveIntegration/Source/DriveIntegration/ExternalVehiclePawn.cpp:34-40  AExternalVehiclePawn::AExternalVehiclePawn</a:t>
            </a:r>
          </a:p>
          <a:p xmlns:a="http://schemas.openxmlformats.org/drawingml/2006/main">
            <a:r>
              <a:t>unreal/DriveIntegration/Source/DriveIntegration/SimCoreDeformableBody.cpp:73-136  USimCoreDeformableBody::ApplyDamage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unreal/DriveIntegration/Source/DriveIntegration/SimCoreDriverPresentation.cpp:340-374  SimCoreDriverPresentation::BuildTarget</a:t>
            </a:r>
          </a:p>
          <a:p xmlns:a="http://schemas.openxmlformats.org/drawingml/2006/main">
            <a:r>
              <a:t>unreal/DriveIntegration/Source/DriveIntegration/SimCoreDriverPresentation.cpp:390-435  SimCoreDriverPresentation::EvaluateExitSequence</a:t>
            </a:r>
          </a:p>
          <a:p xmlns:a="http://schemas.openxmlformats.org/drawingml/2006/main">
            <a:r>
              <a:t>unreal/DriveIntegration/Source/DriveIntegration/SimCoreDriverPresentation.cpp:451-463  USimCoreDriverPresentationComponent::ApplyAuthoritativeState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unreal/DriveIntegration/Source/DriveIntegration/GroundCollisionExporter.cpp:600-760  AGroundCollisionExporter::ExportGroundSurface</a:t>
            </a:r>
          </a:p>
          <a:p xmlns:a="http://schemas.openxmlformats.org/drawingml/2006/main">
            <a:r>
              <a:t>unreal/DriveIntegration/Source/DriveIntegration/SimCoreNpcPresentationActor.cpp:223-326  ASimCoreNpcPresentationActor::ApplySnapshot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unreal/DriveIntegration/Source/DriveIntegration/GroundCollisionExporter.cpp:600-760  AGroundCollisionExporter::ExportGroundSurface</a:t>
            </a:r>
          </a:p>
          <a:p xmlns:a="http://schemas.openxmlformats.org/drawingml/2006/main">
            <a:r>
              <a:t>unreal/DriveIntegration/Source/DriveIntegration/SimCoreNpcPresentationActor.cpp:223-326  ASimCoreNpcPresentationActor::ApplySnapshot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올바른 차량 상태를 운전자에게 읽기 쉽게 보여 주는 화면과 카메라를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	const double SafeTireRadiusMeters = FMath::Max(</a:t>
            </a:r>
          </a:p>
          <a:p xmlns:a="http://schemas.openxmlformats.org/drawingml/2006/main">
            <a:r>
              <a:t>					static_cast&lt;double&gt;(VisualTireRadiusMeters),</a:t>
            </a:r>
          </a:p>
          <a:p xmlns:a="http://schemas.openxmlformats.org/drawingml/2006/main">
            <a:r>
              <a:t>					UE_DOUBLE_KINDA_SMALL_NUMBER);</a:t>
            </a:r>
          </a:p>
          <a:p xmlns:a="http://schemas.openxmlformats.org/drawingml/2006/main">
            <a:r>
              <a:t>				// contact_point_enu is the true tangent patch. Adding the unit</a:t>
            </a:r>
          </a:p>
          <a:p xmlns:a="http://schemas.openxmlformats.org/drawingml/2006/main">
            <a:r>
              <a:t>				// normal times radius reconstructs the solver's wheel centre.</a:t>
            </a:r>
          </a:p>
          <a:p xmlns:a="http://schemas.openxmlformats.org/drawingml/2006/main">
            <a:r>
              <a:t>				const FVector3d WheelCenterEnu = WheelState.ContactPointEnu</a:t>
            </a:r>
          </a:p>
          <a:p xmlns:a="http://schemas.openxmlformats.org/drawingml/2006/main">
            <a:r>
              <a:t>					+ ContactNormalEnu * SafeTireRadiusMeters;</a:t>
            </a:r>
          </a:p>
          <a:p xmlns:a="http://schemas.openxmlformats.org/drawingml/2006/main">
            <a:r>
              <a:t>				const FVector WheelCenterWorldCm =</a:t>
            </a:r>
          </a:p>
          <a:p xmlns:a="http://schemas.openxmlformats.org/drawingml/2006/main">
            <a:r>
              <a:t>					SimCoreCoordinateFrames::EnuMetersToUnrealCentimeters(</a:t>
            </a:r>
          </a:p>
          <a:p xmlns:a="http://schemas.openxmlformats.org/drawingml/2006/main">
            <a:r>
              <a:t>						WheelCenterEnu,</a:t>
            </a:r>
          </a:p>
          <a:p xmlns:a="http://schemas.openxmlformats.org/drawingml/2006/main">
            <a:r>
              <a:t>						PresentationOffsetCentimeters);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unreal/DriveIntegration/Source/DriveIntegration/SimCorePresentation.cpp:129-139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unreal/DriveIntegration/Source/DriveIntegration/SimCorePresentation.cpp:129-139  SimCorePresentation::BuildVehicleSample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unreal/DriveIntegration/Source/DriveIntegration/SimCorePresentation.cpp:129-150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const float SafeTireRadiusMeters = FMath::Max(</a:t>
            </a:r>
          </a:p>
          <a:p xmlns:a="http://schemas.openxmlformats.org/drawingml/2006/main">
            <a:r>
              <a:t>			VisualTireRadiusMeters,</a:t>
            </a:r>
          </a:p>
          <a:p xmlns:a="http://schemas.openxmlformats.org/drawingml/2006/main">
            <a:r>
              <a:t>			KINDA_SMALL_NUMBER);</a:t>
            </a:r>
          </a:p>
          <a:p xmlns:a="http://schemas.openxmlformats.org/drawingml/2006/main">
            <a:r>
              <a:t>		const float RoadAngularSpeedRadPerSecond =</a:t>
            </a:r>
          </a:p>
          <a:p xmlns:a="http://schemas.openxmlformats.org/drawingml/2006/main">
            <a:r>
              <a:t>			State.SpeedMps / SafeTireRadiusMeters;</a:t>
            </a:r>
          </a:p>
          <a:p xmlns:a="http://schemas.openxmlformats.org/drawingml/2006/main">
            <a:r>
              <a:t>		const float AllowedVisualSlipRadPerSecond = FMath::Max(</a:t>
            </a:r>
          </a:p>
          <a:p xmlns:a="http://schemas.openxmlformats.org/drawingml/2006/main">
            <a:r>
              <a:t>			0.10f,</a:t>
            </a:r>
          </a:p>
          <a:p xmlns:a="http://schemas.openxmlformats.org/drawingml/2006/main">
            <a:r>
              <a:t>			FMath::Abs(RoadAngularSpeedRadPerSecond) * 0.03f);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unreal/DriveIntegration/Source/DriveIntegration/SimCorePresentation.cpp:208-215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unreal/DriveIntegration/Source/DriveIntegration/SimCorePresentation.cpp:208-215  SimCorePresentation::BuildVehicleSample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float AdvanceWheelSpinDegrees(</a:t>
            </a:r>
          </a:p>
          <a:p xmlns:a="http://schemas.openxmlformats.org/drawingml/2006/main">
            <a:r>
              <a:t>	float CurrentSpinDegrees,</a:t>
            </a:r>
          </a:p>
          <a:p xmlns:a="http://schemas.openxmlformats.org/drawingml/2006/main">
            <a:r>
              <a:t>	float AngularSpeedRadPerSecond,</a:t>
            </a:r>
          </a:p>
          <a:p xmlns:a="http://schemas.openxmlformats.org/drawingml/2006/main">
            <a:r>
              <a:t>	float DeltaSeconds)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return FMath::Fmod(</a:t>
            </a:r>
          </a:p>
          <a:p xmlns:a="http://schemas.openxmlformats.org/drawingml/2006/main">
            <a:r>
              <a:t>		CurrentSpinDegrees + FMath::RadiansToDegrees(AngularSpeedRadPerSecond) * DeltaSeconds,</a:t>
            </a:r>
          </a:p>
          <a:p xmlns:a="http://schemas.openxmlformats.org/drawingml/2006/main">
            <a:r>
              <a:t>		360.0f);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unreal/DriveIntegration/Source/DriveIntegration/SimCorePresentation.cpp:296-304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unreal/DriveIntegration/Source/DriveIntegration/SimCorePresentation.cpp:296-304  SimCorePresentation::AdvanceWheelSpinDegrees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unreal/DriveIntegration/Source/DriveIntegration/SimCorePresentation.cpp:296-304  SimCorePresentation::AdvanceWheelSpinDegrees</a:t>
            </a:r>
          </a:p>
          <a:p xmlns:a="http://schemas.openxmlformats.org/drawingml/2006/main">
            <a:r>
              <a:t>unreal/DriveIntegration/Source/DriveIntegration/SimCorePresentation.cpp:306-333  SimCorePresentation::BuildWheelPivotRelativeRotation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구현이 맞는지 기록·센서 메타데이터·테스트로 증명합니다.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구현이 맞는지 기록·센서 메타데이터·테스트로 증명합니다.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눈으로 읽은 상태를 소리와 깜빡이의 시작·종료 조건으로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FLayout Layout;</a:t>
            </a:r>
          </a:p>
          <a:p xmlns:a="http://schemas.openxmlformats.org/drawingml/2006/main">
            <a:r>
              <a:t>	ViewWidth = FMath::IsFinite(ViewWidth) ? FMath::Max(1.0f, ViewWidth) : 1.0f;</a:t>
            </a:r>
          </a:p>
          <a:p xmlns:a="http://schemas.openxmlformats.org/drawingml/2006/main">
            <a:r>
              <a:t>	ViewHeight = FMath::IsFinite(ViewHeight) ? FMath::Max(1.0f, ViewHeight) : 1.0f;</a:t>
            </a:r>
          </a:p>
          <a:p xmlns:a="http://schemas.openxmlformats.org/drawingml/2006/main">
            <a:r>
              <a:t>	Layout.Scale = FMath::Min3(ViewWidth / 1280.0f, ViewHeight / 720.0f, 1.35f);</a:t>
            </a:r>
          </a:p>
          <a:p xmlns:a="http://schemas.openxmlformats.org/drawingml/2006/main">
            <a:r>
              <a:t>	Layout.Size = FVector2D(350.0f, 136.0f) * Layout.Scale;</a:t>
            </a:r>
          </a:p>
          <a:p xmlns:a="http://schemas.openxmlformats.org/drawingml/2006/main">
            <a:r>
              <a:t>	const float Margin = 16.0f * Layout.Scale;</a:t>
            </a:r>
          </a:p>
          <a:p xmlns:a="http://schemas.openxmlformats.org/drawingml/2006/main">
            <a:r>
              <a:t>	Layout.Position = FVector2D(ViewWidth, ViewHeight) - Layout.Size - FVector2D(Margin, Margin);</a:t>
            </a:r>
          </a:p>
          <a:p xmlns:a="http://schemas.openxmlformats.org/drawingml/2006/main">
            <a:r>
              <a:t>	return Layout;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unreal/DriveIntegration/Source/DriveIntegration/SimCoreInstrumentCluster.cpp:65-72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unreal/DriveIntegration/Source/DriveIntegration/SimCoreInstrumentCluster.cpp:65-72  SimCoreInstrumentCluster::BuildLayout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unreal/DriveIntegration/Source/DriveIntegration/SimCoreInstrumentCluster.cpp:75-130  SimCoreInstrumentCluster::BuildDisplayState</a:t>
            </a:r>
          </a:p>
          <a:p xmlns:a="http://schemas.openxmlformats.org/drawingml/2006/main">
            <a:r>
              <a:t>unreal/DriveIntegration/Source/DriveIntegration/SimCoreInstrumentCluster.cpp:133-186  ASimCoreInstrumentClusterHud::DrawHUD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unreal/DriveIntegration/Source/DriveIntegration/ExternalVehiclePawn.cpp:118-139  AExternalVehiclePawn::AExternalVehiclePawn</a:t>
            </a:r>
          </a:p>
          <a:p xmlns:a="http://schemas.openxmlformats.org/drawingml/2006/main">
            <a:r>
              <a:t>unreal/DriveIntegration/Source/DriveIntegration/ExternalVehiclePawn.cpp:708-747  AExternalVehiclePawn::UpdateOrbitCamera</a:t>
            </a:r>
          </a:p>
          <a:p xmlns:a="http://schemas.openxmlformats.org/drawingml/2006/main">
            <a:r>
              <a:t>unreal/DriveIntegration/Source/DriveIntegration/SimCoreOrbitCamera.cpp:23-69  SimCoreOrbitCamera::NextMode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void AddGamepadRate(FState&amp; State, float YawAxis, float PitchAxis, float DegreesPerSecond, float DeltaSeconds)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const float Scale = FMath::Max(0.0f, FiniteOrZero(DegreesPerSecond))</a:t>
            </a:r>
          </a:p>
          <a:p xmlns:a="http://schemas.openxmlformats.org/drawingml/2006/main">
            <a:r>
              <a:t>			* FMath::Max(0.0f, FiniteOrZero(DeltaSeconds));</a:t>
            </a:r>
          </a:p>
          <a:p xmlns:a="http://schemas.openxmlformats.org/drawingml/2006/main">
            <a:r>
              <a:t>		AddAngles(State, FMath::Clamp(FiniteOrZero(YawAxis), -1.0f, 1.0f) * Scale,</a:t>
            </a:r>
          </a:p>
          <a:p xmlns:a="http://schemas.openxmlformats.org/drawingml/2006/main">
            <a:r>
              <a:t>			FMath::Clamp(FiniteOrZero(PitchAxis), -1.0f, 1.0f) * Scale);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unreal/DriveIntegration/Source/DriveIntegration/SimCoreOrbitCamera.cpp:96-102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unreal/DriveIntegration/Source/DriveIntegration/SimCoreOrbitCamera.cpp:96-102  SimCoreOrbitCamera::AddGamepadRate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왼쪽 원점은 화면 좌상단입니다. HUD는 우하단 여백을 남깁니다.</a:t>
            </a:r>
          </a:p>
          <a:p xmlns:a="http://schemas.openxmlformats.org/drawingml/2006/main">
            <a:r>
              <a:t>오른쪽 카메라는 차의 위치를 따르며 시선과 차체 회전을 구분합니다.</a:t>
            </a:r>
          </a:p>
          <a:p xmlns:a="http://schemas.openxmlformats.org/drawingml/2006/main">
            <a:r>
              <a:t>마우스는 이동량, 스틱은 속도입니다. 스틱에만 시간을 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unreal/DriveIntegration/Source/DriveIntegration/ExternalVehiclePawn.cpp:118-139  AExternalVehiclePawn::AExternalVehiclePawn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조건을 기록과 자동 검사에 남겨 스스로 맞는지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unreal/DriveIntegration/Source/DriveIntegration/SimCoreVehicleAudio.cpp:129-191  SimCoreVehicleAudio::FRenderer::Render</a:t>
            </a:r>
          </a:p>
          <a:p xmlns:a="http://schemas.openxmlformats.org/drawingml/2006/main">
            <a:r>
              <a:t>unreal/DriveIntegration/Source/DriveIntegration/SimCoreVehicleHorn.cpp:73-83  SimCoreVehicleHorn::FHeldEnvelope::Advance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const float SafeRpm = FMath::Clamp(State.EngineRpm, 650.0f, 7500.0f);</a:t>
            </a:r>
          </a:p>
          <a:p xmlns:a="http://schemas.openxmlformats.org/drawingml/2006/main">
            <a:r>
              <a:t>	const float Rpm01 = Range01(SafeRpm, 800.0f, 7000.0f);</a:t>
            </a:r>
          </a:p>
          <a:p xmlns:a="http://schemas.openxmlformats.org/drawingml/2006/main">
            <a:r>
              <a:t>	// Four-cylinder firing rate (two combustion events per crank revolution).</a:t>
            </a:r>
          </a:p>
          <a:p xmlns:a="http://schemas.openxmlformats.org/drawingml/2006/main">
            <a:r>
              <a:t>	Result.EngineFrequencyHz = SafeRpm / 30.0f;</a:t>
            </a:r>
          </a:p>
          <a:p xmlns:a="http://schemas.openxmlformats.org/drawingml/2006/main">
            <a:r>
              <a:t>	Result.EngineAmplitude = 0.075f + 0.13f * FMath::Sqrt(Rpm01);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unreal/DriveIntegration/Source/DriveIntegration/SimCoreVehicleAudio.cpp:31-35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unreal/DriveIntegration/Source/DriveIntegration/SimCoreVehicleAudio.cpp:31-35  SimCoreVehicleAudio::BuildParameters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unreal/DriveIntegration/Source/DriveIntegration/SimCoreVehicleAudio.cpp:31-35  SimCoreVehicleAudio::BuildParameters</a:t>
            </a:r>
          </a:p>
          <a:p xmlns:a="http://schemas.openxmlformats.org/drawingml/2006/main">
            <a:r>
              <a:t>unreal/DriveIntegration/Source/DriveIntegration/SimCoreVehicleAudio.cpp:129-191  SimCoreVehicleAudio::FRenderer::Render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unreal/DriveIntegration/Source/DriveIntegration/SimCoreVehicleAudio.cpp:37-68  SimCoreVehicleAudio::BuildParameters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unreal/DriveIntegration/Source/DriveIntegration/SimCoreVehicleHorn.cpp:73-83  SimCoreVehicleHorn::FHeldEnvelope::Advance</a:t>
            </a:r>
          </a:p>
          <a:p xmlns:a="http://schemas.openxmlformats.org/drawingml/2006/main">
            <a:r>
              <a:t>unreal/DriveIntegration/Source/DriveIntegration/SimCoreVehicleHorn.cpp:110-143  USimCoreVehicleHornComponent::TriggerManualHorn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if (SelectionTimeSeconds &lt; 0.0 || Direction != SelectedDirection</a:t>
            </a:r>
          </a:p>
          <a:p xmlns:a="http://schemas.openxmlformats.org/drawingml/2006/main">
            <a:r>
              <a:t>		|| bHazard != bSelectedHazard || bClockRestarted)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SelectionTimeSeconds = TimeSeconds;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>	SelectedDirection = Direction;</a:t>
            </a:r>
          </a:p>
          <a:p xmlns:a="http://schemas.openxmlformats.org/drawingml/2006/main">
            <a:r>
              <a:t>	bSelectedHazard = bHazard;</a:t>
            </a:r>
          </a:p>
          <a:p xmlns:a="http://schemas.openxmlformats.org/drawingml/2006/main">
            <a:r>
              <a:t>	LastTimeSeconds = TimeSeconds;</a:t>
            </a:r>
          </a:p>
          <a:p xmlns:a="http://schemas.openxmlformats.org/drawingml/2006/main">
            <a:r>
              <a:t>	ElapsedSeconds = TimeSeconds - SelectionTimeSeconds;</a:t>
            </a:r>
          </a:p>
          <a:p xmlns:a="http://schemas.openxmlformats.org/drawingml/2006/main">
            <a:r>
              <a:t>	return ElapsedSeconds;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unreal/DriveIntegration/Source/DriveIntegration/SimCoreTurnSignals.cpp:24-33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unreal/DriveIntegration/Source/DriveIntegration/SimCoreTurnSignals.cpp:24-33  SimCoreTurnSignals::FPhaseClock::Update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unreal/DriveIntegration/Source/DriveIntegration/SimCoreTurnSignals.cpp:10-41  SimCoreTurnSignals::FPhaseClock::Update</a:t>
            </a:r>
          </a:p>
          <a:p xmlns:a="http://schemas.openxmlformats.org/drawingml/2006/main">
            <a:r>
              <a:t>unreal/DriveIntegration/Source/DriveIntegration/SimCoreTurnSignals.h:14-15  PeriodSeconds</a:t>
            </a:r>
          </a:p>
          <a:p xmlns:a="http://schemas.openxmlformats.org/drawingml/2006/main">
            <a:r>
              <a:t>unreal/DriveIntegration/Source/DriveIntegration/SimCoreVehicleAudio.cpp:72-105  SimCoreVehicleAudio::FIndicatorClicks::Update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  <a:p xmlns:a="http://schemas.openxmlformats.org/drawingml/2006/main">
            <a:r>
              <a:t>unreal/DriveIntegration/Source/DriveIntegration/SimCoreTurnSignalsTests.cpp:265-287  FSimCorePlayerIndicatorAutoCancelGuardTest::RunTest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unreal/DriveIntegration/Source/DriveIntegration/SimCoreExhaustComponent.cpp:27-58  SimCoreExhaustPresentation::BuildSample</a:t>
            </a:r>
          </a:p>
          <a:p xmlns:a="http://schemas.openxmlformats.org/drawingml/2006/main">
            <a:r>
              <a:t>unreal/DriveIntegration/Source/DriveIntegration/SimCoreExhaustComponent.cpp:111-180  USimCoreExhaustComponent::EnsureRuntimeTemplate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모르는 경계를 하나 골라 같은 방식으로 독립적으로 읽어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모르는 경계를 하나 골라 같은 방식으로 독립적으로 읽어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왕복 경로에서 아직 설명하지 못한 함수 하나를 골라 같은 질문으로 독립 학습을 이어갑니다.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unreal/DriveIntegration/Source/DriveIntegration/SimCoreDriveReplay.cpp:21-69  USimCoreDriveReplayComponent::LastTrackPath</a:t>
            </a:r>
          </a:p>
          <a:p xmlns:a="http://schemas.openxmlformats.org/drawingml/2006/main">
            <a:r>
              <a:t>unreal/DriveIntegration/Config/DefaultInput.ini:105-106  DriveRecord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SimCoreProtocol::FVehicleState State;</a:t>
            </a:r>
          </a:p>
          <a:p xmlns:a="http://schemas.openxmlformats.org/drawingml/2006/main">
            <a:r>
              <a:t>	if (!SimCoreDriveReplay::Sample(Track, ReplayElapsedSeconds, State)) { StopReplay(); return; }</a:t>
            </a:r>
          </a:p>
          <a:p xmlns:a="http://schemas.openxmlformats.org/drawingml/2006/main">
            <a:r>
              <a:t>	ReplayGhost-&gt;ApplySnapshot(State, 0.0f, DeltaTime, true, 0.0f, PresentationOffsetCm);</a:t>
            </a:r>
          </a:p>
          <a:p xmlns:a="http://schemas.openxmlformats.org/drawingml/2006/main">
            <a:r>
              <a:t>	ReplayElapsedSeconds += DeltaTime;</a:t>
            </a:r>
          </a:p>
          <a:p xmlns:a="http://schemas.openxmlformats.org/drawingml/2006/main">
            <a:r>
              <a:t>	if (ReplayElapsedSeconds &gt; Track.DurationSeconds()) StopReplay();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unreal/DriveIntegration/Source/DriveIntegration/SimCoreDriveReplay.cpp:109-113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unreal/DriveIntegration/Source/DriveIntegration/SimCoreDriveReplay.cpp:109-113  USimCoreDriveReplayComponent::TickComponent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unreal/DriveIntegration/Source/DriveIntegration/SimCoreDriveReplay.cpp:104-114  USimCoreDriveReplayComponent::TickComponent</a:t>
            </a:r>
          </a:p>
          <a:p xmlns:a="http://schemas.openxmlformats.org/drawingml/2006/main">
            <a:r>
              <a:t>unreal/DriveIntegration/Source/DriveIntegration/SimCoreDriveReplayFormat.cpp:93-135  SimCoreDriveReplay::Sample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unreal/DriveIntegration/Source/DriveIntegration/SimCoreSensorRigTests.cpp:15-50  FSimCoreSensorRigConfigTest::RunTest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unreal/DriveIntegration/Source/DriveIntegration/ExternalVehiclePawn.cpp:536-630  AExternalVehiclePawn::DrawVehicleDebug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State.SimulationTimeNs = 400000000;</a:t>
            </a:r>
          </a:p>
          <a:p xmlns:a="http://schemas.openxmlformats.org/drawingml/2006/main">
            <a:r>
              <a:t>		State.SteeringAngleRad = Side * 0.05f;</a:t>
            </a:r>
          </a:p>
          <a:p xmlns:a="http://schemas.openxmlformats.org/drawingml/2006/main">
            <a:r>
              <a:t>		Ok &amp;= TestFalse(TEXT("returning near centre is not yet centred"), Cancel.Update(Direction, false, State, true));</a:t>
            </a:r>
          </a:p>
          <a:p xmlns:a="http://schemas.openxmlformats.org/drawingml/2006/main">
            <a:r>
              <a:t>		State.SimulationTimeNs = 500000000;</a:t>
            </a:r>
          </a:p>
          <a:p xmlns:a="http://schemas.openxmlformats.org/drawingml/2006/main">
            <a:r>
              <a:t>		State.SteeringAngleRad = Side * 0.02f;</a:t>
            </a:r>
          </a:p>
          <a:p xmlns:a="http://schemas.openxmlformats.org/drawingml/2006/main">
            <a:r>
              <a:t>		Ok &amp;= TestTrue(TEXT("a meaningful selected turn cancels only after rack centre return"),</a:t>
            </a:r>
          </a:p>
          <a:p xmlns:a="http://schemas.openxmlformats.org/drawingml/2006/main">
            <a:r>
              <a:t>			Cancel.Update(Direction, false, State, true));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unreal/DriveIntegration/Source/DriveIntegration/SimCoreTurnSignalsTests.cpp:244-250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unreal/DriveIntegration/Source/DriveIntegration/SimCoreTurnSignalsTests.cpp:244-250  FSimCorePlayerIndicatorAutoCancelTest::RunTest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unreal/DriveIntegration/Source/DriveIntegration/SimCoreTurnSignalsTests.cpp:213-250  FSimCorePlayerIndicatorAutoCancelTest::RunTest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unreal/DriveIntegration/Source/DriveIntegration/SimCoreDriveReplay.cpp:55-114  USimCoreDriveReplayComponent::ToggleRecording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Epic UE 5.6 자동 검사: https://dev.epicgames.com/documentation/en-us/unreal-engine/automation-test-framework-in-unreal-engine?application_version=5.6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 경로는 저장된 상태를 Ghost로 재표시하며 물리를 재계산하지 않습니다.</a:t>
            </a:r>
          </a:p>
          <a:p xmlns:a="http://schemas.openxmlformats.org/drawingml/2006/main">
            <a:r>
              <a:t>아래 순환은 조건과 기대를 정하고 자동 검사·F3·HUD로 비교합니다.</a:t>
            </a:r>
          </a:p>
          <a:p xmlns:a="http://schemas.openxmlformats.org/drawingml/2006/main">
            <a:r>
              <a:t>Evidence note에 기대·실제·한계를 적고 다음 확인으로 이어갑니다.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unreal/DriveIntegration/Source/DriveIntegration/SimCoreDriveReplay.cpp:104-114  USimCoreDriveReplayComponent::TickComponent</a:t>
            </a:r>
          </a:p>
          <a:p xmlns:a="http://schemas.openxmlformats.org/drawingml/2006/main">
            <a:r>
              <a:t>unreal/DriveIntegration/Source/DriveIntegration/SimCoreDriveReplayFormat.cpp:93-135  SimCoreDriveReplay::Sample</a:t>
            </a:r>
          </a:p>
          <a:p xmlns:a="http://schemas.openxmlformats.org/drawingml/2006/main">
            <a:r>
              <a:t>unreal/DriveIntegration/Source/DriveIntegration/SimCoreTurnSignalsTests.cpp:213-250  FSimCorePlayerIndicatorAutoCancelTest::RunTest</a:t>
            </a:r>
          </a:p>
          <a:p xmlns:a="http://schemas.openxmlformats.org/drawingml/2006/main">
            <a:r>
              <a:t>unreal/DriveIntegration/Source/DriveIntegration/ExternalVehiclePawn.cpp:536-630  AExternalVehiclePawn::DrawVehicleDebug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unreal/DriveIntegration/Source/DriveIntegration/SimCoreDriveReplay.cpp:55-114  USimCoreDriveReplayComponent::ToggleRecording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Epic UE 5.6 자동 검사: https://dev.epicgames.com/documentation/en-us/unreal-engine/automation-test-framework-in-unreal-engine?application_version=5.6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unreal/DriveIntegration/Source/DriveIntegration/SimCoreTurnSignals.cpp:10-41  SimCoreTurnSignals::FPhaseClock::Update</a:t>
            </a:r>
          </a:p>
          <a:p xmlns:a="http://schemas.openxmlformats.org/drawingml/2006/main">
            <a:r>
              <a:t>unreal/DriveIntegration/Source/DriveIntegration/SimCoreTurnSignalsTests.cpp:175-211  FSimCoreSelectedTurnSignalPhaseTest::RunTest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unreal/DriveIntegration/Source/DriveIntegration/SimCoreDriveReplay.cpp:55-114  USimCoreDriveReplayComponent::ToggleRecording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Epic UE 5.6 자동 검사: https://dev.epicgames.com/documentation/en-us/unreal-engine/automation-test-framework-in-unreal-engine?application_version=5.6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unreal/DriveIntegration/Source/DriveIntegration/SimCoreDriveReplay.cpp:55-114  USimCoreDriveReplayComponent::ToggleRecording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Epic UE 5.6 자동 검사: https://dev.epicgames.com/documentation/en-us/unreal-engine/automation-test-framework-in-unreal-engine?application_version=5.6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6b57cb44649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d107af38b4ac8" /><Relationship Type="http://schemas.openxmlformats.org/officeDocument/2006/relationships/slideLayout" Target="/ppt/slideLayouts/slideLayout1.xml" Id="R637cf7be42ba46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7cf7be42ba46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1d32804564fad" /><Relationship Type="http://schemas.openxmlformats.org/officeDocument/2006/relationships/notesSlide" Target="/ppt/notesSlides/notesSlide1.xml" Id="R499ab6e01cd146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0b8f850a941e6" /><Relationship Type="http://schemas.openxmlformats.org/officeDocument/2006/relationships/notesSlide" Target="/ppt/notesSlides/notesSlide2.xml" Id="R8b6f921ec99f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1a0755da340d9" /><Relationship Type="http://schemas.openxmlformats.org/officeDocument/2006/relationships/notesSlide" Target="/ppt/notesSlides/notesSlide3.xml" Id="R9637bd517f8f41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66f55dba84c22" /><Relationship Type="http://schemas.openxmlformats.org/officeDocument/2006/relationships/notesSlide" Target="/ppt/notesSlides/notesSlide4.xml" Id="Rff9a391683924b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f2eb0daec4a82" /><Relationship Type="http://schemas.openxmlformats.org/officeDocument/2006/relationships/notesSlide" Target="/ppt/notesSlides/notesSlide5.xml" Id="R26cd800cd7ae4f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0692cbe7548c3" /><Relationship Type="http://schemas.openxmlformats.org/officeDocument/2006/relationships/notesSlide" Target="/ppt/notesSlides/notesSlide6.xml" Id="R88496e71856747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2991121cf4a73" /><Relationship Type="http://schemas.openxmlformats.org/officeDocument/2006/relationships/notesSlide" Target="/ppt/notesSlides/notesSlide7.xml" Id="R9016d68cab3042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dd31489314336" /><Relationship Type="http://schemas.openxmlformats.org/officeDocument/2006/relationships/notesSlide" Target="/ppt/notesSlides/notesSlide8.xml" Id="Rcb65e86c1157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fa50d62454a54" /><Relationship Type="http://schemas.openxmlformats.org/officeDocument/2006/relationships/notesSlide" Target="/ppt/notesSlides/notesSlide9.xml" Id="R4b1de80e25464c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c295bf59c42ba" /><Relationship Type="http://schemas.openxmlformats.org/officeDocument/2006/relationships/notesSlide" Target="/ppt/notesSlides/notesSlide10.xml" Id="R569b4a5c6eb442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1494a25bb46d9" /><Relationship Type="http://schemas.openxmlformats.org/officeDocument/2006/relationships/notesSlide" Target="/ppt/notesSlides/notesSlide11.xml" Id="Ra8840435cbf84a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8ffab81bd472a" /><Relationship Type="http://schemas.openxmlformats.org/officeDocument/2006/relationships/image" Target="/ppt/media/image.png" Id="R2bad9c97ba1d42cb" /><Relationship Type="http://schemas.openxmlformats.org/officeDocument/2006/relationships/notesSlide" Target="/ppt/notesSlides/notesSlide12.xml" Id="Rff59d9fa65e44d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24de2cc944167" /><Relationship Type="http://schemas.openxmlformats.org/officeDocument/2006/relationships/notesSlide" Target="/ppt/notesSlides/notesSlide13.xml" Id="R16950b7b0d7741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f8e41c90b4056" /><Relationship Type="http://schemas.openxmlformats.org/officeDocument/2006/relationships/notesSlide" Target="/ppt/notesSlides/notesSlide14.xml" Id="R6013f4d5ba3546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5880eeee54353" /><Relationship Type="http://schemas.openxmlformats.org/officeDocument/2006/relationships/notesSlide" Target="/ppt/notesSlides/notesSlide15.xml" Id="R3d3318cacaf444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cbe98a5ce446f" /><Relationship Type="http://schemas.openxmlformats.org/officeDocument/2006/relationships/notesSlide" Target="/ppt/notesSlides/notesSlide16.xml" Id="Rd4ff782a32e347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832c83e824605" /><Relationship Type="http://schemas.openxmlformats.org/officeDocument/2006/relationships/notesSlide" Target="/ppt/notesSlides/notesSlide17.xml" Id="Rc5e591c41e784a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20388bba24ab8" /><Relationship Type="http://schemas.openxmlformats.org/officeDocument/2006/relationships/notesSlide" Target="/ppt/notesSlides/notesSlide18.xml" Id="Rf317d64436d141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49d255f954276" /><Relationship Type="http://schemas.openxmlformats.org/officeDocument/2006/relationships/notesSlide" Target="/ppt/notesSlides/notesSlide19.xml" Id="Rcf55bc460a2f45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715335945435e" /><Relationship Type="http://schemas.openxmlformats.org/officeDocument/2006/relationships/notesSlide" Target="/ppt/notesSlides/notesSlide20.xml" Id="Rda6bca63f68844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16da684cd4821" /><Relationship Type="http://schemas.openxmlformats.org/officeDocument/2006/relationships/notesSlide" Target="/ppt/notesSlides/notesSlide21.xml" Id="R3eb908e494c148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1ca97a3454daf" /><Relationship Type="http://schemas.openxmlformats.org/officeDocument/2006/relationships/image" Target="/ppt/media/image2.png" Id="R0efdab6e8c2746c8" /><Relationship Type="http://schemas.openxmlformats.org/officeDocument/2006/relationships/notesSlide" Target="/ppt/notesSlides/notesSlide22.xml" Id="R21c65f424f384f3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f40dd90c143a0" /><Relationship Type="http://schemas.openxmlformats.org/officeDocument/2006/relationships/notesSlide" Target="/ppt/notesSlides/notesSlide23.xml" Id="R6e5903f440704b6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99f045f8d4ad7" /><Relationship Type="http://schemas.openxmlformats.org/officeDocument/2006/relationships/notesSlide" Target="/ppt/notesSlides/notesSlide24.xml" Id="R2dbe46e70df448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b06ba4ae4476a" /><Relationship Type="http://schemas.openxmlformats.org/officeDocument/2006/relationships/notesSlide" Target="/ppt/notesSlides/notesSlide25.xml" Id="Redb4c03c288e429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8a51a27454efd" /><Relationship Type="http://schemas.openxmlformats.org/officeDocument/2006/relationships/notesSlide" Target="/ppt/notesSlides/notesSlide26.xml" Id="R40652fce8e0e432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3b90e0e514c80" /><Relationship Type="http://schemas.openxmlformats.org/officeDocument/2006/relationships/notesSlide" Target="/ppt/notesSlides/notesSlide27.xml" Id="Rfa86e29d1df4453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0376cf6d749ad" /><Relationship Type="http://schemas.openxmlformats.org/officeDocument/2006/relationships/notesSlide" Target="/ppt/notesSlides/notesSlide28.xml" Id="Rd07704efe77b4d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4ec988f5445a2" /><Relationship Type="http://schemas.openxmlformats.org/officeDocument/2006/relationships/notesSlide" Target="/ppt/notesSlides/notesSlide29.xml" Id="R6c88e6aedc104db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24b2d5e8c4131" /><Relationship Type="http://schemas.openxmlformats.org/officeDocument/2006/relationships/notesSlide" Target="/ppt/notesSlides/notesSlide30.xml" Id="R809b9af39b924bb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7257ca1534396" /><Relationship Type="http://schemas.openxmlformats.org/officeDocument/2006/relationships/notesSlide" Target="/ppt/notesSlides/notesSlide31.xml" Id="R0bb814f3835b4b6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b397cecba4656" /><Relationship Type="http://schemas.openxmlformats.org/officeDocument/2006/relationships/notesSlide" Target="/ppt/notesSlides/notesSlide32.xml" Id="R30dc7b616d9d492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ece19f3a04ae6" /><Relationship Type="http://schemas.openxmlformats.org/officeDocument/2006/relationships/notesSlide" Target="/ppt/notesSlides/notesSlide33.xml" Id="Rcab33a276c7c4b6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baabdadbf40e9" /><Relationship Type="http://schemas.openxmlformats.org/officeDocument/2006/relationships/notesSlide" Target="/ppt/notesSlides/notesSlide34.xml" Id="R6a4574e4ae45467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cd4474d124df4" /><Relationship Type="http://schemas.openxmlformats.org/officeDocument/2006/relationships/image" Target="/ppt/media/image3.png" Id="R025af431d9294d49" /><Relationship Type="http://schemas.openxmlformats.org/officeDocument/2006/relationships/notesSlide" Target="/ppt/notesSlides/notesSlide35.xml" Id="R2691d3dcbf9d453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838f927be4e92" /><Relationship Type="http://schemas.openxmlformats.org/officeDocument/2006/relationships/notesSlide" Target="/ppt/notesSlides/notesSlide36.xml" Id="R1f137ba851484f8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d98c946914a1e" /><Relationship Type="http://schemas.openxmlformats.org/officeDocument/2006/relationships/notesSlide" Target="/ppt/notesSlides/notesSlide37.xml" Id="Rc960f00ef9f6448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d6aba8c8c4e17" /><Relationship Type="http://schemas.openxmlformats.org/officeDocument/2006/relationships/notesSlide" Target="/ppt/notesSlides/notesSlide38.xml" Id="R06ee21228c3f4a7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fbba1abb34e75" /><Relationship Type="http://schemas.openxmlformats.org/officeDocument/2006/relationships/notesSlide" Target="/ppt/notesSlides/notesSlide39.xml" Id="R3a681560f18c4e2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63a948c20436a" /><Relationship Type="http://schemas.openxmlformats.org/officeDocument/2006/relationships/notesSlide" Target="/ppt/notesSlides/notesSlide40.xml" Id="R0ecef9d6aa4046c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863ff9fe4c33" /><Relationship Type="http://schemas.openxmlformats.org/officeDocument/2006/relationships/notesSlide" Target="/ppt/notesSlides/notesSlide41.xml" Id="Re6592080ffec4dd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75fc7097e41d4" /><Relationship Type="http://schemas.openxmlformats.org/officeDocument/2006/relationships/notesSlide" Target="/ppt/notesSlides/notesSlide42.xml" Id="Rb3c34cc3ef5a4a1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36a9f6d394193" /><Relationship Type="http://schemas.openxmlformats.org/officeDocument/2006/relationships/notesSlide" Target="/ppt/notesSlides/notesSlide43.xml" Id="Rfe12c6b69fea47c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806a6089f4296" /><Relationship Type="http://schemas.openxmlformats.org/officeDocument/2006/relationships/notesSlide" Target="/ppt/notesSlides/notesSlide44.xml" Id="R72e5a7bccd1648b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cacf2f4644c1e" /><Relationship Type="http://schemas.openxmlformats.org/officeDocument/2006/relationships/notesSlide" Target="/ppt/notesSlides/notesSlide45.xml" Id="R0d11212e440c46a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2022add544e4f" /><Relationship Type="http://schemas.openxmlformats.org/officeDocument/2006/relationships/notesSlide" Target="/ppt/notesSlides/notesSlide46.xml" Id="R444ecdc43f3d40d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a12af4d99438e" /><Relationship Type="http://schemas.openxmlformats.org/officeDocument/2006/relationships/image" Target="/ppt/media/image4.png" Id="Rfd07c328e70b42d8" /><Relationship Type="http://schemas.openxmlformats.org/officeDocument/2006/relationships/notesSlide" Target="/ppt/notesSlides/notesSlide47.xml" Id="R23fdc0eec7584bf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5d8fe6b5b4bca" /><Relationship Type="http://schemas.openxmlformats.org/officeDocument/2006/relationships/notesSlide" Target="/ppt/notesSlides/notesSlide48.xml" Id="R9eca135bc5db4ee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2b170e0674a7b" /><Relationship Type="http://schemas.openxmlformats.org/officeDocument/2006/relationships/notesSlide" Target="/ppt/notesSlides/notesSlide49.xml" Id="R11e28e7634b5468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d7ee5b78450c" /><Relationship Type="http://schemas.openxmlformats.org/officeDocument/2006/relationships/notesSlide" Target="/ppt/notesSlides/notesSlide50.xml" Id="Rfd7ad13985ea4eb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24c0409ae4cad" /><Relationship Type="http://schemas.openxmlformats.org/officeDocument/2006/relationships/notesSlide" Target="/ppt/notesSlides/notesSlide51.xml" Id="R04df5346c00945f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0c7c03b4c4b73" /><Relationship Type="http://schemas.openxmlformats.org/officeDocument/2006/relationships/notesSlide" Target="/ppt/notesSlides/notesSlide52.xml" Id="Radf9ab56c337486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6ca430ec44215" /><Relationship Type="http://schemas.openxmlformats.org/officeDocument/2006/relationships/notesSlide" Target="/ppt/notesSlides/notesSlide53.xml" Id="R7ca9aceee7b2411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7db6e83b0438a" /><Relationship Type="http://schemas.openxmlformats.org/officeDocument/2006/relationships/notesSlide" Target="/ppt/notesSlides/notesSlide54.xml" Id="R41a03e262914458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1f75713bc43b8" /><Relationship Type="http://schemas.openxmlformats.org/officeDocument/2006/relationships/notesSlide" Target="/ppt/notesSlides/notesSlide55.xml" Id="R62ecd909f9a74eb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7295b827c4135" /><Relationship Type="http://schemas.openxmlformats.org/officeDocument/2006/relationships/notesSlide" Target="/ppt/notesSlides/notesSlide56.xml" Id="R93f932d37dd142b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735264aa14571" /><Relationship Type="http://schemas.openxmlformats.org/officeDocument/2006/relationships/notesSlide" Target="/ppt/notesSlides/notesSlide57.xml" Id="R38610f14bd5c4cf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e3aa17902429a" /><Relationship Type="http://schemas.openxmlformats.org/officeDocument/2006/relationships/notesSlide" Target="/ppt/notesSlides/notesSlide58.xml" Id="R9deab989d3554fc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cc90e8bc34f8d" /><Relationship Type="http://schemas.openxmlformats.org/officeDocument/2006/relationships/notesSlide" Target="/ppt/notesSlides/notesSlide59.xml" Id="R42635ffb057f496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4f6f0b502445f" /><Relationship Type="http://schemas.openxmlformats.org/officeDocument/2006/relationships/notesSlide" Target="/ppt/notesSlides/notesSlide60.xml" Id="Red890fa1aa79480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ad558892c42f4" /><Relationship Type="http://schemas.openxmlformats.org/officeDocument/2006/relationships/notesSlide" Target="/ppt/notesSlides/notesSlide61.xml" Id="Rc517d2f20b13413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0c463be0c4d44" /><Relationship Type="http://schemas.openxmlformats.org/officeDocument/2006/relationships/notesSlide" Target="/ppt/notesSlides/notesSlide62.xml" Id="Ra401ec813ab0441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8f6e84f5b4b4b" /><Relationship Type="http://schemas.openxmlformats.org/officeDocument/2006/relationships/image" Target="/ppt/media/image5.png" Id="R4d29270ece984b39" /><Relationship Type="http://schemas.openxmlformats.org/officeDocument/2006/relationships/notesSlide" Target="/ppt/notesSlides/notesSlide63.xml" Id="R867f33bf985c468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2ee0d8f5d44a2" /><Relationship Type="http://schemas.openxmlformats.org/officeDocument/2006/relationships/notesSlide" Target="/ppt/notesSlides/notesSlide64.xml" Id="R90f914305fc746f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56bfd9b7a4979" /><Relationship Type="http://schemas.openxmlformats.org/officeDocument/2006/relationships/notesSlide" Target="/ppt/notesSlides/notesSlide65.xml" Id="R9ccae663f1ca49d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9b89fba844fc5" /><Relationship Type="http://schemas.openxmlformats.org/officeDocument/2006/relationships/notesSlide" Target="/ppt/notesSlides/notesSlide66.xml" Id="R10bd38a5ad044ed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6545056ec4969" /><Relationship Type="http://schemas.openxmlformats.org/officeDocument/2006/relationships/notesSlide" Target="/ppt/notesSlides/notesSlide67.xml" Id="R7f7e8e293021424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8728a53554bc7" /><Relationship Type="http://schemas.openxmlformats.org/officeDocument/2006/relationships/notesSlide" Target="/ppt/notesSlides/notesSlide68.xml" Id="R6da2ec9962f0488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4d2fac721491e" /><Relationship Type="http://schemas.openxmlformats.org/officeDocument/2006/relationships/notesSlide" Target="/ppt/notesSlides/notesSlide69.xml" Id="R956af21cf98c428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db761d59f4b2a" /><Relationship Type="http://schemas.openxmlformats.org/officeDocument/2006/relationships/notesSlide" Target="/ppt/notesSlides/notesSlide70.xml" Id="Ra773ff41d53d4399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d401086cb4164" /><Relationship Type="http://schemas.openxmlformats.org/officeDocument/2006/relationships/notesSlide" Target="/ppt/notesSlides/notesSlide71.xml" Id="R8640ced2af844361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d6fde21db4148" /><Relationship Type="http://schemas.openxmlformats.org/officeDocument/2006/relationships/notesSlide" Target="/ppt/notesSlides/notesSlide72.xml" Id="Rcaaf8a981aad4c2e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3d70bcf9c46e9" /><Relationship Type="http://schemas.openxmlformats.org/officeDocument/2006/relationships/notesSlide" Target="/ppt/notesSlides/notesSlide73.xml" Id="R8c25a5d136904a2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cc4dcd1114aa8" /><Relationship Type="http://schemas.openxmlformats.org/officeDocument/2006/relationships/notesSlide" Target="/ppt/notesSlides/notesSlide74.xml" Id="Rdd8c633b4a234ec7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1ffb9dec14f98" /><Relationship Type="http://schemas.openxmlformats.org/officeDocument/2006/relationships/notesSlide" Target="/ppt/notesSlides/notesSlide75.xml" Id="Rf2dbb8edb22c4830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3bba8bfef4cbd" /><Relationship Type="http://schemas.openxmlformats.org/officeDocument/2006/relationships/notesSlide" Target="/ppt/notesSlides/notesSlide76.xml" Id="R19ab320f44194eba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34b01780243e2" /><Relationship Type="http://schemas.openxmlformats.org/officeDocument/2006/relationships/image" Target="/ppt/media/image6.png" Id="R3c4625ffbde5491d" /><Relationship Type="http://schemas.openxmlformats.org/officeDocument/2006/relationships/notesSlide" Target="/ppt/notesSlides/notesSlide77.xml" Id="R1682327b7a39421b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3be5657dc4ec4" /><Relationship Type="http://schemas.openxmlformats.org/officeDocument/2006/relationships/notesSlide" Target="/ppt/notesSlides/notesSlide78.xml" Id="Rcd43faa9b2214ef7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f80e7d3f74b0b" /><Relationship Type="http://schemas.openxmlformats.org/officeDocument/2006/relationships/notesSlide" Target="/ppt/notesSlides/notesSlide79.xml" Id="R6c70fa2e2d124586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2ef8a38ff4d31" /><Relationship Type="http://schemas.openxmlformats.org/officeDocument/2006/relationships/notesSlide" Target="/ppt/notesSlides/notesSlide80.xml" Id="R7a0f5c20e6874df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9e724a13e4462" /><Relationship Type="http://schemas.openxmlformats.org/officeDocument/2006/relationships/notesSlide" Target="/ppt/notesSlides/notesSlide81.xml" Id="Rabdd6188b02149b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2190c572c4bb6" /><Relationship Type="http://schemas.openxmlformats.org/officeDocument/2006/relationships/notesSlide" Target="/ppt/notesSlides/notesSlide82.xml" Id="Rd7a0af898a6e4237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f48d3c9ac4e07" /><Relationship Type="http://schemas.openxmlformats.org/officeDocument/2006/relationships/image" Target="/ppt/media/image7.png" Id="Rae304e58cc4d4a2a" /><Relationship Type="http://schemas.openxmlformats.org/officeDocument/2006/relationships/notesSlide" Target="/ppt/notesSlides/notesSlide83.xml" Id="Rf20f0e32536b46b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d4f2e0a2d486c" /><Relationship Type="http://schemas.openxmlformats.org/officeDocument/2006/relationships/notesSlide" Target="/ppt/notesSlides/notesSlide84.xml" Id="Rfe57f23460cc4d2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1d57dc3c440ff" /><Relationship Type="http://schemas.openxmlformats.org/officeDocument/2006/relationships/notesSlide" Target="/ppt/notesSlides/notesSlide85.xml" Id="R6f759ee687ac4e8c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99618ae474acd" /><Relationship Type="http://schemas.openxmlformats.org/officeDocument/2006/relationships/notesSlide" Target="/ppt/notesSlides/notesSlide86.xml" Id="R998651ecde57438b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e1bed4dc247cd" /><Relationship Type="http://schemas.openxmlformats.org/officeDocument/2006/relationships/notesSlide" Target="/ppt/notesSlides/notesSlide87.xml" Id="Rb5772ede09da4565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e386e23d142b0" /><Relationship Type="http://schemas.openxmlformats.org/officeDocument/2006/relationships/notesSlide" Target="/ppt/notesSlides/notesSlide88.xml" Id="R784c2d09cc7643c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44f352f804928" /><Relationship Type="http://schemas.openxmlformats.org/officeDocument/2006/relationships/notesSlide" Target="/ppt/notesSlides/notesSlide89.xml" Id="R800238313a424fc3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f4a3541b14801" /><Relationship Type="http://schemas.openxmlformats.org/officeDocument/2006/relationships/notesSlide" Target="/ppt/notesSlides/notesSlide90.xml" Id="R55d13603746b4a9b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55240662a441a" /><Relationship Type="http://schemas.openxmlformats.org/officeDocument/2006/relationships/notesSlide" Target="/ppt/notesSlides/notesSlide91.xml" Id="R7e4fccaa951e4bde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0e49bc390456b" /><Relationship Type="http://schemas.openxmlformats.org/officeDocument/2006/relationships/notesSlide" Target="/ppt/notesSlides/notesSlide92.xml" Id="R7f8f90ae0ce74d16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dcb84c1a3478b" /><Relationship Type="http://schemas.openxmlformats.org/officeDocument/2006/relationships/notesSlide" Target="/ppt/notesSlides/notesSlide93.xml" Id="R81b67b3e7b984a1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a57aa5d0041d9" /><Relationship Type="http://schemas.openxmlformats.org/officeDocument/2006/relationships/notesSlide" Target="/ppt/notesSlides/notesSlide94.xml" Id="R67678bce3f484b48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13fc8710e47a3" /><Relationship Type="http://schemas.openxmlformats.org/officeDocument/2006/relationships/notesSlide" Target="/ppt/notesSlides/notesSlide95.xml" Id="Rfbf6d27c58e649e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622098ffc44ed" /><Relationship Type="http://schemas.openxmlformats.org/officeDocument/2006/relationships/notesSlide" Target="/ppt/notesSlides/notesSlide96.xml" Id="Rbc05de035ded47be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069ef05854955" /><Relationship Type="http://schemas.openxmlformats.org/officeDocument/2006/relationships/notesSlide" Target="/ppt/notesSlides/notesSlide97.xml" Id="R0e886ab2a2114b7b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21acddd794fea" /><Relationship Type="http://schemas.openxmlformats.org/officeDocument/2006/relationships/image" Target="/ppt/media/image8.png" Id="R42a2239e8294419e" /><Relationship Type="http://schemas.openxmlformats.org/officeDocument/2006/relationships/notesSlide" Target="/ppt/notesSlides/notesSlide98.xml" Id="R46a6c68c01b1466e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075f5cba44113" /><Relationship Type="http://schemas.openxmlformats.org/officeDocument/2006/relationships/notesSlide" Target="/ppt/notesSlides/notesSlide99.xml" Id="Rda892b125a96466f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3ca85f8d84d4e" /><Relationship Type="http://schemas.openxmlformats.org/officeDocument/2006/relationships/notesSlide" Target="/ppt/notesSlides/notesSlide100.xml" Id="Rfd84b320002b45ac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acf07b4f04f39" /><Relationship Type="http://schemas.openxmlformats.org/officeDocument/2006/relationships/notesSlide" Target="/ppt/notesSlides/notesSlide101.xml" Id="R494e8b4acf804ac2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ea5d388924d1d" /><Relationship Type="http://schemas.openxmlformats.org/officeDocument/2006/relationships/notesSlide" Target="/ppt/notesSlides/notesSlide102.xml" Id="R3089831353be40c5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5b6e015674f37" /><Relationship Type="http://schemas.openxmlformats.org/officeDocument/2006/relationships/notesSlide" Target="/ppt/notesSlides/notesSlide103.xml" Id="R7e66d6a12e0445c1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e1ef2037241e1" /><Relationship Type="http://schemas.openxmlformats.org/officeDocument/2006/relationships/notesSlide" Target="/ppt/notesSlides/notesSlide104.xml" Id="Rd42c8237dbe34f0a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52fb385aa4730" /><Relationship Type="http://schemas.openxmlformats.org/officeDocument/2006/relationships/notesSlide" Target="/ppt/notesSlides/notesSlide105.xml" Id="Rfb808ef96a79468b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c6d6f7d464fa8" /><Relationship Type="http://schemas.openxmlformats.org/officeDocument/2006/relationships/notesSlide" Target="/ppt/notesSlides/notesSlide106.xml" Id="R53e782eda4be44ae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9fcbd6848425d" /><Relationship Type="http://schemas.openxmlformats.org/officeDocument/2006/relationships/notesSlide" Target="/ppt/notesSlides/notesSlide107.xml" Id="Ra9ba07716060426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7886c26cc4b05" /><Relationship Type="http://schemas.openxmlformats.org/officeDocument/2006/relationships/notesSlide" Target="/ppt/notesSlides/notesSlide108.xml" Id="Rf2b1ef412fa84d20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9e3fcc607412e" /><Relationship Type="http://schemas.openxmlformats.org/officeDocument/2006/relationships/notesSlide" Target="/ppt/notesSlides/notesSlide109.xml" Id="R5b6e487fdb644519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c6e1be74f4296" /><Relationship Type="http://schemas.openxmlformats.org/officeDocument/2006/relationships/notesSlide" Target="/ppt/notesSlides/notesSlide110.xml" Id="R0c277ae4b97d4aa8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faf1f7ae5448f" /><Relationship Type="http://schemas.openxmlformats.org/officeDocument/2006/relationships/notesSlide" Target="/ppt/notesSlides/notesSlide111.xml" Id="R024221a01d564f97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86a3e519a41d7" /><Relationship Type="http://schemas.openxmlformats.org/officeDocument/2006/relationships/image" Target="/ppt/media/image9.png" Id="Rc64477a4d98e4022" /><Relationship Type="http://schemas.openxmlformats.org/officeDocument/2006/relationships/notesSlide" Target="/ppt/notesSlides/notesSlide112.xml" Id="R1832df19cf1e4818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166639c234190" /><Relationship Type="http://schemas.openxmlformats.org/officeDocument/2006/relationships/notesSlide" Target="/ppt/notesSlides/notesSlide113.xml" Id="Rf7563a8488864418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c17cd00bd43b6" /><Relationship Type="http://schemas.openxmlformats.org/officeDocument/2006/relationships/notesSlide" Target="/ppt/notesSlides/notesSlide114.xml" Id="Rf4349e5c4b644055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308a7030d41bf" /><Relationship Type="http://schemas.openxmlformats.org/officeDocument/2006/relationships/notesSlide" Target="/ppt/notesSlides/notesSlide115.xml" Id="R906b9a933c074fc3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011b6cffd4276" /><Relationship Type="http://schemas.openxmlformats.org/officeDocument/2006/relationships/notesSlide" Target="/ppt/notesSlides/notesSlide116.xml" Id="R9589305303e94c7a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1a0f16b544928" /><Relationship Type="http://schemas.openxmlformats.org/officeDocument/2006/relationships/notesSlide" Target="/ppt/notesSlides/notesSlide117.xml" Id="R280abd6b29664401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df84c2fec4447" /><Relationship Type="http://schemas.openxmlformats.org/officeDocument/2006/relationships/notesSlide" Target="/ppt/notesSlides/notesSlide118.xml" Id="R999650c020d74b58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73c04fb7e4da6" /><Relationship Type="http://schemas.openxmlformats.org/officeDocument/2006/relationships/notesSlide" Target="/ppt/notesSlides/notesSlide119.xml" Id="Rf0eb73134fd54dae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dffd0aeab4c02" /><Relationship Type="http://schemas.openxmlformats.org/officeDocument/2006/relationships/notesSlide" Target="/ppt/notesSlides/notesSlide120.xml" Id="R6afde6bfbc0c43ba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9b013110b4219" /><Relationship Type="http://schemas.openxmlformats.org/officeDocument/2006/relationships/notesSlide" Target="/ppt/notesSlides/notesSlide121.xml" Id="R52958f64d7ae476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7fcfa045a4b07" /><Relationship Type="http://schemas.openxmlformats.org/officeDocument/2006/relationships/notesSlide" Target="/ppt/notesSlides/notesSlide122.xml" Id="R2ad9009378944ce3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b0d88a5124031" /><Relationship Type="http://schemas.openxmlformats.org/officeDocument/2006/relationships/notesSlide" Target="/ppt/notesSlides/notesSlide123.xml" Id="R588416a2bd4e4c1f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084f7ef054fb5" /><Relationship Type="http://schemas.openxmlformats.org/officeDocument/2006/relationships/notesSlide" Target="/ppt/notesSlides/notesSlide124.xml" Id="R65495baa47994fdd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23de2d1f040f6" /><Relationship Type="http://schemas.openxmlformats.org/officeDocument/2006/relationships/notesSlide" Target="/ppt/notesSlides/notesSlide125.xml" Id="R334da55ff1db4ac6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2397b15a444cf" /><Relationship Type="http://schemas.openxmlformats.org/officeDocument/2006/relationships/notesSlide" Target="/ppt/notesSlides/notesSlide126.xml" Id="Re3bfd117c0244438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7577437924b16" /><Relationship Type="http://schemas.openxmlformats.org/officeDocument/2006/relationships/image" Target="/ppt/media/image10.png" Id="R7283fd9b1f114362" /><Relationship Type="http://schemas.openxmlformats.org/officeDocument/2006/relationships/notesSlide" Target="/ppt/notesSlides/notesSlide127.xml" Id="Red391cf724ca4c68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c0894af8346a7" /><Relationship Type="http://schemas.openxmlformats.org/officeDocument/2006/relationships/notesSlide" Target="/ppt/notesSlides/notesSlide128.xml" Id="Ra63bbb2b33974ad3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6fbeeff7e4dc1" /><Relationship Type="http://schemas.openxmlformats.org/officeDocument/2006/relationships/notesSlide" Target="/ppt/notesSlides/notesSlide129.xml" Id="R6c7feccf02454f53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fa25fe6a34b17" /><Relationship Type="http://schemas.openxmlformats.org/officeDocument/2006/relationships/notesSlide" Target="/ppt/notesSlides/notesSlide130.xml" Id="R374ac96f484a4548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9a55af66b442a" /><Relationship Type="http://schemas.openxmlformats.org/officeDocument/2006/relationships/notesSlide" Target="/ppt/notesSlides/notesSlide131.xml" Id="R6d0e67829af44238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cee2b03844015" /><Relationship Type="http://schemas.openxmlformats.org/officeDocument/2006/relationships/notesSlide" Target="/ppt/notesSlides/notesSlide132.xml" Id="R20b3edf1780348b4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462f94ae24696" /><Relationship Type="http://schemas.openxmlformats.org/officeDocument/2006/relationships/notesSlide" Target="/ppt/notesSlides/notesSlide133.xml" Id="R80d20fea8237490c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794491a5c40e9" /><Relationship Type="http://schemas.openxmlformats.org/officeDocument/2006/relationships/notesSlide" Target="/ppt/notesSlides/notesSlide134.xml" Id="Rc7b19bf1336c40e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ff83be19c4b31" /><Relationship Type="http://schemas.openxmlformats.org/officeDocument/2006/relationships/notesSlide" Target="/ppt/notesSlides/notesSlide135.xml" Id="Rc89c67c874834f58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f1aa48107470a" /><Relationship Type="http://schemas.openxmlformats.org/officeDocument/2006/relationships/notesSlide" Target="/ppt/notesSlides/notesSlide136.xml" Id="R7094e964b84b415f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7588111404e62" /><Relationship Type="http://schemas.openxmlformats.org/officeDocument/2006/relationships/notesSlide" Target="/ppt/notesSlides/notesSlide137.xml" Id="R00cc0c04d5d84c17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db05ba72145ca" /><Relationship Type="http://schemas.openxmlformats.org/officeDocument/2006/relationships/notesSlide" Target="/ppt/notesSlides/notesSlide138.xml" Id="R2d289221d1fc498e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3dd64184458d" /><Relationship Type="http://schemas.openxmlformats.org/officeDocument/2006/relationships/notesSlide" Target="/ppt/notesSlides/notesSlide139.xml" Id="R95d23b3525a54470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a552fb8774f40" /><Relationship Type="http://schemas.openxmlformats.org/officeDocument/2006/relationships/notesSlide" Target="/ppt/notesSlides/notesSlide140.xml" Id="Raadbb1d508ed4af6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8cf0795654982" /><Relationship Type="http://schemas.openxmlformats.org/officeDocument/2006/relationships/notesSlide" Target="/ppt/notesSlides/notesSlide141.xml" Id="R2956da6e7a404148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cdf6327db49b7" /><Relationship Type="http://schemas.openxmlformats.org/officeDocument/2006/relationships/notesSlide" Target="/ppt/notesSlides/notesSlide142.xml" Id="Rde35bb8100124dbc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29af2c475435a" /><Relationship Type="http://schemas.openxmlformats.org/officeDocument/2006/relationships/notesSlide" Target="/ppt/notesSlides/notesSlide143.xml" Id="Rd2c35d23903e40d8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c49f2194147aa" /><Relationship Type="http://schemas.openxmlformats.org/officeDocument/2006/relationships/image" Target="/ppt/media/image11.png" Id="Rea75ba718e4e4517" /><Relationship Type="http://schemas.openxmlformats.org/officeDocument/2006/relationships/notesSlide" Target="/ppt/notesSlides/notesSlide144.xml" Id="Rbdc98a2490b946ee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25ca4755a471a" /><Relationship Type="http://schemas.openxmlformats.org/officeDocument/2006/relationships/notesSlide" Target="/ppt/notesSlides/notesSlide145.xml" Id="R137d4373157b4ff0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31a47a19f4914" /><Relationship Type="http://schemas.openxmlformats.org/officeDocument/2006/relationships/notesSlide" Target="/ppt/notesSlides/notesSlide146.xml" Id="R69431d633c93465e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df69bc7454545" /><Relationship Type="http://schemas.openxmlformats.org/officeDocument/2006/relationships/notesSlide" Target="/ppt/notesSlides/notesSlide147.xml" Id="R3c70c3a39fcc4ec3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c016b544147be" /><Relationship Type="http://schemas.openxmlformats.org/officeDocument/2006/relationships/notesSlide" Target="/ppt/notesSlides/notesSlide148.xml" Id="R048f3af30b154db4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56d834fd14b14" /><Relationship Type="http://schemas.openxmlformats.org/officeDocument/2006/relationships/notesSlide" Target="/ppt/notesSlides/notesSlide149.xml" Id="Raaff6c89ab2c4373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efc25f31c4809" /><Relationship Type="http://schemas.openxmlformats.org/officeDocument/2006/relationships/notesSlide" Target="/ppt/notesSlides/notesSlide150.xml" Id="R9f9f35c924e94ba0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6998c36b644b2" /><Relationship Type="http://schemas.openxmlformats.org/officeDocument/2006/relationships/notesSlide" Target="/ppt/notesSlides/notesSlide151.xml" Id="R2dc68c53815b4b1a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0e01c49f34d43" /><Relationship Type="http://schemas.openxmlformats.org/officeDocument/2006/relationships/notesSlide" Target="/ppt/notesSlides/notesSlide152.xml" Id="Reb4b25baec004b42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d33d7b6c34e8d" /><Relationship Type="http://schemas.openxmlformats.org/officeDocument/2006/relationships/notesSlide" Target="/ppt/notesSlides/notesSlide153.xml" Id="R395d79e18121438f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d159179a74158" /><Relationship Type="http://schemas.openxmlformats.org/officeDocument/2006/relationships/notesSlide" Target="/ppt/notesSlides/notesSlide154.xml" Id="R34d046a1abf84e7a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4d4bdad46407f" /><Relationship Type="http://schemas.openxmlformats.org/officeDocument/2006/relationships/notesSlide" Target="/ppt/notesSlides/notesSlide155.xml" Id="Rf0327cbc29bb4c63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9d2cc0086409f" /><Relationship Type="http://schemas.openxmlformats.org/officeDocument/2006/relationships/notesSlide" Target="/ppt/notesSlides/notesSlide156.xml" Id="R5259b380bc0c4711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87545b820498d" /><Relationship Type="http://schemas.openxmlformats.org/officeDocument/2006/relationships/notesSlide" Target="/ppt/notesSlides/notesSlide157.xml" Id="R6fa3e766a3ed46a3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00d2fc3b14499" /><Relationship Type="http://schemas.openxmlformats.org/officeDocument/2006/relationships/notesSlide" Target="/ppt/notesSlides/notesSlide158.xml" Id="R9b3ee6c9a44a4f09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bdb1da5db4bdf" /><Relationship Type="http://schemas.openxmlformats.org/officeDocument/2006/relationships/notesSlide" Target="/ppt/notesSlides/notesSlide159.xml" Id="R7f63570da5c44887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663d3931a4125" /><Relationship Type="http://schemas.openxmlformats.org/officeDocument/2006/relationships/notesSlide" Target="/ppt/notesSlides/notesSlide160.xml" Id="R78422582843a4121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9bb48572a409a" /><Relationship Type="http://schemas.openxmlformats.org/officeDocument/2006/relationships/notesSlide" Target="/ppt/notesSlides/notesSlide161.xml" Id="R537a422e5fe74f52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5aeb480fc4ca9" /><Relationship Type="http://schemas.openxmlformats.org/officeDocument/2006/relationships/notesSlide" Target="/ppt/notesSlides/notesSlide162.xml" Id="Rb3bbbec6870348b6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2a2cdcc4942d9" /><Relationship Type="http://schemas.openxmlformats.org/officeDocument/2006/relationships/image" Target="/ppt/media/image12.png" Id="R4078e040abb64777" /><Relationship Type="http://schemas.openxmlformats.org/officeDocument/2006/relationships/notesSlide" Target="/ppt/notesSlides/notesSlide163.xml" Id="R2cc54e35186d414b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753b17464479b" /><Relationship Type="http://schemas.openxmlformats.org/officeDocument/2006/relationships/notesSlide" Target="/ppt/notesSlides/notesSlide164.xml" Id="R7e1e6911cc684472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77724783349fe" /><Relationship Type="http://schemas.openxmlformats.org/officeDocument/2006/relationships/notesSlide" Target="/ppt/notesSlides/notesSlide165.xml" Id="Rd51e11c12e514661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800922d814503" /><Relationship Type="http://schemas.openxmlformats.org/officeDocument/2006/relationships/notesSlide" Target="/ppt/notesSlides/notesSlide166.xml" Id="Rec7fd1776fe54e13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4032387d34d3b" /><Relationship Type="http://schemas.openxmlformats.org/officeDocument/2006/relationships/notesSlide" Target="/ppt/notesSlides/notesSlide167.xml" Id="R0167cd1ddaf84197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32f341284431e" /><Relationship Type="http://schemas.openxmlformats.org/officeDocument/2006/relationships/notesSlide" Target="/ppt/notesSlides/notesSlide168.xml" Id="Ra796da8b9b1c4648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181c55a934cf8" /><Relationship Type="http://schemas.openxmlformats.org/officeDocument/2006/relationships/notesSlide" Target="/ppt/notesSlides/notesSlide169.xml" Id="Ra395ef3748ec4a8c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12394a40d42e4" /><Relationship Type="http://schemas.openxmlformats.org/officeDocument/2006/relationships/notesSlide" Target="/ppt/notesSlides/notesSlide170.xml" Id="R948da5beb7734ae0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8891728e04816" /><Relationship Type="http://schemas.openxmlformats.org/officeDocument/2006/relationships/image" Target="/ppt/media/image13.png" Id="Rddba4493aa6c49e7" /><Relationship Type="http://schemas.openxmlformats.org/officeDocument/2006/relationships/notesSlide" Target="/ppt/notesSlides/notesSlide171.xml" Id="Rba62a7c1b67d490c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2df0caea44908" /><Relationship Type="http://schemas.openxmlformats.org/officeDocument/2006/relationships/notesSlide" Target="/ppt/notesSlides/notesSlide172.xml" Id="R054a88fcb5d4491a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166c0fc9f4e82" /><Relationship Type="http://schemas.openxmlformats.org/officeDocument/2006/relationships/notesSlide" Target="/ppt/notesSlides/notesSlide173.xml" Id="R55dfa7d79db84577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6edaf63034e84" /><Relationship Type="http://schemas.openxmlformats.org/officeDocument/2006/relationships/notesSlide" Target="/ppt/notesSlides/notesSlide174.xml" Id="R8cad924d90df46bf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fbd75e7d94518" /><Relationship Type="http://schemas.openxmlformats.org/officeDocument/2006/relationships/notesSlide" Target="/ppt/notesSlides/notesSlide175.xml" Id="Rb2917d05d7f64926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fbca25ef24fe6" /><Relationship Type="http://schemas.openxmlformats.org/officeDocument/2006/relationships/notesSlide" Target="/ppt/notesSlides/notesSlide176.xml" Id="Ra5635186b90b4fe5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04be018ee4046" /><Relationship Type="http://schemas.openxmlformats.org/officeDocument/2006/relationships/notesSlide" Target="/ppt/notesSlides/notesSlide177.xml" Id="R4138b8c5925d4a82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4009d164441d2" /><Relationship Type="http://schemas.openxmlformats.org/officeDocument/2006/relationships/notesSlide" Target="/ppt/notesSlides/notesSlide178.xml" Id="R03c43312e1c4404e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72986119a4d34" /><Relationship Type="http://schemas.openxmlformats.org/officeDocument/2006/relationships/notesSlide" Target="/ppt/notesSlides/notesSlide179.xml" Id="R3bd9007ea16442db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bf389b7a240ad" /><Relationship Type="http://schemas.openxmlformats.org/officeDocument/2006/relationships/notesSlide" Target="/ppt/notesSlides/notesSlide180.xml" Id="Rf7696f99d874415c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80e682deb4601" /><Relationship Type="http://schemas.openxmlformats.org/officeDocument/2006/relationships/notesSlide" Target="/ppt/notesSlides/notesSlide181.xml" Id="Ref3814fe15324492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e007c847645ce" /><Relationship Type="http://schemas.openxmlformats.org/officeDocument/2006/relationships/notesSlide" Target="/ppt/notesSlides/notesSlide182.xml" Id="Ra25accb8d4334ec0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41d7447ad476b" /><Relationship Type="http://schemas.openxmlformats.org/officeDocument/2006/relationships/notesSlide" Target="/ppt/notesSlides/notesSlide183.xml" Id="R6d3c032416b44af0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7b3a87cf54ea6" /><Relationship Type="http://schemas.openxmlformats.org/officeDocument/2006/relationships/notesSlide" Target="/ppt/notesSlides/notesSlide184.xml" Id="R720bf34100bf403e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191434d844c16" /><Relationship Type="http://schemas.openxmlformats.org/officeDocument/2006/relationships/notesSlide" Target="/ppt/notesSlides/notesSlide185.xml" Id="R7ace811eefc64eab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912223afc417f" /><Relationship Type="http://schemas.openxmlformats.org/officeDocument/2006/relationships/notesSlide" Target="/ppt/notesSlides/notesSlide186.xml" Id="Ra37cf324b6dd4ed3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c1f2283684263" /><Relationship Type="http://schemas.openxmlformats.org/officeDocument/2006/relationships/notesSlide" Target="/ppt/notesSlides/notesSlide187.xml" Id="R3ffce3ddf4444ef3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e6ec61fc64c85" /><Relationship Type="http://schemas.openxmlformats.org/officeDocument/2006/relationships/notesSlide" Target="/ppt/notesSlides/notesSlide188.xml" Id="R2d68683295a14a45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513197da242b7" /><Relationship Type="http://schemas.openxmlformats.org/officeDocument/2006/relationships/notesSlide" Target="/ppt/notesSlides/notesSlide189.xml" Id="R4e2759de37e2433e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e46112f124711" /><Relationship Type="http://schemas.openxmlformats.org/officeDocument/2006/relationships/notesSlide" Target="/ppt/notesSlides/notesSlide190.xml" Id="Rfea54ec4fef54be9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6d82a34864e1e" /><Relationship Type="http://schemas.openxmlformats.org/officeDocument/2006/relationships/notesSlide" Target="/ppt/notesSlides/notesSlide191.xml" Id="R0141c337fdc34e05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43740efd2427c" /><Relationship Type="http://schemas.openxmlformats.org/officeDocument/2006/relationships/notesSlide" Target="/ppt/notesSlides/notesSlide192.xml" Id="R21f617f94bea4a48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700e74f084b90" /><Relationship Type="http://schemas.openxmlformats.org/officeDocument/2006/relationships/notesSlide" Target="/ppt/notesSlides/notesSlide193.xml" Id="Rd2d8b96e624444e9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a2025f4ae4a30" /><Relationship Type="http://schemas.openxmlformats.org/officeDocument/2006/relationships/notesSlide" Target="/ppt/notesSlides/notesSlide194.xml" Id="R03a9544d43f144b0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2ea902bab41ad" /><Relationship Type="http://schemas.openxmlformats.org/officeDocument/2006/relationships/notesSlide" Target="/ppt/notesSlides/notesSlide195.xml" Id="R871e65043755456a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41bdfb45f4bf9" /><Relationship Type="http://schemas.openxmlformats.org/officeDocument/2006/relationships/image" Target="/ppt/media/image14.png" Id="Rce3478a725494da7" /><Relationship Type="http://schemas.openxmlformats.org/officeDocument/2006/relationships/notesSlide" Target="/ppt/notesSlides/notesSlide196.xml" Id="Rba22d1d2753d4039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49b7d9a524ebd" /><Relationship Type="http://schemas.openxmlformats.org/officeDocument/2006/relationships/notesSlide" Target="/ppt/notesSlides/notesSlide197.xml" Id="Ra688498d55904d67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863405fb74c3c" /><Relationship Type="http://schemas.openxmlformats.org/officeDocument/2006/relationships/notesSlide" Target="/ppt/notesSlides/notesSlide198.xml" Id="Ra3c4f29108e44900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858fea22a4003" /><Relationship Type="http://schemas.openxmlformats.org/officeDocument/2006/relationships/notesSlide" Target="/ppt/notesSlides/notesSlide199.xml" Id="Re9ed399a7d4f4e41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85f2c7c194749" /><Relationship Type="http://schemas.openxmlformats.org/officeDocument/2006/relationships/notesSlide" Target="/ppt/notesSlides/notesSlide200.xml" Id="R6afcea3cd26843c9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ad509e0be42c0" /><Relationship Type="http://schemas.openxmlformats.org/officeDocument/2006/relationships/notesSlide" Target="/ppt/notesSlides/notesSlide201.xml" Id="R677e87e8138c44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C69C03-A4E0-4A67-863A-D74EBDF5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5.6 클라이언트</a:t>
            </a:r>
          </a:p>
        </p:txBody>
      </p:sp>
      <p:sp>
        <p:nvSpPr>
          <p:cNvPr id="2" name="cover-230">
            <a:extLst xmlns:a="http://schemas.openxmlformats.org/drawingml/2006/main">
              <a:ext uri="{FF2B5EF4-FFF2-40B4-BE49-F238E27FC236}">
                <a16:creationId xmlns:a16="http://schemas.microsoft.com/office/drawing/2014/main" id="{0295FA7B-0D7F-4423-9E3D-F6FA85B9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03권  Drive Integration</a:t>
            </a:r>
          </a:p>
        </p:txBody>
      </p:sp>
      <p:sp>
        <p:nvSpPr>
          <p:cNvPr id="3" name="cover-313.28">
            <a:extLst xmlns:a="http://schemas.openxmlformats.org/drawingml/2006/main">
              <a:ext uri="{FF2B5EF4-FFF2-40B4-BE49-F238E27FC236}">
                <a16:creationId xmlns:a16="http://schemas.microsoft.com/office/drawing/2014/main" id="{77A61FBE-6DCD-49DC-8D9A-5B40BE2C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3992"/>
            <a:ext cx="10191750" cy="967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 입력부터 화면·소리·기록까지, 사용 이유와 실제 코드로 배우는</a:t>
            </a:r>
          </a:p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14수업</a:t>
            </a:r>
          </a:p>
        </p:txBody>
      </p:sp>
      <p:sp>
        <p:nvSpPr>
          <p:cNvPr id="4" name="cover-444.84">
            <a:extLst xmlns:a="http://schemas.openxmlformats.org/drawingml/2006/main">
              <a:ext uri="{FF2B5EF4-FFF2-40B4-BE49-F238E27FC236}">
                <a16:creationId xmlns:a16="http://schemas.microsoft.com/office/drawing/2014/main" id="{DC91F548-9CC8-4AFD-B4E9-70A77D68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7101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단원별 해설과 소스코드 실습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CE464C2-05B5-48EA-8387-B25CD827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1 / 201</a:t>
            </a:r>
          </a:p>
        </p:txBody>
      </p:sp>
    </p:spTree>
    <p:extLst>
      <p:ext uri="{BB962C8B-B14F-4D97-AF65-F5344CB8AC3E}">
        <p14:creationId xmlns:p14="http://schemas.microsoft.com/office/powerpoint/2010/main" val="653305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D603FC5-0AAB-4216-81B9-5344F4F4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학습과 확인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FE0D119-C328-40A5-85BB-E0EADB7C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 단원은 먼저 실제 운전·통신 문제를 제시합니다. 왜 그 문제가 생기며 어떤 개념이 해결에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필요한지 확인한 뒤 코드를 읽습니다. 사용 목적과 핵심 해설은 슬라이드 본문에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128C56A-E5A1-4504-8767-E176AEE8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 페이지의 경로와 줄 번호는 현재 소스의 연속 구간을 가리킵니다. 바로 다음 풀이에서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입력, 조건, 상태 변경과 결과를 연결합니다. 교육용 계산은 실제 설정값·측정값과 구분합니다.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9A95B10-F0B0-47CB-96A5-E151F715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문제는 답을 보지 않고 먼저 풀어 보세요. 결과 숫자뿐 아니라 왜 그 분기를 선택했는지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설명해야 합니다. 틀린 경우 같은 단원의 예시와 코드 풀이를 다시 읽고 다음 단원으로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넘어갑니다.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14A9B32-0795-4BE1-95A4-8A3A0370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799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목차의 시작 쪽과 각 장의 학습 순서로 현재 위치를 찾습니다. HTML 교재에는 장·단원별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바로가기와 같은 본문이 있습니다. 노트의 추가 설명은 보충 자료이므로 본문만으로도 핵심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수업을 따라갈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6B71620-AF17-4602-B0F1-DFB41523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2 / 201</a:t>
            </a:r>
          </a:p>
        </p:txBody>
      </p:sp>
    </p:spTree>
    <p:extLst>
      <p:ext uri="{BB962C8B-B14F-4D97-AF65-F5344CB8AC3E}">
        <p14:creationId xmlns:p14="http://schemas.microsoft.com/office/powerpoint/2010/main" val="284073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3A27338-E3BE-4B2E-9C2B-7B74E107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1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BABD118-4C98-43D1-84E8-A8F905D6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1장 차가 움직이는 역할과 공간 · 6쪽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W를 눌렀을 때 누가 입력을 받고 누가 이동 결과를 결정하는지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F73FCB5-A96B-491B-BFCC-D40617E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Play 시작과 운전 명령 만들기 · 31쪽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플레이 수명에 맞춰 객체를 준비하고 W·S·조향을 명령으로 해석합니다.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CF035EE-39F6-48B0-AD76-5BAFE03D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서버와 같은 실행을 공유하기 · 68쪽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 전달과 실행 정체성 검사를 통해 다른 맵·과거 Play 상태의 혼입을 막습니다.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F495FCC-2528-4A88-A40B-A293FDE1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3 / 201</a:t>
            </a:r>
          </a:p>
        </p:txBody>
      </p:sp>
    </p:spTree>
    <p:extLst>
      <p:ext uri="{BB962C8B-B14F-4D97-AF65-F5344CB8AC3E}">
        <p14:creationId xmlns:p14="http://schemas.microsoft.com/office/powerpoint/2010/main" val="912924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8DC7A72-B560-46DE-86C5-C2505696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2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657E61C-AF06-4067-B850-F1F02F86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4장 늦게 온 상태로 화면 그리기 · 92쪽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프레임·수신·시뮬레이션 시간을 배운 뒤 제한된 예측과 좌표 변환을 적용합니다.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CAC8F0F-830F-4375-A769-7D5283F9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도로와 차량 구조를 표현하기 · 123쪽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계산 결과와 Unreal의 지면 측정·차체·운전자·휠 표시 사이의 책임을 연결합니다.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7207CC5-93AD-4DCE-BB04-FF94BED9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운전자가 보고 듣는 정보 · 153쪽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운전 시야를 확보하고 차량 상태를 카메라·계기판·소리·램프로 전달합니다.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CD97926-F82B-49C0-866D-BD368715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4 / 201</a:t>
            </a:r>
          </a:p>
        </p:txBody>
      </p:sp>
    </p:spTree>
    <p:extLst>
      <p:ext uri="{BB962C8B-B14F-4D97-AF65-F5344CB8AC3E}">
        <p14:creationId xmlns:p14="http://schemas.microsoft.com/office/powerpoint/2010/main" val="1701921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9AE3E4-161E-4B10-9E11-B0C05DA6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3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CFDBABF-C57D-4D50-9AD6-5FCEB9C2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7장 관찰을 근거로 남기기 · 185쪽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기록 재생과 검사를 이용해 이해한 기능과 현재 한계를 설명합니다.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9DEEFB9-4D0F-4F39-8BB4-53A4F2CB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5 / 201</a:t>
            </a:r>
          </a:p>
        </p:txBody>
      </p:sp>
    </p:spTree>
    <p:extLst>
      <p:ext uri="{BB962C8B-B14F-4D97-AF65-F5344CB8AC3E}">
        <p14:creationId xmlns:p14="http://schemas.microsoft.com/office/powerpoint/2010/main" val="11999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5725845-73E1-4FCE-9865-011BC98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1장 차가 움직이는 역할과 공간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2632FC5-4C8E-460D-AFA1-B26B3CE3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W를 눌렀을 때 누가 입력을 받고 누가 이동 결과를 결정하는지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BE5BBC4-F05E-44E4-8781-355BB322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변수와 함수 호출을 읽을 수 있으면 시작할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C70D300-3C40-43C0-B864-49B92126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명령과 결과의 왕복을 설명합니다. Pawn과 컴포넌트의 부착 관계를 읽습니다.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1C8584E-4E08-44E7-A6A3-8310463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2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차 한 대의 역할도와 부품 관계도를 설명할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3CF2BF2-0CF7-4221-BADB-17BD90BD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   6 / 201</a:t>
            </a:r>
          </a:p>
        </p:txBody>
      </p:sp>
    </p:spTree>
    <p:extLst>
      <p:ext uri="{BB962C8B-B14F-4D97-AF65-F5344CB8AC3E}">
        <p14:creationId xmlns:p14="http://schemas.microsoft.com/office/powerpoint/2010/main" val="925976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4A2EFAE-3BC4-4C17-A4E9-F4BC9CD9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4576B8D-4427-409C-A640-FE97942A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L01 W를 눌렀는데 누가 차를 움직이나요? · 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명령이 서버로 가고 결과가 Pawn에 돌아오는 흐름을 여덟 지점으로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C14AE15-8B30-4488-B12A-FB197F53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L02 차체와 바퀴가 함께 움직이는 구조 · 20쪽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Actor·Pawn·Component, 로컬·월드, UObject 참조의 역할을 실제 선언과 연결합니다.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66FD9F7-68FA-46B6-9544-0AAE4893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   7 / 201</a:t>
            </a:r>
          </a:p>
        </p:txBody>
      </p:sp>
    </p:spTree>
    <p:extLst>
      <p:ext uri="{BB962C8B-B14F-4D97-AF65-F5344CB8AC3E}">
        <p14:creationId xmlns:p14="http://schemas.microsoft.com/office/powerpoint/2010/main" val="1501434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E8FFB61-283E-45D1-A66E-EF6AFC17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W를 눌렀는데 누가 차를 움직이나요?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03EDF27-C8F6-4D0E-B4C8-CF15A5B7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W를 누른 뒤 차가 늦게 움직이면 입력·서버·화면 중 어디를 확인해야 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539FB91-7756-4F6E-A5BF-0F3FFFBC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담당 경계를 모르면 화면 오차를 물리 수식으로 고치거나 서버 문제를 메시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위치로 가리게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B20BAB3-0FCB-429B-842C-9FE264B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명령이 서버로 가고 결과가 Pawn에 돌아오는 흐름을 여덟 지점으로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397235A-42AF-47F1-AB15-390D47A5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변수에 값을 저장하고 함수를 호출한다는 개념만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4828AC3-EE89-4953-8C1C-94F083E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8 / 201</a:t>
            </a:r>
          </a:p>
        </p:txBody>
      </p:sp>
    </p:spTree>
    <p:extLst>
      <p:ext uri="{BB962C8B-B14F-4D97-AF65-F5344CB8AC3E}">
        <p14:creationId xmlns:p14="http://schemas.microsoft.com/office/powerpoint/2010/main" val="1652837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748A24-6458-4E52-8353-FC22994B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화면의 자동차와 계산 속 자동차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57EE04B-226B-4B1C-85A9-E8FFE697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W를 누르면 화면의 차가 앞으로 갑니다. 이때 화면에 보이는 메시, 입력을 받는 Pawn, 속도와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충돌을 계산하는 외부 서버를 하나의 물체처럼 생각하기 쉽습니다. 하지만 코드에서는 서로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다른 책임을 맡습니다.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021D0C2-292A-4AE5-B2F7-65BDC1C8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프로젝트에서 Unreal은 운전 의도를 읽고 서버가 계산한 결과를 표시합니다. W를 누른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함수가 차의 위치를 직접 늘리지는 않습니다. 서버는 명령과 현재 운동 상태를 이용해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상태를 만듭니다.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740803A-E7B1-4E71-8085-A6B0649A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차가 안 움직이면 먼저 W 값이 들어왔는지, 명령이 전달됐는지, 결과 상태가 도착했는지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순서대로 질문해야 합니다. 담당을 나누는 이유는 같은 증상에 서로 다른 원인이 있을 수 있기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때문입니다.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E622CB9-8FB8-4741-94CB-100CE0E7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9 / 201</a:t>
            </a:r>
          </a:p>
        </p:txBody>
      </p:sp>
    </p:spTree>
    <p:extLst>
      <p:ext uri="{BB962C8B-B14F-4D97-AF65-F5344CB8AC3E}">
        <p14:creationId xmlns:p14="http://schemas.microsoft.com/office/powerpoint/2010/main" val="113857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3C1014C-883C-4483-92A4-7F85C380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월드의 대상과 입력의 주인을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ED1EB7A-A6D7-4B58-9BE1-7330357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Actor는 월드에 존재하는 대상이고 Pawn은 Controller가 빙의해 제어할 수 있는 Actor입니다.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현재 AExternalVehiclePawn은 APawn을 상속합니다. 상속은 자동차 부품을 붙이는 관계가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아니라 객체가 어떤 종류인지 나타냅니다.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936A2FF-3291-4D41-B860-92A916FB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Controller는 Pawn의 제어 주체입니다. AutoPossessPlayer는 Player0가 플레이어 Pawn을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빙의하게 합니다. 이 입력 연결만으로 외부 서버 운전 권한을 얻지는 않으며 통신 계약도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통과해야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454A802-477F-47CF-958A-36AE1903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ActorComponent는 통신처럼 Actor에 기능을 붙입니다. SceneComponent는 위치·회전·부착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관계도 가집니다. 따라서 통신 컴포넌트와 카메라 부품은 같은 역할이 아닙니다. 다음 수업에서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부착 트리를 읽겠습니다.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00A051D-658C-4ACA-BF57-B28F249B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10 / 201</a:t>
            </a:r>
          </a:p>
        </p:txBody>
      </p:sp>
    </p:spTree>
    <p:extLst>
      <p:ext uri="{BB962C8B-B14F-4D97-AF65-F5344CB8AC3E}">
        <p14:creationId xmlns:p14="http://schemas.microsoft.com/office/powerpoint/2010/main" val="250826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622FFB-2847-4105-92B0-A6E83F3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의도와 결과를 읽는 구별법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담긴 뜻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코드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W를 얼마나 누르는가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ForwardPedalInput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 명령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가속·제동·조향·기어 요구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PendingControl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권위 상태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서버가 확정한 위치·속도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LatestState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샘플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지금 화면에 그릴 위치·회전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FVehiclePresentationSample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228BBA04-BA05-4F21-9CE8-4781F6FD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명령에는 원하는 조작이, 상태에는 계산된 결과가 들어갑니다. 두 값의 역할을 바꿔 사용하면 표시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보정이 물리 계산을 덮어쓸 수 있습니다.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8BC91D3-3B50-43C3-AD37-7D6113F4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11 / 201</a:t>
            </a:r>
          </a:p>
        </p:txBody>
      </p:sp>
    </p:spTree>
    <p:extLst>
      <p:ext uri="{BB962C8B-B14F-4D97-AF65-F5344CB8AC3E}">
        <p14:creationId xmlns:p14="http://schemas.microsoft.com/office/powerpoint/2010/main" val="18382299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553451C-EEBB-4342-B65B-9A4F9055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 입력이 화면에 돌아오는 왕복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d9c97ba1d42cb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61ABEE96-4CD9-4911-A400-275DEAB2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33F09E94-FC53-4DFF-9FCD-214054FF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W는 운전 의도입니다.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클라이언트가 보낸 명령에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담깁니다.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ADC76040-8D01-4E65-92F9-B3A8BA7E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서버는 명령을 검사하고 그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틱의 차량 운동을 계산합니다.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6DE030F9-B5AB-4EBE-9DB0-56F0AB48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813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화면은 수신한 결과 상태를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표시합니다. 송신 완료와 이동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완료는 다릅니다.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3FC4FFCF-01B9-4F13-AAB2-BD00FD8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9D25E78-9B49-4C2B-ACFF-0C79E0C4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12 / 201</a:t>
            </a:r>
          </a:p>
        </p:txBody>
      </p:sp>
    </p:spTree>
    <p:extLst>
      <p:ext uri="{BB962C8B-B14F-4D97-AF65-F5344CB8AC3E}">
        <p14:creationId xmlns:p14="http://schemas.microsoft.com/office/powerpoint/2010/main" val="1559849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FA0D41-39C5-4BDC-B089-82E8E1AC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W 입력이 화면에 돌아오는 왕복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53F9843-54DB-4A30-AE07-0B44888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그림에서 서버로 가는 쪽은 운전 의도이고 Unreal로 돌아오는 쪽은 계산 결과입니다. 이 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방향을 구분하면 “보냈다”와 “움직임을 받았다”가 다른 사건이라는 사실을 기억하기 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0B2ABD8-AA04-4EDB-904D-B0481DC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안에서도 입력 함수와 표시 함수는 떨어져 있습니다. 입력은 최신 명령 보관함을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갱신하고, 표시 함수는 마지막으로 검증된 상태를 읽습니다. 한 번의 키 입력과 한 번의 화면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갱신이 일대일로 대응하지 않습니다.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96BDBEA-91AB-40BB-AF86-991AC3DF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13 / 201</a:t>
            </a:r>
          </a:p>
        </p:txBody>
      </p:sp>
    </p:spTree>
    <p:extLst>
      <p:ext uri="{BB962C8B-B14F-4D97-AF65-F5344CB8AC3E}">
        <p14:creationId xmlns:p14="http://schemas.microsoft.com/office/powerpoint/2010/main" val="7306263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5F3880E-00C1-4946-9D9F-F3F51899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 함수에서 실제로 바꾸는 값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AD43D32-CA5F-4695-A92D-04C712DC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unreal/DriveIntegration/Source/DriveIntegration/ExternalVehiclePawn.cpp:770-774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6186B15-F847-40C4-9733-4461CC7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2E5243B-E7CA-4AC0-9D5C-0D03C245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899136A-C082-47FF-A8F4-733FF5ED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AExternalVehiclePawn::SetThrottle(float Value)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ForwardPedalInput = FMath::Clamp(Value, 0.0f, 1.0f);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PushControl();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B8F178E-C58F-4161-82F9-2A01F660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찾을 함수는 SetThrottle입니다. 위치를 바꾸는 함수가 있는지, 어떤 값을 저장하는지 먼저 읽으세요.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33FCED2-65A4-4072-A124-068F3DB3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14 / 201</a:t>
            </a:r>
          </a:p>
        </p:txBody>
      </p:sp>
    </p:spTree>
    <p:extLst>
      <p:ext uri="{BB962C8B-B14F-4D97-AF65-F5344CB8AC3E}">
        <p14:creationId xmlns:p14="http://schemas.microsoft.com/office/powerpoint/2010/main" val="10183576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19124DF-1166-4D6B-81A2-C8D5E308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SetThrottle 다섯 줄의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F88F117-C6BF-4EBC-A94E-24E00B1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770행의 Value는 입력 축이 전달한 수치입니다. 772행은 그 값을 0~1 사이로 제한해서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ForwardPedalInput에 저장합니다. 키가 눌린 정도를 보관하는 것이며, 미터 단위의 이동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거리를 만드는 줄이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AE7809F-2DDE-4055-9D49-294C7D99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773행의 PushControl은 다른 페달과 조향 상태까지 모아 최종 명령을 해석합니다. 그 결과는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클라이언트의 SetControl로 전달됩니다. 실제 전송은 별도의 송신 조건을 만족할 때 일어나므로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호출을 패킷 한 개와 동일시하지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BBC1797-BD39-45B1-9DA9-242FB4BF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함수에 SetActorLocation이 없다는 점이 중요한 근거입니다. 화면 위치는 서버 결과를 받은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Pawn Tick에서 바뀝니다. 다음 소스를 읽을 때에도 함수 이름보다 읽는 값과 바꾸는 값을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찾아 역할을 판단하세요.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4413A47-9F7E-42E0-8788-EECB00F1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15 / 201</a:t>
            </a:r>
          </a:p>
        </p:txBody>
      </p:sp>
    </p:spTree>
    <p:extLst>
      <p:ext uri="{BB962C8B-B14F-4D97-AF65-F5344CB8AC3E}">
        <p14:creationId xmlns:p14="http://schemas.microsoft.com/office/powerpoint/2010/main" val="3475640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7956F1-4525-4F3F-BA02-5AEE1607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왕복을 따라 읽을 순서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쪽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쪽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DefaultInput의 Throttle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ApplyBinaryMessage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SetThrottle / PushControl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검증된 LatestState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Resolve / SetControl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GetLatestState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BuildVehicleSample / Actor 적용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B7953B69-A7EA-4340-A177-708582DE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행의 함수를 먼저 찾고, 그 함수가 다음 행으로 넘기는 값을 적습니다. 아직 세부 구현을 모두 읽을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필요는 없습니다.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ED208F-A650-4F9E-8AD6-42091EC8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16 / 201</a:t>
            </a:r>
          </a:p>
        </p:txBody>
      </p:sp>
    </p:spTree>
    <p:extLst>
      <p:ext uri="{BB962C8B-B14F-4D97-AF65-F5344CB8AC3E}">
        <p14:creationId xmlns:p14="http://schemas.microsoft.com/office/powerpoint/2010/main" val="1923903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5AC295-BFC4-404B-A1E8-5A4C5497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어느 값이 잘못됐나요?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D57E184-EC6F-4E43-B6A5-08073688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 입력값은 1이고 명령도 서버에 도착했습니다. 서버가 보낸 위치는 변하는데 화면의 차체만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움직이지 않습니다. 입력 함수와 표시 함수 중 어디부터 읽겠습니까?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95CAFBE-B92F-42B6-A71E-19699398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PendingControl과 LatestState 중 “차량이 실제로 어디에 있는가”를 뜻하는 것은 무엇인가요?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답과 함께 이유를 한 문장으로 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A936921-DE84-4712-AD39-81B9B5F0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17 / 201</a:t>
            </a:r>
          </a:p>
        </p:txBody>
      </p:sp>
    </p:spTree>
    <p:extLst>
      <p:ext uri="{BB962C8B-B14F-4D97-AF65-F5344CB8AC3E}">
        <p14:creationId xmlns:p14="http://schemas.microsoft.com/office/powerpoint/2010/main" val="13923852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36B3182-67AC-4448-9036-991C2411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결과를 표시하는 경계를 확인합니다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72600D5-BD9E-4F76-99E6-EF0B8C7E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 위치가 정상적으로 변한다면 Pawn Tick, BuildVehicleSample,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SetActorLocationAndRotation 순서로 표시 경로를 확인합니다. 입력부터 다시 고칠 근거는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아직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E5458DA-97FF-4FCD-8A28-CB6CA7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LatestState가 검증을 거쳐 받은 권위 결과입니다. PendingControl은 원하는 조작이므로 W가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1이어도 벽이나 브레이크 때문에 이동하지 않을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ECB6DD5-0A5F-4084-81BE-5F3BC5E9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화면 담당을 찾았지만 차체·바퀴·카메라가 어떻게 함께 움직이는지는 아직 모릅니다.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수업에서 Pawn을 구성하는 컴포넌트와 부모 기준 위치를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B76F6AB-B88C-42B4-88BE-0148E1A1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18 / 201</a:t>
            </a:r>
          </a:p>
        </p:txBody>
      </p:sp>
    </p:spTree>
    <p:extLst>
      <p:ext uri="{BB962C8B-B14F-4D97-AF65-F5344CB8AC3E}">
        <p14:creationId xmlns:p14="http://schemas.microsoft.com/office/powerpoint/2010/main" val="5728581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BB4DF50-AC19-4E4B-AB79-80641B8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66F019E-BEAC-4747-B7E7-FA1BA86F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명령이 서버로 가고 결과가 Pawn에 돌아오는 흐름을 여덟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지점으로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9D2E0D6-284A-4090-9FEE-7D2999E9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담당 경계를 모르면 화면 오차를 물리 수식으로 고치거나 서버 문제를 메시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위치로 가리게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6AA16EA-3C87-4744-93BD-4FE4EB92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왕복의 화면 담당인 Pawn을 구성하는 부품과 좌표를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7D348A-53D2-4B0C-8FCA-80FA64EF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19 / 201</a:t>
            </a:r>
          </a:p>
        </p:txBody>
      </p:sp>
    </p:spTree>
    <p:extLst>
      <p:ext uri="{BB962C8B-B14F-4D97-AF65-F5344CB8AC3E}">
        <p14:creationId xmlns:p14="http://schemas.microsoft.com/office/powerpoint/2010/main" val="16387973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128E7A4-1330-49B9-B2CB-7272DD58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차체와 바퀴가 함께 움직이는 구조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74BF9D0-16EE-46B2-8111-446D2672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차체를 옮겼는데 바퀴나 카메라가 제자리에 남는다면 무엇이 빠졌을까요?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195789D-F199-4352-A5AA-860EB935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부품 관계와 좌표 기준을 알아야 각 부품을 일관되게 움직이고 안전하게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참조할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E7B2380-0C28-4E5E-9791-65DD45F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Actor·Pawn·Component, 로컬·월드, UObject 참조의 역할을 실제 선언과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5DB43E82-68A1-41FB-9940-CC775FE1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화면 담당 Pawn과 권위 상태 구분이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F6F8A3D-5E03-4A48-93E3-2E3794E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20 / 201</a:t>
            </a:r>
          </a:p>
        </p:txBody>
      </p:sp>
    </p:spTree>
    <p:extLst>
      <p:ext uri="{BB962C8B-B14F-4D97-AF65-F5344CB8AC3E}">
        <p14:creationId xmlns:p14="http://schemas.microsoft.com/office/powerpoint/2010/main" val="18192943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056BFA6-441E-4937-8A71-1F85C8A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부품을 매번 따로 이동시키면 생기는 문제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D1ED329-6C77-43D3-AFA8-04A3D8C3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차가 오른쪽으로 1m 움직일 때 차체뿐 아니라 바퀴, 운전자, 배기구도 함께 이동해야 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모든 부품의 월드 위치를 따로 더하면 하나를 빠뜨리거나 차체 회전까지 반영하지 못할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0F23D6A-3573-446A-B22F-E623C531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컴포넌트 부착 관계는 이 반복 계산의 기준을 공유하게 합니다. PresentationRoot를 기준으로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붙인 부품은 부모 변환을 따라갑니다. 바퀴가 차체에서 얼마나 떨어졌는지는 부품 자신의 상대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위치로 표현합니다.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C064AD8-3234-4735-8647-670CF08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다만 통신 기능에는 공간상의 위치가 필요하지 않습니다. ActorComponent는 기능을 붙이는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기반이고, SceneComponent 계열은 Transform과 부착 관계를 갖습니다. 기능과 공간 부품을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구분하면 객체 구성이 자연스러워집니다.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BBB6A51-9F5D-4B84-BDA9-2CA60A52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21 / 201</a:t>
            </a:r>
          </a:p>
        </p:txBody>
      </p:sp>
    </p:spTree>
    <p:extLst>
      <p:ext uri="{BB962C8B-B14F-4D97-AF65-F5344CB8AC3E}">
        <p14:creationId xmlns:p14="http://schemas.microsoft.com/office/powerpoint/2010/main" val="17167705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3776823-15D3-43D4-AA28-8539689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Pawn과 부품의 역할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dab6e8c2746c8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BD07F0A4-907F-4409-B1EB-89C757C8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885B2BA3-A191-4DD1-AA37-F110023E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Pawn은 입력과 차량의 대표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위치를 연결하는 소유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객체입니다.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0A6C7076-1F6C-424A-BE9F-E2525FA7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차체·바퀴·카메라 부품은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자신이 맡은 표시와 동작을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처리합니다.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3520EB71-1ACB-4866-9DC8-EDD40DE2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위치가 있는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SceneComponent는 부모 기준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변환으로 함께 움직입니다.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99103CE4-4DAB-46F1-899D-9039AF25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D55206F-3611-4837-A162-1E25477F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22 / 201</a:t>
            </a:r>
          </a:p>
        </p:txBody>
      </p:sp>
    </p:spTree>
    <p:extLst>
      <p:ext uri="{BB962C8B-B14F-4D97-AF65-F5344CB8AC3E}">
        <p14:creationId xmlns:p14="http://schemas.microsoft.com/office/powerpoint/2010/main" val="12693333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4B876D-9559-468F-8655-ED4547C3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Pawn과 부품의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38D21BF-9424-43B6-A9D6-D15925FE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Pawn은 플레이어가 빙의하여 제어할 수 있는 Actor입니다. Controller는 제어 주체이고, 차체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Mesh와 카메라, 통신 Component는 Pawn이 사용하는 서로 다른 기능입니다.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55AFC1F-B07B-4F16-A717-0AF709B3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그림은 역할을 보여 주는 개념도입니다. 정확한 부착 부모는 생성자의 SetupAttachment와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SetRootComponent를 확인해야 합니다. 소유 관계와 공간 부착 관계가 항상 같은 말은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E000EEC-3A95-4163-92CE-DC28D65A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23 / 201</a:t>
            </a:r>
          </a:p>
        </p:txBody>
      </p:sp>
    </p:spTree>
    <p:extLst>
      <p:ext uri="{BB962C8B-B14F-4D97-AF65-F5344CB8AC3E}">
        <p14:creationId xmlns:p14="http://schemas.microsoft.com/office/powerpoint/2010/main" val="16377821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2C00E58-BA81-49A4-BB68-21C7AE21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위치를 다른 기준에서 읽기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8727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무엇을 기준으로 하나요?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 전체의 원점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차체의 전체 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/ 상대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부모 컴포넌트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차체 옆의 바퀴 허브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뷰포트의 픽셀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오른쪽 아래 속도계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 벡터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길이와 방향만 표현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속도에는 위치 오프셋을 더하지</a:t>
                      </a:r>
                    </a:p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44977561-4CDA-4BCE-BFE0-5829C9D3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626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숫자만 같아도 기준이 다르면 다른 장소를 뜻합니다. 변수 이름에 기준을 남기는 이유입니다.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8738D91-3D55-42FE-9AE2-703CDAFA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24 / 201</a:t>
            </a:r>
          </a:p>
        </p:txBody>
      </p:sp>
    </p:spTree>
    <p:extLst>
      <p:ext uri="{BB962C8B-B14F-4D97-AF65-F5344CB8AC3E}">
        <p14:creationId xmlns:p14="http://schemas.microsoft.com/office/powerpoint/2010/main" val="1188959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3D9F1B4-8FD2-4428-91BF-A1493AA6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 부품을 만들고 붙이는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7E61A02-AA30-4F9C-9B60-13A3E3D5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unreal/DriveIntegration/Source/DriveIntegration/ExternalVehiclePawn.cpp:34-40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A44F46C-B714-42B5-A2EE-6EDB135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A023FE9-F557-49BC-B405-A9979508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77CECF1E-5B8E-4E9F-9EAA-4ABD8E17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PrimaryActorTick.bCanEverTick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AutoPossessPlayer = EAutoReceiveInput::Player0;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PresentationRoot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CreateDefaultSubobject&lt;USceneComponent&gt;(TEXT("PresentationRoot"));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SetRootComponent(PresentationRoot);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VehicleMesh = CreateDefaultSubobject&lt;UStaticMeshComponent&gt;(TEXT("VehicleMesh"));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VehicleMesh-&gt;SetupAttachment(PresentationRoot);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VehicleMesh-&gt;SetCollisionEnabled(ECollisionEnabled::NoCollision);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2A54127-C4C9-4F93-87E7-6DD26926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CreateDefaultSubobject, SetRootComponent, SetupAttachment 세 호출이 어떤 관계를 만드는지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읽으세요.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71FFB18-4FF1-4B03-8147-B2EBCD27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25 / 201</a:t>
            </a:r>
          </a:p>
        </p:txBody>
      </p:sp>
    </p:spTree>
    <p:extLst>
      <p:ext uri="{BB962C8B-B14F-4D97-AF65-F5344CB8AC3E}">
        <p14:creationId xmlns:p14="http://schemas.microsoft.com/office/powerpoint/2010/main" val="5466571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589564-9BC8-4E4B-B148-E5A60D4C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 코드와 로컬 변환의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5E85B31-81CA-42F7-A3FB-7FCB084F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34행은 프레임 갱신 가능 여부, 35행은 Player0 자동 빙의를 설정합니다. 36~37행은 기본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SceneComponent를 만들고 루트로 지정합니다. 38~39행은 차체 메시를 만든 뒤 그 루트에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붙입니다.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015488C-4248-4CCF-9BAF-C11984E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루트가 월드에서 이동하면 차체도 부모 변환을 따릅니다. 예를 들어 루트 기준으로 오른쪽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90cm에 둔 부품은 차량이 회전할 때 차량의 오른쪽에 남아야 합니다. 월드 Y에만 90을 더하는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방식으로는 이 관계를 유지할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A87615A-A5A9-45D6-B71D-F89449A8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40행의 NoCollision은 이 표시 차체 메시가 Unreal 물리 충돌 해결의 주체가 아니라는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단서입니다. 서버 충돌까지 없다는 뜻은 아닙니다. 먼저 부착 구조를 읽고, 충돌 권한의 자세한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이유는 도로와 차량 수업에서 이어서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87183CC-CC80-4141-8090-903B922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26 / 201</a:t>
            </a:r>
          </a:p>
        </p:txBody>
      </p:sp>
    </p:spTree>
    <p:extLst>
      <p:ext uri="{BB962C8B-B14F-4D97-AF65-F5344CB8AC3E}">
        <p14:creationId xmlns:p14="http://schemas.microsoft.com/office/powerpoint/2010/main" val="12220950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30A22C4-8D3D-4451-9E9E-A3096AD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UCLASS와 UPROPERTY가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8A4EF16-25D6-4DDE-B56B-972BD4CB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Unreal이 C++ 속성을 보여 주고 UObject 참조를 관리하려면 엔진용 정보가 필요합니다.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UCLASS와 GENERATED_BODY는 이 연결에 참여하고 UPROPERTY는 속성 노출과 추적 방식을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8CF18B3-7074-4829-BFCA-1440BF6F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컴포넌트 참조는 UPROPERTY와 TObjectPtr를 함께 씁니다. 추적되지 않는 원시 포인터를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 저장하면 객체가 사라진 뒤 접근할 위험이 있습니다. TWeakObjectPtr는 객체 수명을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붙잡지 않고 유효성을 확인할 때 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E07C09B-71ED-41CB-B0B2-935F0AEF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VisibleAnywhere는 관찰, EditAnywhere는 설정 편집에 사용합니다. BlueprintReadOnly는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Blueprint 접근 제약이지 C++ const가 아닙니다. UPROPERTY를 붙였다고 외부 서버로 자동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송신되는 것도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9D58A44-BBCA-4D8C-9609-6FD5D040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27 / 201</a:t>
            </a:r>
          </a:p>
        </p:txBody>
      </p:sp>
    </p:spTree>
    <p:extLst>
      <p:ext uri="{BB962C8B-B14F-4D97-AF65-F5344CB8AC3E}">
        <p14:creationId xmlns:p14="http://schemas.microsoft.com/office/powerpoint/2010/main" val="1675580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EFBEBE-8BB5-479F-B654-15D707FA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어떤 기준과 참조가 필요한가요?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9F25B8E-53E8-49C7-A8B2-0FF08B1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차량이 90° 회전해도 운전석이 차체 안의 같은 자리에 있어야 합니다. 운전석 배치는 월드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기준과 차체 로컬 기준 중 어느 쪽이 적절한가요?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5C841CA-36AD-449A-B1FB-4C41A8D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비동기 콜백이 끝난 뒤에도 반드시 객체를 살려 둘 필요는 없지만, 사라졌으면 접근하면 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 어떤 종류의 참조와 검사가 필요할까요?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D133B71-A1D4-4E7D-A2F1-0E70C84A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28 / 201</a:t>
            </a:r>
          </a:p>
        </p:txBody>
      </p:sp>
    </p:spTree>
    <p:extLst>
      <p:ext uri="{BB962C8B-B14F-4D97-AF65-F5344CB8AC3E}">
        <p14:creationId xmlns:p14="http://schemas.microsoft.com/office/powerpoint/2010/main" val="13093087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C387C73-4677-4B07-A018-F5B92CC9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공간 기준과 객체 수명은 따로 검사합니다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277268F-2BBE-47EB-84F9-DEACA360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운전석은 차체 로컬 기준으로 배치하고 부모 변환을 따르게 하는 편이 적절합니다. HUD의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픽셀 위치는 차체에 붙는 공간 부품이 아니므로 같은 방식으로 계산하지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20E389F-7051-477A-A11C-8B34A98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콜백은 약한 UObject 참조를 사용하고 실행 순간 유효성을 확인할 수 있습니다. 그러나 객체가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살아 있어도 이전 연결의 이벤트일 수 있으므로 이후 통신 수업의 연결 세대 검사도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9BCBC14-D250-4AA9-9285-663DB925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부품을 만드는 방법을 배웠으니 다음에는 Play 시작과 종료를 구분합니다. 기본 구조를 만드는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생성자와 실행 중 소켓을 여는 시점을 섞지 않는 것이 다음 목표입니다.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236AC13-1458-401A-8980-0A44A494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29 / 201</a:t>
            </a:r>
          </a:p>
        </p:txBody>
      </p:sp>
    </p:spTree>
    <p:extLst>
      <p:ext uri="{BB962C8B-B14F-4D97-AF65-F5344CB8AC3E}">
        <p14:creationId xmlns:p14="http://schemas.microsoft.com/office/powerpoint/2010/main" val="2514853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E16E686-6C21-4737-B1C7-EB500109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33B0DD0-089D-4948-9524-044E598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Actor·Pawn·Component, 로컬·월드, UObject 참조의 역할을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선언과 연결합니다.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F1DA11E-F486-4AF4-A3BF-3585ACA3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부품 관계와 좌표 기준을 알아야 각 부품을 일관되게 움직이고 안전하게 참조할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87FB5FD-49F7-4713-BD52-275F8DC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만든 부품을 언제 초기화하고 언제 정리하는지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8EA288E-6413-45B8-9B59-685D6EDA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30 / 201</a:t>
            </a:r>
          </a:p>
        </p:txBody>
      </p:sp>
    </p:spTree>
    <p:extLst>
      <p:ext uri="{BB962C8B-B14F-4D97-AF65-F5344CB8AC3E}">
        <p14:creationId xmlns:p14="http://schemas.microsoft.com/office/powerpoint/2010/main" val="17426806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A9DB7C7-C952-4B00-A7E0-7B7A270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Play 시작과 운전 명령 만들기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F5EA997-F020-4C2D-8D86-DFED0C23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플레이 수명에 맞춰 객체를 준비하고 W·S·조향을 명령으로 해석합니다.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31BBBC5-3FAF-4EA1-B09C-4343335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Pawn·Component·명령과 결과 구분이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2EA4D4-71C0-4776-9C94-66CB503B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생성자와 BeginPlay의 역할을 구분합니다. 입력 해석과 송신 주기까지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A813677-A033-47AE-9083-4F47FAA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2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W와 S가 가속·제동·기어로 바뀌는 과정을 설명할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4EC5F95-8E74-4E9A-9175-7B699CEF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   31 / 201</a:t>
            </a:r>
          </a:p>
        </p:txBody>
      </p:sp>
    </p:spTree>
    <p:extLst>
      <p:ext uri="{BB962C8B-B14F-4D97-AF65-F5344CB8AC3E}">
        <p14:creationId xmlns:p14="http://schemas.microsoft.com/office/powerpoint/2010/main" val="20598218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8711C36-FC41-4D73-89B9-C8C5CB70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47FE454-A6FE-4E74-AB20-34D3DE1A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L03 Play를 반복해도 이전 실행이 남지 않게 하기 · 33쪽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생성자·BeginPlay·Tick·EndPlay와 Build.cs의 책임을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F59308E-4986-4F2C-92D6-8915C955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L04 W와 S를 가속·제동·기어로 해석하기 · 45쪽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매핑과 ControlResolver의 분기를 손으로 추적합니다.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6E206A4-D503-41DC-9AA9-3FFB2A2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L05 짧은 조향과 최신 명령을 전달하기 · 56쪽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변화율·부호·입력 초점·PendingControl·송신 주기를 연결합니다.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5F58DE7-38AC-4564-A462-45046553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   32 / 201</a:t>
            </a:r>
          </a:p>
        </p:txBody>
      </p:sp>
    </p:spTree>
    <p:extLst>
      <p:ext uri="{BB962C8B-B14F-4D97-AF65-F5344CB8AC3E}">
        <p14:creationId xmlns:p14="http://schemas.microsoft.com/office/powerpoint/2010/main" val="118903135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9C96052-80BC-403F-A7E8-90CC1F95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Play를 반복해도 이전 실행이 남지 않게 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86EF730-5E33-419F-8D9E-0D3DB4D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Stop 후 다시 Play했는데 옛 소리가 남거나 예전 소켓 콜백이 도착하면 어떻게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8ADD218-B331-455C-A165-8ECD1204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기본 구조·실행 초기화·매 프레임 갱신·종료 정리를 분리해야 반복 실행이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E2F5284-CEC8-4D7B-9CEE-1C02F533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생성자·BeginPlay·Tick·EndPlay와 Build.cs의 책임을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5758045-19BC-4778-A190-EF00414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L02의 UObject와 컴포넌트 부착 개념이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61246AD-5C7F-4086-AB5B-50723E5E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33 / 201</a:t>
            </a:r>
          </a:p>
        </p:txBody>
      </p:sp>
    </p:spTree>
    <p:extLst>
      <p:ext uri="{BB962C8B-B14F-4D97-AF65-F5344CB8AC3E}">
        <p14:creationId xmlns:p14="http://schemas.microsoft.com/office/powerpoint/2010/main" val="3523863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A8E9921-8925-4C5B-A8BE-8A8D2AF9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생성됐다는 말과 Play가 시작됐다는 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A7CBCC1-E4DE-43F4-9DB3-D9FA9855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에디터는 게임을 실행하지 않는 동안에도 객체를 만들고 속성을 보여 줍니다. 생성자에서 현재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플레이어 입력이나 실행 중 월드를 항상 사용할 수 있다고 가정하면 에디터와 PIE에서 다른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문제가 생길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6CFC5F9-EF5D-4240-B7CF-83187A8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그래서 생성자는 기본 부품과 기본값을 구성하고, BeginPlay는 실제 실행이 시작될 때 필요한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일을 합니다. 현재 클라이언트는 BeginPlay에서 이번 실행의 Play ID를 만들고 Connect를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호출합니다.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8011C34-BC76-445D-ABEE-D6C366F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Play가 끝나면 EndPlay에서 연결과 사운드 같은 실행 자원을 정리해야 합니다. 메모리가 나중에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GC로 정리된다는 사실만 믿고 소켓 이벤트나 지속 음원을 남겨 두면 다음 Play에 영향을 줄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B60B5F6-4492-4B81-BCB3-B8502B71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34 / 201</a:t>
            </a:r>
          </a:p>
        </p:txBody>
      </p:sp>
    </p:spTree>
    <p:extLst>
      <p:ext uri="{BB962C8B-B14F-4D97-AF65-F5344CB8AC3E}">
        <p14:creationId xmlns:p14="http://schemas.microsoft.com/office/powerpoint/2010/main" val="6824168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E585953-07E0-4D82-A496-8631BD9F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 정리와 새 실행의 경계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af431d9294d49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7D44E915-825A-4E41-A304-B013F09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A26CFA26-A34C-42CE-ABBF-DE729618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위쪽은 실행 순서입니다.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EndPlay에서 연결과 소리를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정리합니다.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1CA365F7-E723-4CDF-B06C-46CFCC4F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아래 A→B는 연결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교체입니다. A의 늦은 사건은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세대로 거릅니다.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E1EDFBF9-403A-45D7-8607-CB666C9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Play ID는 실행을,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SocketGeneration은 연결을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4493E66E-5613-4562-9E7D-5D6B84D7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16A5316-CB01-4C69-B394-9B099B4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35 / 201</a:t>
            </a:r>
          </a:p>
        </p:txBody>
      </p:sp>
    </p:spTree>
    <p:extLst>
      <p:ext uri="{BB962C8B-B14F-4D97-AF65-F5344CB8AC3E}">
        <p14:creationId xmlns:p14="http://schemas.microsoft.com/office/powerpoint/2010/main" val="5646136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96EFBBA-9130-4D7A-9CAB-A028F4E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Play가 시작되는 실제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BED2265-92FD-467E-ABD8-C9C35C15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unreal/DriveIntegration/Source/DriveIntegration/SimCoreClientComponent.cpp:51-57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4E7846D-2BF2-423E-AD19-0A4C6D74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E1FCCF0-1715-4872-9CBB-72ED5182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9936B1E-DAE9-4133-914D-CDE11AE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USimCoreClientComponent::BeginPlay()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Super::BeginPlay();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PlaySessionId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FGuid::NewGuid().ToString(EGuidFormats::DigitsWithHyphensLower);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Connect();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PerformanceCapture.StartFromCommandLine(GetWorld(), MapPackageChecksum);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CED2376-D3A7-4445-86E6-9E9E8C8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 ID 생성과 Connect 호출의 순서를 확인합니다.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E2A0FEE-5570-474F-9030-F09F4C11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36 / 201</a:t>
            </a:r>
          </a:p>
        </p:txBody>
      </p:sp>
    </p:spTree>
    <p:extLst>
      <p:ext uri="{BB962C8B-B14F-4D97-AF65-F5344CB8AC3E}">
        <p14:creationId xmlns:p14="http://schemas.microsoft.com/office/powerpoint/2010/main" val="10109169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C953115-E201-4B2C-8EFD-B380C866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BeginPlay 코드 풀이와 새 실행의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506EF0D-78B2-4791-A951-0CEC0109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53행은 부모 클래스의 BeginPlay를 호출합니다. 54행은 새 GUID를 문자열로 만들어 이번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Play의 식별자로 보관합니다. 55행은 연결을 시작하고 56행은 설정된 성능 기록을 시작합니다.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CAAA719-1A6E-46CC-B29B-45200968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순서는 “통신 객체가 존재한다”와 “이번 실행에 속한 통신을 시작한다”를 구분합니다. Play를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반복할 때마다 같은 식별자를 재사용하면 과거 상태와 새 상태를 구분하기 어려워집니다.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8D0FB8F-B24B-429A-B5D1-337A6A5B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BeginPlay에서 ID를 만들었다고 서버가 바로 초기화된 것은 아닙니다. 실제 Reset 요청과 수신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 ID 검사는 연결 절차에서 수행합니다. 여기서는 새 실행의 준비가 어디서 시작되는지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이해하고, 전체 계약은 통신 수업에서 연결합니다.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05A6DD-5139-46F6-8E9F-C90C95D3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37 / 201</a:t>
            </a:r>
          </a:p>
        </p:txBody>
      </p:sp>
    </p:spTree>
    <p:extLst>
      <p:ext uri="{BB962C8B-B14F-4D97-AF65-F5344CB8AC3E}">
        <p14:creationId xmlns:p14="http://schemas.microsoft.com/office/powerpoint/2010/main" val="12556358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4BCB49-184E-47B8-A98D-920D44D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중 처리와 종료 정리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시점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이유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DefaultSubobject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구성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BeginPlay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Play ID / Connect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실행 준비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TickComponent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연결·송신·프록시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중 변화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EndPlay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Disconnect / 사운드 정지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실행에 자원 잔류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11CD45CD-DB37-435A-9EFC-0C520577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역할마다 사용하는 시점이 다릅니다. 같은 작업을 생성자와 Tick에 중복 배치하지 않습니다.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0D394C8-11E4-4032-9618-27DDCBB2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38 / 201</a:t>
            </a:r>
          </a:p>
        </p:txBody>
      </p:sp>
    </p:spTree>
    <p:extLst>
      <p:ext uri="{BB962C8B-B14F-4D97-AF65-F5344CB8AC3E}">
        <p14:creationId xmlns:p14="http://schemas.microsoft.com/office/powerpoint/2010/main" val="107290561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1159DF7-B466-4163-85E1-CFBD418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콜백은 객체와 연결의 수명이 모두 맞아야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561DE0C-C27D-4F66-BA86-137F1BFE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 A를 종료하고 B를 시작한 뒤 A의 종료 이벤트가 늦게 도착할 수 있습니다. 이때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컴포넌트는 살아 있으므로 약한 참조 검사만으로는 B를 잘못 종료하는 일을 막지 못합니다.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C6D6508-3F72-48EC-BA13-9B07088E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SocketGeneration은 연결을 구분하는 내부 세대 값입니다. 콜백을 등록할 때 기억한 세대와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세대가 다르면 오래된 이벤트로 취급합니다. ReleaseSocket은 등록한 델리게이트 핸들도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제거해 불필요한 호출을 줄입니다.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E936530-8F01-4686-9006-695D72BA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약한 참조는 “객체에 접근 가능한가”, 세대 검사는 “지금 연결의 사건인가”에 답합니다.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검사는 서로 대신할 수 없습니다. 종료 문제를 조사할 때는 포인터의 값뿐 아니라 이벤트가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속한 실행 범위까지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C6232D6-49D1-47D2-B72A-7A3CDB84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39 / 201</a:t>
            </a:r>
          </a:p>
        </p:txBody>
      </p:sp>
    </p:spTree>
    <p:extLst>
      <p:ext uri="{BB962C8B-B14F-4D97-AF65-F5344CB8AC3E}">
        <p14:creationId xmlns:p14="http://schemas.microsoft.com/office/powerpoint/2010/main" val="144724205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7FF3029-9BD7-4316-8AEF-567C85D4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소리를 사용하기 전 모듈 의존성을 선언합니다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54136D3-AE91-4CD1-936F-FBE37207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unreal/DriveIntegration/Source/DriveIntegration/DriveIntegration.Build.cs:13-20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928BE2C-F0B8-439E-B7E7-B8DC88A2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07AC599-14F0-48D2-935F-F7015164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65E1B35-DEED-4B7E-A268-76DB7B92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"Core",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"CoreUObject",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"Engine",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"InputCore",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"AudioMixer",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"PhysicsCore",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"ProceduralMeshComponent",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"WebSockets"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F4B4A4B-21AA-4E94-B86C-A091EA25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목록은 실행 순서가 아니라 빌드에 필요한 모듈입니다.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E563457-3BFA-49C5-A002-5227D1F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40 / 201</a:t>
            </a:r>
          </a:p>
        </p:txBody>
      </p:sp>
    </p:spTree>
    <p:extLst>
      <p:ext uri="{BB962C8B-B14F-4D97-AF65-F5344CB8AC3E}">
        <p14:creationId xmlns:p14="http://schemas.microsoft.com/office/powerpoint/2010/main" val="89825016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558DBDD-D845-4E16-A982-600A2D0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Build.cs 풀이: include만으로 충분하지 않은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80A99E7-E6AF-48DE-82DE-F5187D65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13~15행의 Core·CoreUObject·Engine은 기반 타입, 객체 체계, 게임 기능에 연결됩니다. 16행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InputCore는 키 관련 타입, 17행 AudioMixer는 합성 오디오, 19~20행은 절차적 메시와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WebSocket에 사용됩니다.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EFBD8C2-48DE-49D6-AC2C-255BDA7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헤더를 include하면 C++ 컴파일러가 선언을 볼 수 있지만, 다른 모듈의 실제 구현과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연결하려면 빌드 의존성도 맞아야 합니다. 따라서 헤더는 찾는데 링크가 실패하는 경우에는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Build.cs를 함께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84D4D03-FFA2-4A4E-AE52-956F6F0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모듈을 추가했다고 기능이 자동 실행되지는 않습니다. 소켓 생성이나 오디오 시작은 별도의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코드입니다. 빌드 구성과 BeginPlay를 구분하면 “기능을 사용 가능하게 만들기”와 “기능을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켜기”의 차이가 분명해집니다.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0E92E2C-FE04-4B01-9FB0-0ECCFFBF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41 / 201</a:t>
            </a:r>
          </a:p>
        </p:txBody>
      </p:sp>
    </p:spTree>
    <p:extLst>
      <p:ext uri="{BB962C8B-B14F-4D97-AF65-F5344CB8AC3E}">
        <p14:creationId xmlns:p14="http://schemas.microsoft.com/office/powerpoint/2010/main" val="20313329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741614A-6B5E-430B-97C0-0D088466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어느 수명 문제인가요?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9768C1B-60FB-4070-9051-FB04D16D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컴포넌트는 살아 있는데 이전 소켓의 연결 종료 콜백이 새 연결을 끊었습니다. 약한 참조와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 세대 중 빠진 검사는 무엇인가요?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7A1FE2F-E07D-483D-B4E3-F8B13AE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WebSockets를 Build.cs에 추가했습니다. 이것만으로 Play 때 서버 연결이 시작되나요? 실제로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읽어야 할 실행 함수도 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996C960-086D-4F42-BA50-5B5EE6DB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42 / 201</a:t>
            </a:r>
          </a:p>
        </p:txBody>
      </p:sp>
    </p:spTree>
    <p:extLst>
      <p:ext uri="{BB962C8B-B14F-4D97-AF65-F5344CB8AC3E}">
        <p14:creationId xmlns:p14="http://schemas.microsoft.com/office/powerpoint/2010/main" val="17877916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B53E08-DFDF-4EF8-8C8A-394F126E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빌드·객체·연결의 범위를 나눕니다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990A093-36AB-45AB-8C8E-546BC066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문제에는 연결 세대 검사가 필요합니다. 살아 있는 객체라도 지금과 다른 소켓의 이벤트를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받아들이면 새 연결 상태를 오염시킬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E8C1C13-0B7B-4963-871F-0D8AF480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Build.cs는 모듈을 사용할 수 있도록 빌드 관계를 선언합니다. 실제 연결은 BeginPlay와 Connect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경로를 확인해야 하며 모듈 추가만으로 소켓이 열리지는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BF1B6AD-0CD5-4EFA-8709-6778F612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실행 준비와 정리를 알았습니다. 다음 수업에서는 게임 입력이 들어온 뒤 W와 S를 어떤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의미의 운전 명령으로 바꾸는지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6393696-4566-40F2-B343-AE7A80A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43 / 201</a:t>
            </a:r>
          </a:p>
        </p:txBody>
      </p:sp>
    </p:spTree>
    <p:extLst>
      <p:ext uri="{BB962C8B-B14F-4D97-AF65-F5344CB8AC3E}">
        <p14:creationId xmlns:p14="http://schemas.microsoft.com/office/powerpoint/2010/main" val="7500604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19D3D5A-26F9-481E-8418-8C70E067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60C73C8-67F4-4178-9932-FC0B4C0D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생성자·BeginPlay·Tick·EndPlay와 Build.cs의 책임을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295AFEE-86C1-4A2E-AF20-84277633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기본 구조·실행 초기화·매 프레임 갱신·종료 정리를 분리해야 반복 실행이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11D0598-3C1F-4775-B621-034DA6FD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실행 준비를 마친 Pawn에서 실제 페달 입력을 해석합니다.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E680F18-7A29-4574-B562-C969BDEE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44 / 201</a:t>
            </a:r>
          </a:p>
        </p:txBody>
      </p:sp>
    </p:spTree>
    <p:extLst>
      <p:ext uri="{BB962C8B-B14F-4D97-AF65-F5344CB8AC3E}">
        <p14:creationId xmlns:p14="http://schemas.microsoft.com/office/powerpoint/2010/main" val="11264391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478244A-B0F7-4D72-ADEA-F1F82A32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W와 S를 가속·제동·기어로 해석하기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09E111C-D58F-4031-A3A6-94D3E01A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전진 중 S를 누를 때 즉시 후진 토크를 주면 자연스럽고 안전한 동작일까요?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D89E600-26FC-43E7-BBCC-72C7236C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키 이름과 실제 운전 의도를 분리해야 진행 방향에 맞는 제동과 기어 변경을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만들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D9D4275-BFAB-4AC5-B913-18739B80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입력 매핑과 ControlResolver의 분기를 손으로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55569C1-0E37-4E6E-BE54-64962326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명령과 결과, L03의 Play 입력 준비가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7ACA120-4E58-4B59-A40D-D7D589E9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45 / 201</a:t>
            </a:r>
          </a:p>
        </p:txBody>
      </p:sp>
    </p:spTree>
    <p:extLst>
      <p:ext uri="{BB962C8B-B14F-4D97-AF65-F5344CB8AC3E}">
        <p14:creationId xmlns:p14="http://schemas.microsoft.com/office/powerpoint/2010/main" val="13687502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AC16DF0-AA34-4B0E-B51A-D04DDB7A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이름이 브레이크라고 항상 제동은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531CF6A-566C-4D80-B836-07CEADF9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현재 S는 DefaultInput에서 Brake라는 이름에 연결되지만 Pawn은 그 값을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ReversePedalInput에 저장합니다. 사용자에게는 뒤로 가고 싶은 입력이며, 실제로 제동할지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후진할지는 다음 단계에서 결정합니다.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7C42105-561B-4187-8382-2B76EF5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앞으로 빠르게 달리는 상태에서 S를 눌렀다면 먼저 속도를 줄여야 합니다. 이미 후진 기어로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뒤로 움직이고 있다면 S는 후진 가속의 의미가 됩니다. 같은 키라도 현재 차량 상태가 다르기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때문에 결과가 달라집니다.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2CA3DB5-B794-4530-A090-A3EED2B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ControlResolver는 페달 의도, 선택 기어, 신선한 권위 속도를 함께 받아 Throttle·Brake·Gear를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만듭니다. 이 해석을 입력 바인딩과 분리하면 상태별 규칙을 테스트하기 쉬워지고 함수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이름에만 의존하는 오해도 줄어듭니다.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5215A62-82D0-449D-8594-B5012C4A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46 / 201</a:t>
            </a:r>
          </a:p>
        </p:txBody>
      </p:sp>
    </p:spTree>
    <p:extLst>
      <p:ext uri="{BB962C8B-B14F-4D97-AF65-F5344CB8AC3E}">
        <p14:creationId xmlns:p14="http://schemas.microsoft.com/office/powerpoint/2010/main" val="73110641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96BB640-3B72-48A5-BAEB-CC9869B9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S도 차량 상태에 따라 뜻이 달라집니다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7c328e70b42d8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EE9DCFF5-146B-4EBC-809B-406D022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39722A19-8E95-4D93-A7DE-750746F4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첫 행은 방향 전환 허용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속도보다 빠른 전진에서 S로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제동합니다.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2049DB87-75CD-40FA-AFB7-137903B7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저속·신선한 상태에서는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Reverse를 고르고 후진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가속합니다.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B2CEE924-8165-45C9-9C72-6852A705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W와 S를 함께 누른 마지막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행은 추진보다 제동을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우선합니다.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EF7D183E-000F-4799-9763-501EA522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FE44C8A-B827-48D5-8406-5294022C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47 / 201</a:t>
            </a:r>
          </a:p>
        </p:txBody>
      </p:sp>
    </p:spTree>
    <p:extLst>
      <p:ext uri="{BB962C8B-B14F-4D97-AF65-F5344CB8AC3E}">
        <p14:creationId xmlns:p14="http://schemas.microsoft.com/office/powerpoint/2010/main" val="25445194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8A97D02-9DCD-404C-BE6E-6002FFED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Axis와 Action을 고르는 이유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방식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 /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Axis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페달의 0~1 값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/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Pressed / Released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눌림 상태를 조향 변화로 해석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Pressed / Released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사이드 브레이크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Pressed / Released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누르는 동안 경적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9AC0D607-72D1-46D2-AE1F-8017B82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Axis는 계속 전달되는 수치, Action은 눌림과 해제 같은 사건을 표현하는 데 사용합니다. 키보드도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Axis로 연결할 수 있습니다.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41F0F59-6BE8-4CA7-86F3-0827AEB7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48 / 201</a:t>
            </a:r>
          </a:p>
        </p:txBody>
      </p:sp>
    </p:spTree>
    <p:extLst>
      <p:ext uri="{BB962C8B-B14F-4D97-AF65-F5344CB8AC3E}">
        <p14:creationId xmlns:p14="http://schemas.microsoft.com/office/powerpoint/2010/main" val="198342006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F79037A-4DDC-4859-8A1F-D4C91BCA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상충하는 페달을 해석하는 실제 분기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F63675B7-56DF-414E-8903-242BFEF7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unreal/DriveIntegration/Source/DriveIntegration/SimCoreVehicleControlResolver.cpp:12-18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9D562C4-AE9E-4C80-B826-6A98F66B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114F47A-DDB2-4E6F-BC95-6BB61DC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231B32A-1708-4FAB-B90F-1FE6DEF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bForwardPressed = Input.ForwardPedal &gt; KINDA_SMALL_NUMBER;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bReversePressed = Input.ReversePedal &gt; KINDA_SMALL_NUMBER;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(bForwardPressed &amp;&amp; bReversePressed)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// Conflicting pedals can never create drive torque.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Output.Brake = FMath::Max(Input.ForwardPedal, Input.ReversePedal);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26F5512-44A7-4C95-A87A-28AD3A2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W와 S를 동시에 누른 경우에 추진력과 제동 중 무엇을 선택하는지 확인합니다.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4ED6C19-A345-42D1-8E39-B885EEC5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49 / 201</a:t>
            </a:r>
          </a:p>
        </p:txBody>
      </p:sp>
    </p:spTree>
    <p:extLst>
      <p:ext uri="{BB962C8B-B14F-4D97-AF65-F5344CB8AC3E}">
        <p14:creationId xmlns:p14="http://schemas.microsoft.com/office/powerpoint/2010/main" val="113012312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ADB1B49-2129-4BD0-A3CE-0EDA7CCC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동시 입력 분기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EBA43AF-F21B-4583-ABCC-757EDCF1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12~13행은 전진과 후진 페달이 작은 기준값보다 큰지 확인합니다. 14행에서 두 페달이 모두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눌렸으면 별도 분기로 들어갑니다. 17행은 두 값 중 큰 값을 Brake에 기록합니다.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40C8874-9B3D-44D3-A5D6-35045DD0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분기에서 두 가속 요구를 더하거나 전진·후진 기어를 번갈아 바꾸지 않습니다. 사용자의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상충한 의도가 추진 토크로 변하지 않도록 제동을 우선합니다. Output의 초기값과 최종 반환도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읽어야 전체 동작을 이해할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81BF92B-1965-4177-9883-4809169B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W가 0.8이고 S가 0.4라면 Brake는 0.8입니다. 이 숫자는 브레이크 힘 그 자체가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정규화된 제동 요구입니다. 서버는 이후 차량 파라미터와 상태를 이용해 실제 힘과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감속을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8623E63-55C1-4231-A6E0-33128380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50 / 201</a:t>
            </a:r>
          </a:p>
        </p:txBody>
      </p:sp>
    </p:spTree>
    <p:extLst>
      <p:ext uri="{BB962C8B-B14F-4D97-AF65-F5344CB8AC3E}">
        <p14:creationId xmlns:p14="http://schemas.microsoft.com/office/powerpoint/2010/main" val="201460828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D79DBF-FA56-4EF9-8B6B-4567F27B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S 입력이 다른 결과가 되는 예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Resolver의 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Drive, 충분한 전진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제동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Drive, 방향 전환 가능 저속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Reverse 선택과 후진 가속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Reverse, 후진 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후진 가속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W와 S 동시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페달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제동 우선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3DA3871-2367-4990-B6B8-4DB39F40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표는 정상 연결과 유효한 속도 정보가 있다는 학습 상황입니다. 기어 전환 경계는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DirectionChangeSpeedMps와 비교합니다.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0594143-7248-4657-8C84-4A1C1002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51 / 201</a:t>
            </a:r>
          </a:p>
        </p:txBody>
      </p:sp>
    </p:spTree>
    <p:extLst>
      <p:ext uri="{BB962C8B-B14F-4D97-AF65-F5344CB8AC3E}">
        <p14:creationId xmlns:p14="http://schemas.microsoft.com/office/powerpoint/2010/main" val="10247743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3130713-F1E7-4FC1-9F30-006A9A39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오래된 속도로 기어를 바꾸면 안 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0535756-0E1F-4FF8-9651-14E5E9E5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마지막 상태가 정지였더라도 그 뒤 서버에서 차가 움직였을 수 있습니다. 오래된 속도를 지금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속도처럼 믿고 기어를 바꾸면 방향 전환 판단의 근거가 틀립니다. 그래서 기어 변경에는 신선한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권위 상태가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080FA1D-CDB2-49EB-8A69-2DDC834E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Resolver는 이미 선택된 같은 방향 기어의 페달 사용과 새 기어로의 전환을 구분합니다.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상태가 오래되면 모든 입력 수치를 무조건 0으로 만드는 단순 규칙과는 다릅니다. 최종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안전은 서버의 제어 임대 정책도 함께 담당합니다.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700EC52-A482-4B58-842C-05DA0F9A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지금은 “얼마나 오래됐는가”의 계산을 외울 필요는 없습니다. 현재 속도를 믿어도 되는지 알려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주는 조건이 있다는 점만 이해하세요. 실제 수신 시계와 제한값은 패킷 공백을 다루는 수업에서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숫자로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C2566A6-ED19-4A9F-BFDF-CD9C057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52 / 201</a:t>
            </a:r>
          </a:p>
        </p:txBody>
      </p:sp>
    </p:spTree>
    <p:extLst>
      <p:ext uri="{BB962C8B-B14F-4D97-AF65-F5344CB8AC3E}">
        <p14:creationId xmlns:p14="http://schemas.microsoft.com/office/powerpoint/2010/main" val="133395081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E36CC4-EB79-4B5A-983D-7F0F29A4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의도와 힘을 구분하세요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3E8A120-D3FA-4D59-8ABF-00848D9A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전진 중 S를 누르면 SetBrake라는 함수가 호출됩니다. 이 사실만으로 서버 Brake가 항상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1이라고 결론낼 수 있나요?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9BA32DC-2DDB-408F-8F0A-9B7F4F52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W=0.8, S=0.4를 동시에 누른 경우 Brake는 얼마인가요? 그 값의 단위가 뉴턴인지 정규화된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요구인지도 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11F2273-1328-4C73-A8A0-169DDA54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53 / 201</a:t>
            </a:r>
          </a:p>
        </p:txBody>
      </p:sp>
    </p:spTree>
    <p:extLst>
      <p:ext uri="{BB962C8B-B14F-4D97-AF65-F5344CB8AC3E}">
        <p14:creationId xmlns:p14="http://schemas.microsoft.com/office/powerpoint/2010/main" val="103407459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A44C3F-56E3-4FB7-A53E-C8854C88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Resolver의 상태별 분기가 결과를 정합니다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287D52C-3511-4839-B9E4-616AEE0A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 이름만으로는 결론낼 수 없습니다. SetBrake는 후진 페달 의도를 저장하고 Resolver가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기어와 진행 방향, 상태 유효성을 읽어 실제 명령을 정합니다.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64E17A2-D45C-40F8-B84B-18FFF435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동시 입력에서 Brake는 0.8이며 힘 단위가 아닌 0~1 제동 요구입니다. 실제 제동력과 속도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변화는 서버 계산 결과에서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D11A1EC-1BBB-4E19-A53B-84F8BE54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페달 해석을 마쳤으니 이제 짧은 A 입력을 어떻게 작은 조향으로 만들고, 여러 입력을 어떤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빈도로 서버에 보내는지 이어서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2A63A14-9B4B-412C-92AD-510A8609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54 / 201</a:t>
            </a:r>
          </a:p>
        </p:txBody>
      </p:sp>
    </p:spTree>
    <p:extLst>
      <p:ext uri="{BB962C8B-B14F-4D97-AF65-F5344CB8AC3E}">
        <p14:creationId xmlns:p14="http://schemas.microsoft.com/office/powerpoint/2010/main" val="208660534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AE8A7B0-7D63-42C5-9B89-87B9DEA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FFB51C4-CE97-4B0B-AABD-4322B554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입력 매핑과 ControlResolver의 분기를 손으로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4B9338E-DCFD-4FE1-A447-AFA4018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키 이름과 실제 운전 의도를 분리해야 진행 방향에 맞는 제동과 기어 변경을 만들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EF4326A-8013-4A7A-B9E4-FF7D75B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페달과 조향을 하나의 최신 명령으로 모아 전송하는 방법을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C1D551A-8F2F-4C0B-A135-1D5F214E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55 / 201</a:t>
            </a:r>
          </a:p>
        </p:txBody>
      </p:sp>
    </p:spTree>
    <p:extLst>
      <p:ext uri="{BB962C8B-B14F-4D97-AF65-F5344CB8AC3E}">
        <p14:creationId xmlns:p14="http://schemas.microsoft.com/office/powerpoint/2010/main" val="31592797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AB6CDF4-EA60-476A-A8E9-22408815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짧은 조향과 최신 명령을 전달하기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4A5929C-8C5A-448B-B10B-C5B5EE60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A를 잠깐 눌렀는데 핸들이 끝까지 꺾이거나 입력을 계속 쌓아 반응이 늦어진다면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어떻게 고칠까요?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10D84A3-7FA2-40BD-9C8F-F1B22794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키의 이진 값을 시간 기반 명령으로 바꾸고 오래된 명령이 줄 서지 않도록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최신 값을 보관해야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A213720-D989-4A7E-BB9A-AECCDC02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조향 변화율·부호·입력 초점·PendingControl·송신 주기를 연결합니다.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35BB711-6553-4CA1-99BA-53017091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L04의 Axis/Action과 운전 명령 의미를 알아야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712C9FD-72FE-4896-9DF1-B1C53C3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56 / 201</a:t>
            </a:r>
          </a:p>
        </p:txBody>
      </p:sp>
    </p:spTree>
    <p:extLst>
      <p:ext uri="{BB962C8B-B14F-4D97-AF65-F5344CB8AC3E}">
        <p14:creationId xmlns:p14="http://schemas.microsoft.com/office/powerpoint/2010/main" val="79475059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5EFE0D8-8BC8-48D1-83BC-55AACB0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키보드 0과 1만으로 조향하면 거칠어집니다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68F9635-9A7A-47C9-8AD9-22451E65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키보드의 A는 눌림 여부만 알려 주므로 바로 최대 조향에 대응시키면 짧은 탭도 큰 핸들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움직임이 됩니다. 사용자는 조금만 방향을 바꾸고 싶은데 차량은 강한 명령을 받게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78CB70A-DF18-4B1F-AA25-B2B8F44E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코드는 좌우 키 상태를 저장하고 매 프레임 현재 명령을 목표값 쪽으로 일정 속도로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이동시킵니다. 누르는 동안의 상승 속도와 놓았을 때의 복귀 속도를 나누어 사용합니다.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계산에는 DeltaSeconds가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E896CAF-3990-4732-9E5C-6A9AD20B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속도에 따라 이 입력 범위를 다시 줄이지는 않습니다. 입력을 완만하게 만드는 정책과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힘 때문에 고속 회전 반응이 달라지는 물리는 다른 문제입니다. 핸들 명령과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경로를 따로 관찰하는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7FE47A8-CCA4-44A1-85BD-EAD3200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57 / 201</a:t>
            </a:r>
          </a:p>
        </p:txBody>
      </p:sp>
    </p:spTree>
    <p:extLst>
      <p:ext uri="{BB962C8B-B14F-4D97-AF65-F5344CB8AC3E}">
        <p14:creationId xmlns:p14="http://schemas.microsoft.com/office/powerpoint/2010/main" val="63270763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C23293B-5DB3-4AC3-B727-86BB8A04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목표와 변화율 선택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2DDFA30-8955-450D-B5D3-DB5F9788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unreal/DriveIntegration/Source/DriveIntegration/SimCoreSteeringInput.cpp:18-27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FDA540A-8714-42D9-88A3-C0EC5B5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C6D6587-526D-4646-8BC8-C8DFA827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DAF1D8B-578B-4EA0-86D0-FD98F148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Target = bLeftPressed == bRightPressed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0.0f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(bLeftPressed ? 1.0f : -1.0f);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RequestedRate = FMath::IsNearlyZero(Target)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ReturnRatePerSecond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RiseRatePerSecond;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SafeRate = FMath::IsFinite(RequestedRate)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FMath::Max(RequestedRate, 0.0f)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0.0f;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FMath::FInterpConstantTo(SafeCurrent, Target, DeltaSeconds, SafeRate);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C5AE740-6930-48D7-97E1-2066CE53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왼쪽과 오른쪽을 동시에 누르거나 모두 놓았을 때의 목표를 먼저 찾습니다.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97D1A37-8EA0-42E7-911A-BEEF13E9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58 / 201</a:t>
            </a:r>
          </a:p>
        </p:txBody>
      </p:sp>
    </p:spTree>
    <p:extLst>
      <p:ext uri="{BB962C8B-B14F-4D97-AF65-F5344CB8AC3E}">
        <p14:creationId xmlns:p14="http://schemas.microsoft.com/office/powerpoint/2010/main" val="113962408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0BBDE59-F5C9-4697-8602-67529606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코드 풀이와 0.1초 탭 예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D694E46-5F61-4C4B-86F9-1C330138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18~20행에서 왼쪽만 누르면 +1, 오른쪽만 누르면 −1, 두 상태가 같으면 0을 목표로 삼습니다.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21~23행은 목표가 0일 때 복귀 속도를, 그 외에는 상승 속도를 선택합니다.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438E9EE-2E33-4C21-ADCC-AAC3313A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24~26행은 비정상 변화율을 막고 27행은 현재값을 초당 변화율만큼 목표에 접근시킵니다.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 상승률 1.25에서 0부터 A를 0.1초 누르면 중간 명령은 약 0.125가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4BF34E4-CEF0-48A6-A76B-52F96E1B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ResolveCommand는 키보드 값의 부호를 보존한 제곱을 사용하므로 최종 조향은 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0.0156입니다. 같은 시간을 여러 프레임으로 나눠도 변화율의 뜻은 유지됩니다. 아날로그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게임패드에는 이 키보드 전용 제곱 변형을 그대로 적용하지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E2194CE-F9F9-46F8-9359-D07CF059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59 / 201</a:t>
            </a:r>
          </a:p>
        </p:txBody>
      </p:sp>
    </p:spTree>
    <p:extLst>
      <p:ext uri="{BB962C8B-B14F-4D97-AF65-F5344CB8AC3E}">
        <p14:creationId xmlns:p14="http://schemas.microsoft.com/office/powerpoint/2010/main" val="324039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87AC9D6-C52F-45DE-9620-62176E90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오른쪽 입력의 부호와 뷰포트 초점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A8A0B9F-45CB-4F7B-BBA1-862B3030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장치 X축은 오른쪽이 양수지만 현재 ControlCommand 계약은 왼쪽이 양수입니다. 게임패드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값은 InputAxisToCanonicalSteering에서 한 번 바꾸고, A/D는 목표를 만들 때부터 계약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부호를 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F6B7AFE-F2C6-4867-82C1-8B88FEE7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변환을 여러 곳에서 중복하면 차체는 맞는데 휠 조향만 반대가 되는 문제가 생길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장치 값, 명령 값, 서버 조향각, Unreal 표시 Yaw를 각각 기록하면 처음 뒤집힌 경계를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찾기 쉽습니다.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1FF355B-CE83-4A47-8CBC-775DBE3D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키가 전혀 반응하지 않으면 부호보다 입력 초점을 먼저 확인합니다. Play 뷰포트가 입력을 받고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있는지, Pawn이 빙의됐는지, SetupPlayerInputComponent의 GameOnly 설정이 적용되는지 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 서버 권한 문제와 구분합니다.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E0AA7F7-5FE8-47C0-A399-F381AE4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60 / 201</a:t>
            </a:r>
          </a:p>
        </p:txBody>
      </p:sp>
    </p:spTree>
    <p:extLst>
      <p:ext uri="{BB962C8B-B14F-4D97-AF65-F5344CB8AC3E}">
        <p14:creationId xmlns:p14="http://schemas.microsoft.com/office/powerpoint/2010/main" val="45327659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E6B14CC-F2AD-498E-AB5A-05AD32F1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입력을 큐에 쌓지 않고 최신 명령을 보관합니다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8625139-0648-4EEA-A533-0CE75EAA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unreal/DriveIntegration/Source/DriveIntegration/SimCoreClientComponent.cpp:131-136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8253A81-1EFD-4377-9B72-6007EB57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7500CF9-A858-4E10-A3EF-2FF32912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772BEE5-6764-4544-8462-96AC25EE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PendingControl.Throttle = ApplyInputDeadzone(FMath::Clamp(Throttle, 0.0f, 1.0f));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PendingControl.Brake = ApplyInputDeadzone(FMath::Clamp(Brake, 0.0f, 1.0f));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PendingControl.Steering = ApplyInputDeadzone(FMath::Clamp(Steering, -1.0f, 1.0f));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PendingControl.bHandbrake = bSideBrake;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PendingControl.Gear = Gear;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bControlDirty = HasMeaningfulControlChange();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6450182-0A69-4A51-B023-77A39B7C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PendingControl은 아직 보낼 명령의 최신 값입니다. 이 코드 안에는 Socket-&gt;Send가 없습니다.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8A941F1-02D8-4025-A59D-44663DF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61 / 201</a:t>
            </a:r>
          </a:p>
        </p:txBody>
      </p:sp>
    </p:spTree>
    <p:extLst>
      <p:ext uri="{BB962C8B-B14F-4D97-AF65-F5344CB8AC3E}">
        <p14:creationId xmlns:p14="http://schemas.microsoft.com/office/powerpoint/2010/main" val="157270900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75C6ED2-5CB4-41C6-9DB3-CA7ECF37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보관과 송신을 분리하는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4734906-BD8A-4425-9E1A-2ABAC127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131~133행은 페달과 조향 범위를 제한하고 데드존을 적용합니다. 134~135행은 사이드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브레이크와 기어를 저장합니다. 136행은 마지막 송신값과 의미 있는 차이가 있는지 Dirty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표시를 갱신합니다.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F0C9D6D-287F-4C1D-BCAE-7FCAE2BF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W와 A의 콜백이 같은 프레임에 여러 번 실행돼도 오래된 조합을 모두 큐에 추가하지 않고 최신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보관합니다. 입력이 많이 들어온다는 이유로 예전 명령을 순서대로 늦게 실행하면 조작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반응이 점점 밀릴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0937E5C-938F-477C-A6A8-0E0E20D5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 시점은 ShouldSendControl이 정합니다. 기본 주기는 20Hz로 약 50ms이고, 바뀐 명령은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최대 30Hz로 약 33.3ms 간격까지 보냅니다. 변화가 없어도 반복 송신해야 서버가 제어 주체가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살아 있다는 것을 확인할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D4BA948-3FC2-4906-8A67-93F4AB09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62 / 201</a:t>
            </a:r>
          </a:p>
        </p:txBody>
      </p:sp>
    </p:spTree>
    <p:extLst>
      <p:ext uri="{BB962C8B-B14F-4D97-AF65-F5344CB8AC3E}">
        <p14:creationId xmlns:p14="http://schemas.microsoft.com/office/powerpoint/2010/main" val="9482176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32204B3-92F9-4AE5-978B-360006F0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변화와 최신 명령 보관·송신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9270ece984b39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0626E0E7-19E0-4932-AA32-7E1F09E6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725850F9-49F4-4063-8A99-E8076A10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왼쪽 선은 키보드 중간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명령입니다. 누르면 접근하고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놓으면 복귀합니다.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11B732B3-7CEB-4C55-9F7B-4F1E8661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가운데 한 칸만 최신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값입니다. 흐린 옛 값은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대기열에 쌓지 않습니다.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500B8F29-4232-41DF-81CC-20924CE5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송신은 기본 20Hz, 변경 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최대 30Hz이며 Tick 횟수와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다릅니다.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6F1559D8-0054-43AD-81E1-A5F974B6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7033563-5F82-4F6E-965E-0E52E80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63 / 201</a:t>
            </a:r>
          </a:p>
        </p:txBody>
      </p:sp>
    </p:spTree>
    <p:extLst>
      <p:ext uri="{BB962C8B-B14F-4D97-AF65-F5344CB8AC3E}">
        <p14:creationId xmlns:p14="http://schemas.microsoft.com/office/powerpoint/2010/main" val="82130836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11CB74-D79F-45C0-ADF9-7440D723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 횟수가 같지 않은 예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1초의 횟수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이유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렌더 Tick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명령 송신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20회 수준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 생존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입력 송신 상한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30회 수준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33.3ms 간격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결과 수신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네트워크와 서버 송신에 의존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B07F3DA-7452-4DBE-A39B-E4FF97D6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60fps 화면을 가정한 교육 예입니다. 실제 송신 시점은 프레임 호출과 연결 조건의 영향을 받습니다.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790EE11-340F-4C06-A854-6C3B265F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64 / 201</a:t>
            </a:r>
          </a:p>
        </p:txBody>
      </p:sp>
    </p:spTree>
    <p:extLst>
      <p:ext uri="{BB962C8B-B14F-4D97-AF65-F5344CB8AC3E}">
        <p14:creationId xmlns:p14="http://schemas.microsoft.com/office/powerpoint/2010/main" val="93935258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8D0FDD8-5B83-43A0-9805-1ADECB68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FPS를 올리면 무엇이 달라지나요?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A0CAE01-6838-4A78-BF60-3A0F270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화면을 120fps로 올리면 기본 명령 송신도 120Hz가 되나요? ShouldSendControl의 어떤 값이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답의 근거인가요?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F7F19F4-C59C-446E-AC04-6896D453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장치 오른쪽 +1을 명령의 왼쪽 + 체계로 바꿨습니다. 바퀴 표시까지 맞추겠다며 입력에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−1을 곱해도 될까요?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77FE1A6-8190-42D0-945C-40EEA1D1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65 / 201</a:t>
            </a:r>
          </a:p>
        </p:txBody>
      </p:sp>
    </p:spTree>
    <p:extLst>
      <p:ext uri="{BB962C8B-B14F-4D97-AF65-F5344CB8AC3E}">
        <p14:creationId xmlns:p14="http://schemas.microsoft.com/office/powerpoint/2010/main" val="57256532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01EDEDD-6A8F-460E-AFCE-EF735B45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입력의 단위와 전송 조건을 유지합니다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D224BB9-1AF3-417D-9A11-20BFB5F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기본 송신은 CommandRateHz에 따른 간격으로 제한됩니다. Tick 횟수가 늘어도 매 Tick이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송신으로 이어지지는 않으며 연결과 지도 검증 조건도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166BE66-0C90-4A13-98A7-C9B3E103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경계에서 부호를 두 번 뒤집으면 원래 장치 부호로 돌아가 잘못됩니다. 표시 회전 변환은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별도의 좌표 함수가 담당하므로 어느 공간의 값인지부터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62605E4-4B55-4525-9171-A8781A86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PendingControl이 완성되어 보낼 준비가 됐습니다. 다음 수업에서는 C++ 구조체를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그대로 보내지 않는 이유와 받은 바이트의 수명·스레드·조각을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5328F88-3C17-43B6-95BC-CE307F79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66 / 201</a:t>
            </a:r>
          </a:p>
        </p:txBody>
      </p:sp>
    </p:spTree>
    <p:extLst>
      <p:ext uri="{BB962C8B-B14F-4D97-AF65-F5344CB8AC3E}">
        <p14:creationId xmlns:p14="http://schemas.microsoft.com/office/powerpoint/2010/main" val="177107429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8D1257E-B13E-44F4-A427-B9C0EAB1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F495388-C8C6-4D4C-9DCA-45A6CD8E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조향 변화율·부호·입력 초점·PendingControl·송신 주기를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53C8544-8DE9-4C9A-939C-CFBC1E28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키의 이진 값을 시간 기반 명령으로 바꾸고 오래된 명령이 줄 서지 않도록 최신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값을 보관해야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97720E7-BCC3-4A8C-9524-44DDE024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전송한 명령이 어떤 바이트가 되고 수신 작업은 어디서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실행되는지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FAC6B6E-493C-4DDD-9EC1-72DB2C3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67 / 201</a:t>
            </a:r>
          </a:p>
        </p:txBody>
      </p:sp>
    </p:spTree>
    <p:extLst>
      <p:ext uri="{BB962C8B-B14F-4D97-AF65-F5344CB8AC3E}">
        <p14:creationId xmlns:p14="http://schemas.microsoft.com/office/powerpoint/2010/main" val="171098581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D468692-A877-48EF-ACF3-A0F227E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서버와 같은 실행을 공유하기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2179CC5-DFEA-4410-813C-D3A83F7B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바이트 전달과 실행 정체성 검사를 통해 다른 맵·과거 Play 상태의 혼입을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막습니다.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81527FA-C83B-4295-B11C-F13E6361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C2의 PendingControl과 송신 주기를 먼저 이해해야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EBB38B9-AE89-462C-B571-6C24F206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버퍼·스레드·조각의 다른 문제를 구분합니다. Hello·맵·Play·Sequence의 필요성을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7365CC7C-0556-4148-8DBA-992F2813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연결됐지만 차가 움직이면 안 되는 상황을 판별할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3EE106B-6E89-412A-97A1-F09F1E93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   68 / 201</a:t>
            </a:r>
          </a:p>
        </p:txBody>
      </p:sp>
    </p:spTree>
    <p:extLst>
      <p:ext uri="{BB962C8B-B14F-4D97-AF65-F5344CB8AC3E}">
        <p14:creationId xmlns:p14="http://schemas.microsoft.com/office/powerpoint/2010/main" val="112802447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A06E42C-5AA8-440F-8440-C88B771D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C61289A-4F72-4EF3-94B8-0ADE37D1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L06 명령을 바이트로 보내고 안전하게 받기 · 70쪽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직렬화와 세 종류의 수신 안전 조건을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DD78751-F183-4549-AC92-9D44C1FC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L07 연결된 서버가 같은 맵과 Play인지 확인하기 · 81쪽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Hello·지도 정체성·PlaySessionId·Sequence의 거절 이유를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F727D7C-731A-49C2-B8EB-626C2F1D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   69 / 201</a:t>
            </a:r>
          </a:p>
        </p:txBody>
      </p:sp>
    </p:spTree>
    <p:extLst>
      <p:ext uri="{BB962C8B-B14F-4D97-AF65-F5344CB8AC3E}">
        <p14:creationId xmlns:p14="http://schemas.microsoft.com/office/powerpoint/2010/main" val="148955161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473EB7E-74CB-42C9-B8CC-C6AE9116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명령을 바이트로 보내고 안전하게 받기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92313FF-BDF7-4B95-82C6-A715F650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수신 콜백의 포인터를 나중에 사용하거나 메시지 절반을 완성본으로 읽으면 어떤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문제가 생길까요?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C15FD19-126A-4DF6-A5CC-ADC29AC7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데이터 형식·버퍼 수명·실행 스레드·메시지 경계를 각각 지켜야 정상 결과를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58D5D97-DC46-4863-A1E5-1DBDC4C7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직렬화와 세 종류의 수신 안전 조건을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AF812C6B-037C-4FEC-BB65-841E03C9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L05의 PendingControl과 SendControl 조건을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4BDB314-559E-4D6C-A58F-0471F344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70 / 201</a:t>
            </a:r>
          </a:p>
        </p:txBody>
      </p:sp>
    </p:spTree>
    <p:extLst>
      <p:ext uri="{BB962C8B-B14F-4D97-AF65-F5344CB8AC3E}">
        <p14:creationId xmlns:p14="http://schemas.microsoft.com/office/powerpoint/2010/main" val="65241714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B987DE9-22B7-4046-AB0A-57C3651A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구조체를 그대로 보내지 않는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90B358C-F8EF-4461-A4DA-559C1A6F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C++ 구조체는 필드 사이에 패딩이 있을 수 있어 메모리 배치가 통신 계약은 아닙니다. 서버와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Unreal이 같은 뜻의 숫자를 읽으려면 필드 번호와 저장 형식이 정해진 바이트 표현이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9F4EB37-7352-475F-80E7-86E5DCC0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SerializeControlEnvelope는 운전 명령을 정해진 형식으로 기록하고 메시지 봉투인 Envelope에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넣습니다. SendControl은 그 배열을 WebSocket 바이너리 메시지로 전송합니다. UPROPERTY나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RPC가 이 경로를 대신하지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ADA8F35-4C1E-4432-87D6-1369F04A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서버는 생성된 Protobuf 코드를 사용하지만 Unreal은 SimCoreProtocol.cpp의 전용 작성기와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파서를 사용합니다. 그러므로 필드를 추가할 때 스키마만 바꾸고 끝낼 수 없습니다. 송신·수신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양쪽의 해석과 검증도 맞아야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1C229F6-ACFF-4821-84A3-67882BE2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71 / 201</a:t>
            </a:r>
          </a:p>
        </p:txBody>
      </p:sp>
    </p:spTree>
    <p:extLst>
      <p:ext uri="{BB962C8B-B14F-4D97-AF65-F5344CB8AC3E}">
        <p14:creationId xmlns:p14="http://schemas.microsoft.com/office/powerpoint/2010/main" val="65439096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547617-2DB9-4C8B-9E3E-099424F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수신에서 서로 다른 네 가지 질문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처리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없을 때 생기는 문제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무슨 값인가?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 파싱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숫자의 의미 오해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메모리가 살아 있는가?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콜백 버퍼 복사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해제된 메모리 접근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어디서 적용하는가?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 스레드 전달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엔진 객체 접근 충돌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메시지가 완성됐는가?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조각 누적과 마지막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부분 메시지 파싱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7AF05587-2587-4238-80BF-87467FE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조건이 맞아도 다른 조건은 틀릴 수 있습니다. 문제가 생겼을 때 각각의 책임을 나누어 확인합니다.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C57DB02-7F87-432C-A306-64C90070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72 / 201</a:t>
            </a:r>
          </a:p>
        </p:txBody>
      </p:sp>
    </p:spTree>
    <p:extLst>
      <p:ext uri="{BB962C8B-B14F-4D97-AF65-F5344CB8AC3E}">
        <p14:creationId xmlns:p14="http://schemas.microsoft.com/office/powerpoint/2010/main" val="15574862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ECFBB5F-81DF-40B1-BABF-DBD36E79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빌린 수신 버퍼를 소유한 배열로 복사합니다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B7380B2-D707-4792-B7F3-126D32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unreal/DriveIntegration/Source/DriveIntegration/SimCoreClientComponent.cpp:640-647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D566A53-1DDF-439E-97AA-BDB7C432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782DFBA-2CC1-451C-AB16-2A9A4EB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9F73AEE-85EA-4925-92D5-0F034259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bFragmentTooLarge = Size &gt; static_cast&lt;SIZE_T&gt;(MAX_int32)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Size &gt; static_cast&lt;SIZE_T&gt;(MaxIncomingMessageBytes)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(Size &gt; 0 &amp;&amp; Data == nullptr);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TArray&lt;uint8&gt; Fragment;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(!bFragmentTooLarge &amp;&amp; Size &gt; 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Fragment.Append(static_cast&lt;const uint8*&gt;(Data), static_cast&lt;int32&gt;(Size));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F109633-E90A-4A9F-B77B-47C6DCD9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콜백의 Data 포인터를 장기 보관하지 않고 Fragment 배열을 만드는 이유를 읽습니다.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447EDA2-C50E-4BD7-9C66-5289F264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73 / 201</a:t>
            </a:r>
          </a:p>
        </p:txBody>
      </p:sp>
    </p:spTree>
    <p:extLst>
      <p:ext uri="{BB962C8B-B14F-4D97-AF65-F5344CB8AC3E}">
        <p14:creationId xmlns:p14="http://schemas.microsoft.com/office/powerpoint/2010/main" val="123559495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5FBF1B4-9718-4E7D-99DF-C0F88CF6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수신 버퍼 코드의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7CDA68A-023D-4B1B-BF28-768C9F00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640~642행은 크기가 정수 범위나 최대 메시지 한도를 넘는지, 데이터가 필요한데 포인터가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비어 있지는 않은지 확인합니다. 643행은 이 작업이 소유하는 TArray를 준비합니다.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FE573B1-E465-4081-89E2-12D1C04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644~646행은 조건이 정상이고 데이터가 있을 때 바이트를 복사합니다. 소켓 라이브러리가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잠깐 빌려준 Data와 나중에 실행할 작업이 소유해야 하는 Fragment는 서로 다른 수명입니다.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복사 후에는 배열을 이동해 작업에 넘길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31E0FE-4EFD-4CA5-B4A5-1EFAC457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콜백이 반환된 뒤 라이브러리가 원래 버퍼를 재사용해도 소유한 배열의 내용은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유지됩니다. 복사가 있다고 모든 문제가 해결되는 것은 아닙니다. 아직 게임 스레드에서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적용할지와 메시지가 완성됐는지를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0A64223-C254-47D2-8B3E-EE578C6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74 / 201</a:t>
            </a:r>
          </a:p>
        </p:txBody>
      </p:sp>
    </p:spTree>
    <p:extLst>
      <p:ext uri="{BB962C8B-B14F-4D97-AF65-F5344CB8AC3E}">
        <p14:creationId xmlns:p14="http://schemas.microsoft.com/office/powerpoint/2010/main" val="13520014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5BC4CA8-241B-4B33-905F-5EF51DF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게임 스레드에서 엔진 상태를 적용합니다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BF4CB79-7B4E-40E8-ACAC-EB0BE612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unreal/DriveIntegration/Source/DriveIntegration/SimCoreClientComponent.cpp:20-26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9433D61-7ABB-4283-8928-05DF3814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B1FF8AD-5307-4FA1-9B1E-86AE02EE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E97998B-0978-4F4E-9225-D6E1E1F3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(IsInGameThread())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Callback();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AsyncTask(ENamedThreads::GameThread, Forward&lt;CallbackType&gt;(Callback));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F52DC22-B40E-46DE-9C8E-8F1E4670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네트워크 콜백이 항상 게임 스레드라고 가정하지 않습니다.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741D8E5-950C-4B61-8843-77924DDD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75 / 201</a:t>
            </a:r>
          </a:p>
        </p:txBody>
      </p:sp>
    </p:spTree>
    <p:extLst>
      <p:ext uri="{BB962C8B-B14F-4D97-AF65-F5344CB8AC3E}">
        <p14:creationId xmlns:p14="http://schemas.microsoft.com/office/powerpoint/2010/main" val="147920952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A73B0D-9751-47AE-B48C-ECE0E5C0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 전달과 메시지 조립의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34553CF-4D4E-401D-92AC-5178A7E0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20행에서 이미 게임 스레드인지 확인하고, 맞으면 22행에서 바로 콜백을 실행합니다. 아니면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26행이 게임 스레드 작업으로 예약합니다. 엔진 객체를 갱신할 실행 위치를 명확히 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경계입니다.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248AEF0-28BE-403D-9E7C-6AB45AC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별도로 OnBinaryMessage의 마지막 조각 표시를 사용해 메시지를 누적합니다. 1KB짜리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메시지가 두 번에 나뉘어 왔다면 첫 조각만으로 전체 Envelope를 읽어서는 안 됩니다. 누적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크기 제한도 계속 검사해야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983B2E5-6203-4FA3-86A9-84506956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 전달은 실행 위치, 조각 조립은 메시지 완전성의 문제입니다. 게임 스레드로 보냈다고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이전 소켓의 이벤트가 유효해지는 것도 아니므로 약한 참조와 연결 세대 검사는 계속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필요합니다. 안전 조건을 서로 대신하지 않는 것이 핵심입니다.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D4853BD-A0D3-4563-B718-5B333EE0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76 / 201</a:t>
            </a:r>
          </a:p>
        </p:txBody>
      </p:sp>
    </p:spTree>
    <p:extLst>
      <p:ext uri="{BB962C8B-B14F-4D97-AF65-F5344CB8AC3E}">
        <p14:creationId xmlns:p14="http://schemas.microsoft.com/office/powerpoint/2010/main" val="86052346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8C26D2F-6707-458D-A391-361D1032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받은 바이트가 안전한 상태가 되는 과정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625ffbde5491d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27BA6F9A-6776-4609-9447-ECEE30D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EDBDA544-325E-45F5-9F60-B283456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Copy는 데이터 수명, Game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thread는 엔진 적용 위치를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지킵니다.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C7722E00-5C3D-4D39-973A-BC4AFE8A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Assemble은 마지막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조각까지 누적합니다.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미완성은 기다립니다.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BA7C94DA-3840-487D-B74C-6AB1EE3B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잘못된 크기·형식은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거절하며, 객체와 연결 수명도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따로 검사합니다.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F6E36CE6-06C6-4E67-84B5-356983D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843A4B4-5972-4E5F-9D6C-2394050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77 / 201</a:t>
            </a:r>
          </a:p>
        </p:txBody>
      </p:sp>
    </p:spTree>
    <p:extLst>
      <p:ext uri="{BB962C8B-B14F-4D97-AF65-F5344CB8AC3E}">
        <p14:creationId xmlns:p14="http://schemas.microsoft.com/office/powerpoint/2010/main" val="99931817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04CF7EA-931A-4EAB-9291-12C1DECB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어떤 검사가 빠졌나요?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17F4F0B-7DFB-47EF-AD1B-79742776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버퍼를 복사했지만 메시지의 첫 조각을 바로 파싱했습니다. 객체 수명과 메시지 경계 중 어느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문제가 남아 있나요?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235D4D5-0652-4A3A-BFEF-77685CA1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게임 스레드에 예약한 작업이 실행될 때 이미 Play가 끝났습니다. 게임 스레드라는 이유만으로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컴포넌트를 사용해도 되나요?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BD88EA0-50BD-4EC7-B75A-7068A52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78 / 201</a:t>
            </a:r>
          </a:p>
        </p:txBody>
      </p:sp>
    </p:spTree>
    <p:extLst>
      <p:ext uri="{BB962C8B-B14F-4D97-AF65-F5344CB8AC3E}">
        <p14:creationId xmlns:p14="http://schemas.microsoft.com/office/powerpoint/2010/main" val="1896211186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3FF5126-DEA9-4CDF-9FF6-6C9DBC63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버퍼·스레드·정체성은 다른 조건입니다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0523F45-0519-43E2-A274-7C0B1F4C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문제는 메시지 경계가 빠졌습니다. 복사는 데이터 수명을 지킬 뿐이며 마지막 조각까지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받았는지를 확인해야 완전한 메시지를 읽을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B9656DF-9703-458F-99B2-F58487DD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두 번째는 객체와 연결 수명 검사가 필요합니다. 실행 스레드가 맞아도 객체가 사라졌거나 이전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연결의 작업이면 적용하면 안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2D52926-D0A9-4C93-A269-A8A0E122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안전하게 완성된 바이트를 얻었습니다. 그러나 그 내용이 예전 Play의 정상 상태일 수도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다음 수업은 형식이 올바른 데이터를 현재 실행의 결과로 인정할 조건을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FC4D664-F5F8-47C1-974F-B09C5406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79 / 201</a:t>
            </a:r>
          </a:p>
        </p:txBody>
      </p:sp>
    </p:spTree>
    <p:extLst>
      <p:ext uri="{BB962C8B-B14F-4D97-AF65-F5344CB8AC3E}">
        <p14:creationId xmlns:p14="http://schemas.microsoft.com/office/powerpoint/2010/main" val="190540018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A50045-7889-462C-A5B9-99388B6C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6F78D52-02D3-495F-928C-FF8C756D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직렬화와 세 종류의 수신 안전 조건을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6926942-EE10-4095-B168-16A6470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데이터 형식·버퍼 수명·실행 스레드·메시지 경계를 각각 지켜야 정상 결과를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8003868-0ABC-4496-807B-06373BCF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형식이 맞는 상태 중에서도 이번 맵과 Play에 속한 결과만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DF7D716-D5B5-456C-9CF9-72C0F58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80 / 201</a:t>
            </a:r>
          </a:p>
        </p:txBody>
      </p:sp>
    </p:spTree>
    <p:extLst>
      <p:ext uri="{BB962C8B-B14F-4D97-AF65-F5344CB8AC3E}">
        <p14:creationId xmlns:p14="http://schemas.microsoft.com/office/powerpoint/2010/main" val="180573711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647F476-7710-40DD-BB4D-6F02ED35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연결된 서버가 같은 맵과 Play인지 확인하기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085DE62-09AE-493C-AFAC-AC386281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어제 맵에서 온 정상 위치나 이전 Play의 마지막 위치를 지금 차에 적용하면 어떻게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B9EBFE0-59CA-440F-89A2-4715ED28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통로가 열리고 파싱이 성공했다는 사실만으로 현재 실행의 결과라고 판단할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B8E5687-853F-44C9-A4DC-00673BD3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Hello·지도 정체성·PlaySessionId·Sequence의 거절 이유를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536E1C78-5561-46C4-9D9F-0B80919D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완성 메시지와 파싱을 먼저 알아야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B003E02-A112-4BEE-A813-2FAD9084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81 / 201</a:t>
            </a:r>
          </a:p>
        </p:txBody>
      </p:sp>
    </p:spTree>
    <p:extLst>
      <p:ext uri="{BB962C8B-B14F-4D97-AF65-F5344CB8AC3E}">
        <p14:creationId xmlns:p14="http://schemas.microsoft.com/office/powerpoint/2010/main" val="98604183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9B85C29-73CB-4148-901C-A45B4485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숫자여도 적용하면 위험할 수 있습니다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D773971-AFE9-4335-8A62-D0DF03C3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서버가 위치 (10, 20, 1)을 보내고 파서가 정상적으로 읽었다고 가정해 봅시다. 그 위치가 이전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지도에 속하거나 지난 Play에서 떨어진 차의 위치라면 현재 차량에 적용하면 순간이동이나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지면 관통처럼 보일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0240E97-9D7B-4827-BA25-6D846133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WebSocket 연결은 바이트를 교환할 통로가 생겼다는 뜻입니다. Hello는 스키마와 지원 기능이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맞는지, 지도 정보는 같은 지형을 사용하는지, Play ID는 이번 실행인지 확인합니다. 각각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실수를 막습니다.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BCC5027-0C0A-422E-A304-CAE28EE1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Sequence는 같은 흐름 안의 중복이나 오래된 상태를 거릅니다. 숫자가 크다는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이유로 다른 Play를 허용해서도 안 됩니다. 현재 코드는 이 검증을 통과한 뒤 LatestState를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교체해 표시 경로에 넘깁니다.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C4D93DB-1844-4C80-8016-E57B1D23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82 / 201</a:t>
            </a:r>
          </a:p>
        </p:txBody>
      </p:sp>
    </p:spTree>
    <p:extLst>
      <p:ext uri="{BB962C8B-B14F-4D97-AF65-F5344CB8AC3E}">
        <p14:creationId xmlns:p14="http://schemas.microsoft.com/office/powerpoint/2010/main" val="1599628571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3763916-5097-4E69-8D27-386EFD6C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뒤에도 맵·Play·순서 관문이 남습니다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04e58cc4d4a2a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BC82E489-96AB-412F-8B6D-2C8404BF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EEDD98D0-93AB-46A3-A4C2-3C400B9C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 관문은 메시지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계약→맵→Play→순서의 서로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다른 조건입니다.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DC58C59D-4B68-4EAD-BB2C-58E75DAB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현재 M2/P2/40에서 41은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받지만 같은 번호 40은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중복입니다.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897710A3-43F2-4E61-B852-4EB085BD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900이 더 커도 P1은 지난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실행입니다. 다른 지도 M1도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거절합니다.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C2117798-B3F9-4B0A-BEB1-711F0470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5DC656D-1157-492C-BF3E-195E1ED8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83 / 201</a:t>
            </a:r>
          </a:p>
        </p:txBody>
      </p:sp>
    </p:spTree>
    <p:extLst>
      <p:ext uri="{BB962C8B-B14F-4D97-AF65-F5344CB8AC3E}">
        <p14:creationId xmlns:p14="http://schemas.microsoft.com/office/powerpoint/2010/main" val="211575301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5645DC0-109E-4B4D-B0BD-FA5C1C3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검사별로 막는 실패 사례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거절해야 할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Hello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메시지 계약인가?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스키마·기능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 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지면 데이터인가?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도로와 옛 높이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PlaySessionId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Play의 상태인가?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지난번 추락 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Sequence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새로운 상태인가?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상태 재수신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5483B50-27F5-4AD1-8078-879AEE52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실패 메시지를 볼 때 검사 이름과 막으려는 위험을 함께 읽습니다.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DD4EFF7-79AB-4A7A-9747-A3AACAF6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84 / 201</a:t>
            </a:r>
          </a:p>
        </p:txBody>
      </p:sp>
    </p:spTree>
    <p:extLst>
      <p:ext uri="{BB962C8B-B14F-4D97-AF65-F5344CB8AC3E}">
        <p14:creationId xmlns:p14="http://schemas.microsoft.com/office/powerpoint/2010/main" val="176646055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C245AC6-35FA-43ED-8203-54F5F1AE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송신에도 지도 준비 조건이 있습니다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7A5CB9D-271D-4204-929F-B917EA19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unreal/DriveIntegration/Source/DriveIntegration/SimCoreClientComponent.cpp:740-747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7B621F0-5419-4F5D-BD27-8A7F88D1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A6A5972-CE47-4243-AB62-8EC4BA52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63AF9A2-AAA4-47A6-8A71-794B3B17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USimCoreClientComponent::ShouldSendControl() const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(!IsConnected() || !bMapHandshakeComplete)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HeartbeatInterval = 1.0f / FMath::Max(CommandRateHz, 1.0f);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ChangedInputInterval = 1.0f / FMath::Max(MaxChangedCommandRateHz,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1.0f);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(bControlDirty &amp;&amp; SendAccumulator &gt;= ChangedInputInterval)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SendAccumulator &gt;= HeartbeatInterval;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950B7EC-4BA4-4064-B903-329CBE1F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운전 명령을 보내는 조건에 bMapHandshakeComplete가 있는 이유를 읽으세요.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91C9702-8618-4433-B655-782732F5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85 / 201</a:t>
            </a:r>
          </a:p>
        </p:txBody>
      </p:sp>
    </p:spTree>
    <p:extLst>
      <p:ext uri="{BB962C8B-B14F-4D97-AF65-F5344CB8AC3E}">
        <p14:creationId xmlns:p14="http://schemas.microsoft.com/office/powerpoint/2010/main" val="1846646001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F0B8D2-5A6B-4F1F-991A-C3A85F10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 조건 코드의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D21C4DE-9608-4C44-B52B-7F789841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742행은 연결되지 않았거나 지도 핸드셰이크가 끝나지 않았으면 false를 반환합니다. 서버가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다른 지면을 계산하는 상황에서 입력을 계속 보내지 않기 위한 의미 검증입니다. 소켓 포트가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열려 있다는 사실만으로 충분하지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B41A4BF-EAF8-41B8-9B9A-6628120D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743~744행은 기본 송신 간격과 변경 입력 간격을 계산합니다. 745~746행은 Dirty 값이 있고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변경 간격이 지났거나, 기본 간격이 지난 경우에 전송을 허용합니다. 권한 조건과 시간 조건을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함수에서 각각 확인합니다.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B6AAF70-B318-49F0-B63D-5AF8B967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지도 검사를 지우면 지금 당장 차가 움직일 수는 있어도 같은 지면을 사용한다는 보장은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사라집니다. 연결이 됐는데 움직이지 않을 때에는 검사 조건을 우회하기보다 어떤 정체성이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맞지 않는지 로그에서 찾는 것이 순서입니다.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19BB989-0966-4557-AA3D-A1F704F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86 / 201</a:t>
            </a:r>
          </a:p>
        </p:txBody>
      </p:sp>
    </p:spTree>
    <p:extLst>
      <p:ext uri="{BB962C8B-B14F-4D97-AF65-F5344CB8AC3E}">
        <p14:creationId xmlns:p14="http://schemas.microsoft.com/office/powerpoint/2010/main" val="121424860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F27E449-FFC2-40B5-8483-BBAE305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Play와 같은 Play의 재접속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E7DC8CC-50A9-4BF0-B757-2B791481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Stop 후 Play는 새 실행이므로 새 PlaySessionId와 초기화 요청이 필요합니다. 같은 Play의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재접속은 통신 연결의 복구일 수 있습니다. 두 사건을 같은 초기화로 처리하면 진행 상태가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예상치 않게 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F6BAE49-6999-443F-894E-01D24A4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SocketGeneration은 클라이언트 내부 소켓 세대이고, PlaySessionId는 실행 정체성,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Sequence는 상태 순서입니다. 예를 들어 같은 Play P1에서 소켓 A가 B로 바뀌어도 P1의 의미는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A5CF8B5-E90B-4842-8D3C-95AE4888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ApplyBinaryMessage에서 지도·Play·순서 검사 뒤 LatestState를 교체하는 순서를 확인하세요. 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Play가 시작됐는데 이전 수신 버퍼나 회전 증거를 이어받지 않도록 연결 초기화와 표시 기능도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경계를 존중해야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5E398A-684B-47C3-8BC2-79448EA7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87 / 201</a:t>
            </a:r>
          </a:p>
        </p:txBody>
      </p:sp>
    </p:spTree>
    <p:extLst>
      <p:ext uri="{BB962C8B-B14F-4D97-AF65-F5344CB8AC3E}">
        <p14:creationId xmlns:p14="http://schemas.microsoft.com/office/powerpoint/2010/main" val="2349959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138049D-0BB1-4504-8D89-555B1B38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패킷을 받아들이는 손 추적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도착 상태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M2 / P2 / 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받음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실행의 더 새 상태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M2 / P2 / 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M2 / P1 / 900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Sequence가 커도 과거 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M1 / P2 / 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지도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1C79EFB6-658F-4D19-BD6C-065590DA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Play는 P2, 지도는 M2이며 이미 Sequence 40을 받았다고 가정합니다.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757ECB0-0FEB-46A2-B3FA-CC80E4D8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88 / 201</a:t>
            </a:r>
          </a:p>
        </p:txBody>
      </p:sp>
    </p:spTree>
    <p:extLst>
      <p:ext uri="{BB962C8B-B14F-4D97-AF65-F5344CB8AC3E}">
        <p14:creationId xmlns:p14="http://schemas.microsoft.com/office/powerpoint/2010/main" val="162935175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E65687F-8985-4D58-855D-55256D4A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검사 순서의 뜻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BD36F36-2693-4A7C-9B2C-F14D1C3A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현재 Sequence가 40인데 이전 Play에서 Sequence 900이 왔습니다. 더 큰 값이므로 적용해도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되나요?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2340C6C-8067-4C7F-A572-F4A821B3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Bake한 새 도로가 보이는데 서버 지도 체크섬이 다릅니다. 차를 움직이기 위해 체크섬 검사를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끄는 것이 해결인가요?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6F49FD2-712A-47D9-BCDB-DAD044F6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89 / 201</a:t>
            </a:r>
          </a:p>
        </p:txBody>
      </p:sp>
    </p:spTree>
    <p:extLst>
      <p:ext uri="{BB962C8B-B14F-4D97-AF65-F5344CB8AC3E}">
        <p14:creationId xmlns:p14="http://schemas.microsoft.com/office/powerpoint/2010/main" val="191595805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B711E6D-91C1-414C-942F-37287C7B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숫자의 순서보다 실행 범위가 먼저입니다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14E159C-2A9D-40C9-80C0-7840E287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과거 Play의 900은 거절합니다. Sequence 비교는 정체성이 맞는 흐름 안에서 의미가 있으며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다른 실행의 큰 숫자가 현재 상태를 대체해서는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5DBE971-B550-4302-AC30-0C95B6B8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체크섬 검사를 끄면 서로 다른 지면으로 계산하는 위험을 숨깁니다. 실제 런타임 설정,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manifest, 서버가 읽는 패키지를 맞춰야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D045438-3EFD-4240-BD06-61372D94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“사용해도 되는 최신 상태”를 확보했습니다. 다음 문제는 그 상태가 도착한 뒤 한동안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패킷이 없을 때 화면이 무엇을 해야 하는가입니다. 그 질문을 풀기 위해 먼저 세 시계를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77D8A0B-3122-4D85-8BB0-FF800B88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90 / 201</a:t>
            </a:r>
          </a:p>
        </p:txBody>
      </p:sp>
    </p:spTree>
    <p:extLst>
      <p:ext uri="{BB962C8B-B14F-4D97-AF65-F5344CB8AC3E}">
        <p14:creationId xmlns:p14="http://schemas.microsoft.com/office/powerpoint/2010/main" val="95276987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3B655E0-6649-4172-93A2-319AE7A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E31CBB2-C9FC-427F-B973-07902682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Hello·지도 정체성·PlaySessionId·Sequence의 거절 이유를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0C36430-16BF-4EF2-A8C0-28B0BAA0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통로가 열리고 파싱이 성공했다는 사실만으로 현재 실행의 결과라고 판단할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C20B0A5-9E59-448A-BEF1-C5F12B9A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이번 실행의 최신 결과를 받았지만 다음 결과가 늦게 오면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어떻게 표시할지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3B9B15D-2A50-456A-9714-1A2C9428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91 / 201</a:t>
            </a:r>
          </a:p>
        </p:txBody>
      </p:sp>
    </p:spTree>
    <p:extLst>
      <p:ext uri="{BB962C8B-B14F-4D97-AF65-F5344CB8AC3E}">
        <p14:creationId xmlns:p14="http://schemas.microsoft.com/office/powerpoint/2010/main" val="2037399398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C18C0CC-92AF-470E-AB4F-74094E5D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4장 늦게 온 상태로 화면 그리기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09ED22F-53B9-45D0-BB44-5ACCE899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프레임·수신·시뮬레이션 시간을 배운 뒤 제한된 예측과 좌표 변환을 적용합니다.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C8BF6F3-0EBF-4261-9447-C932A1C2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C3의 수신 상태 검증과 LatestState의 의미가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67C916B-EDE5-4FFB-96B9-F1EFACF4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수신 공백에서 표시와 서버 안전 정책을 따로 판단합니다. 미터·ENU·FLU를 Unreal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위치와 자세로 변환합니다.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CECD3FA9-5C46-4C85-A2DD-FB531B33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20ms 공백의 예상 표시 위치와 오래된 상태의 처리 이유를 계산할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66BC7C5-35C8-43FA-943C-7E17ABD9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   92 / 201</a:t>
            </a:r>
          </a:p>
        </p:txBody>
      </p:sp>
    </p:spTree>
    <p:extLst>
      <p:ext uri="{BB962C8B-B14F-4D97-AF65-F5344CB8AC3E}">
        <p14:creationId xmlns:p14="http://schemas.microsoft.com/office/powerpoint/2010/main" val="1507624240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892FEE-FE93-427C-B9FF-09D261F3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87BA92D-B47E-4415-A8AB-890185E8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L08 다음 상태가 잠깐 오지 않으면 화면은 어떻게 움직이나요? · 94쪽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세 시계와 표시 제한을 먼저 계산하고 서버 입력 타임아웃을 별도 방향으로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12B9F2C-8DEB-49B0-8773-EBE0FA1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L09 서버의 위치를 Unreal의 차체 위치로 바꾸기 · 110쪽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ENU·FLU·Unreal 공간과 Heading·Pitch·Roll을 구분해 위치를 계산합니다.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65134D3-43C1-409C-81A5-A1A6555A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   93 / 201</a:t>
            </a:r>
          </a:p>
        </p:txBody>
      </p:sp>
    </p:spTree>
    <p:extLst>
      <p:ext uri="{BB962C8B-B14F-4D97-AF65-F5344CB8AC3E}">
        <p14:creationId xmlns:p14="http://schemas.microsoft.com/office/powerpoint/2010/main" val="1428991210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55C8885-6BB2-4E18-A7F5-736D8C5A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상태가 잠깐 오지 않으면 화면은 어떻게 움직이나요?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76C23A-5112-47C4-9F24-57157B0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10m/s로 달리는 차의 상태를 받은 뒤 20ms, 80ms, 120ms 동안 다음 패킷이 오지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않았습니다.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4FCD822-3A46-490D-93EB-805F8F0C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화면을 즉시 끊기게 하지 않으면서도 오래된 속도로 벽을 통과하는 허구의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이동을 그리지 않아야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B4EF4C3-AA41-44EA-A774-A13BF5B1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세 시계와 표시 제한을 먼저 계산하고 서버 입력 타임아웃을 별도 방향으로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46468C9-845B-450E-8F32-0AA9E8C7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L07의 검증된 LatestState와 L05의 주기 송신을 알고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697DA92-5B4F-448E-BE29-0F9C3FD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94 / 201</a:t>
            </a:r>
          </a:p>
        </p:txBody>
      </p:sp>
    </p:spTree>
    <p:extLst>
      <p:ext uri="{BB962C8B-B14F-4D97-AF65-F5344CB8AC3E}">
        <p14:creationId xmlns:p14="http://schemas.microsoft.com/office/powerpoint/2010/main" val="142488132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7AAD68-6782-400F-8AFD-F1E81938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세 개의 시계를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CBD5809-A61A-4E15-A842-B2A9E778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게임 프레임 시계는 Unreal이 화면을 갱신하는 간격입니다. 60fps라면 약 16.7ms마다 Tick을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실행하지만, 매번 새 서버 상태가 있다는 뜻은 아닙니다. 같은 LatestState를 여러 프레임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C0D7D09-E94A-4685-9A07-FB348E37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시계는 서버가 물리 계산을 진행한 시간입니다. 현재 Config의 기본 물리 주기는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60Hz, 스텝은 1/60초입니다. 프레임률이 우연히 같아도 Unreal 프레임과 서버 스텝이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순간에 진행되는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92727D4-E8D3-4824-BAE7-3129AF24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수신 시계는 클라이언트가 패킷을 받은 로컬 시각입니다. 마지막 도착이 언제였는지 알아야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지금 화면에 쓸 결과가 얼마나 오래됐는지 판단할 수 있습니다. 서로 다른 시계의 숫자를 근거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없이 직접 빼면 지연 측정값이 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183468E-1B6B-4D66-9147-94933A5F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95 / 201</a:t>
            </a:r>
          </a:p>
        </p:txBody>
      </p:sp>
    </p:spTree>
    <p:extLst>
      <p:ext uri="{BB962C8B-B14F-4D97-AF65-F5344CB8AC3E}">
        <p14:creationId xmlns:p14="http://schemas.microsoft.com/office/powerpoint/2010/main" val="35317764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58DB621-0E56-45FD-8396-47FEB7A7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수신 뒤 지난 시간을 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CBD6D03-EF66-403F-A3AE-68332733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unreal/DriveIntegration/Source/DriveIntegration/SimCoreClientComponent.cpp:143-148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1EF3FBA-D7AA-4290-B26C-DCBCCEEE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115E2A1-3A97-4C2E-98B5-4DAA1C3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E2DC861-5FBF-4967-8AF7-704086D4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(!bHasState)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OutState = LatestState;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OutStateAgeSeconds = static_cast&lt;float&gt;(FMath::Max(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0.0,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FPlatformTime::Seconds() - LatestStateReceiveTimeSeconds));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true;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5AB27B1-87B3-496D-B89C-DBAB5EF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StateAge는 서버 시각과 현재 시각의 차이가 아닙니다. 뺄셈의 두 항을 확인하세요.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7CB5881-AF10-4EC9-950D-8A35B842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96 / 201</a:t>
            </a:r>
          </a:p>
        </p:txBody>
      </p:sp>
    </p:spTree>
    <p:extLst>
      <p:ext uri="{BB962C8B-B14F-4D97-AF65-F5344CB8AC3E}">
        <p14:creationId xmlns:p14="http://schemas.microsoft.com/office/powerpoint/2010/main" val="631106760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A971468-99BF-4E2C-B213-EC82A6A4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도착 나이 계산을 숫자로 풉니다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7FB7A49-029D-4BD4-866B-1FC9FA11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143행은 수신 상태가 없으면 실패를 반환합니다. 144행은 LatestState를 복사합니다.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145~147행은 로컬 현재 시각에서 마지막 수신 시각을 빼고 음수가 되지 않도록 제한합니다.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148행은 값을 꺼냈다는 사실을 반환합니다.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6EA8F4C-76C3-40FD-A23F-9BBCEA86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클라이언트 시계 10.000초에 상태를 받고 지금이 10.020초라면 나이는 0.020초, 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20ms입니다. 다음 렌더 프레임에서 같은 상태를 읽어도 현재 시각이 증가하므로 나이는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커집니다.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6C90E21-F7DF-421C-AF4D-9835C66C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숫자는 왕복 지연 RTT가 아니며 서버 계산 이후 전체 경과 시간도 아닙니다. 이미 늦게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도착한 패킷의 이동 시간을 이 뺄셈만으로 알 수는 없습니다. 여기서는 “새 결과를 마지막으로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받은 뒤 얼마나 기다렸는가”에만 사용합니다.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584445C-A972-449A-AF5B-B08D5044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97 / 201</a:t>
            </a:r>
          </a:p>
        </p:txBody>
      </p:sp>
    </p:spTree>
    <p:extLst>
      <p:ext uri="{BB962C8B-B14F-4D97-AF65-F5344CB8AC3E}">
        <p14:creationId xmlns:p14="http://schemas.microsoft.com/office/powerpoint/2010/main" val="86401459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035DDF9-D58F-486C-B3D3-84FD699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패킷이 없어도 화면 프레임은 계속됩니다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2239e8294419e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ED086EB1-5E3E-48D9-B153-679C48D7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78399BDF-8E67-4C9D-BD10-3737DB3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위쪽은 상태의 도착 시간,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아래쪽은 차량 표시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B993B075-2EC4-4F52-8AF6-B7A62DF7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수신이 끊겨도 상태 나이는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계속 늘지만 위치 예측에는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한도가 있습니다.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7B662452-5C79-4389-BDA6-451A16C1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예측을 계속하면 서버에서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멈춘 차도 화면에서 전진할 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CA91FD3F-2BCB-4A4D-BE8B-4EE6AC12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CB3C1FE-E143-45A5-BB08-7EF36674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98 / 201</a:t>
            </a:r>
          </a:p>
        </p:txBody>
      </p:sp>
    </p:spTree>
    <p:extLst>
      <p:ext uri="{BB962C8B-B14F-4D97-AF65-F5344CB8AC3E}">
        <p14:creationId xmlns:p14="http://schemas.microsoft.com/office/powerpoint/2010/main" val="3497962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580218-B565-4C6A-9464-EB83F52C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새 패킷이 없어도 화면 프레임은 계속됩니다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A22DBA8-FC1B-429B-91C8-8235AC23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위치 0m, 속도 10m/s인 교육 예시입니다. 다음 패킷이 없어도 화면 프레임은 계속되어 잠깐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앞을 그릴지 정해야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7C8EC0F-3E3B-4DF4-A71A-D41632B5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 추정하면 서버에서 멈춘 차가 화면만 전진할 수 있습니다. 예측 상한과 오래된 상태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경고가 각각 필요합니다.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CE7121D-1D1D-4F8C-9F1B-B12D677E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99 / 201</a:t>
            </a:r>
          </a:p>
        </p:txBody>
      </p:sp>
    </p:spTree>
    <p:extLst>
      <p:ext uri="{BB962C8B-B14F-4D97-AF65-F5344CB8AC3E}">
        <p14:creationId xmlns:p14="http://schemas.microsoft.com/office/powerpoint/2010/main" val="1636531104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73D4E9D-00E4-46A7-9321-C3C9BD7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보간·외삽·완만화가 해결하는 문제가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DBA2111-2CDD-49F8-A15F-4B2C0D76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보간은 이미 받은 두 상태 사이를 채웁니다. 0초 위치 0m와 0.1초 위치 1m를 알면 중간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0.05초를 0.5m로 구할 수 있습니다. 기록된 Ghost 재생처럼 양쪽 상태가 있는 경우에 쓸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4AE9C64-0EB0-4620-8656-8D8C099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외삽은 최신 상태 이후를 추정합니다. 아직 다음 위치가 없으므로 마지막 속도 10m/s에 20ms를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곱해 0.2m 앞을 표시하는 식입니다. 현재 플레이어 BuildVehicleSample은 제한된 외삽을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사용하며 새 물리 계산을 확정하지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37C2E29-2362-405B-99DE-ED8B94DC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완만화는 현재 표시값이 목표값에 도달하는 속도를 제한합니다. 운전자 포즈나 음량 전환에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유용하지만 모든 위치에 적용하면 조작 지연이 늘 수 있습니다. 부드러워 보인다는 결과만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같다고 세 방법을 같은 기능으로 부르지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E957DE7-2810-4E1F-B1F4-EA08CDA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100 / 201</a:t>
            </a:r>
          </a:p>
        </p:txBody>
      </p:sp>
    </p:spTree>
    <p:extLst>
      <p:ext uri="{BB962C8B-B14F-4D97-AF65-F5344CB8AC3E}">
        <p14:creationId xmlns:p14="http://schemas.microsoft.com/office/powerpoint/2010/main" val="107518599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A6C1B57-B4A0-4C0E-BC47-54446100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 예측 시간을 제한합니다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FB5577C-3161-4AF1-984E-CC0CA2E8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unreal/DriveIntegration/Source/DriveIntegration/SimCorePresentation.cpp:44-51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4F03F92-6E77-4897-BC8E-0F5D05D6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B211E52-1677-40B9-B738-96513817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D7119F2-1A0C-43F4-8639-D9524C1C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FVehiclePresentationSample Sample;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ClampedStateAgeSeconds = FMath::Max(0.0,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static_cast&lt;double&gt;(StateAgeSeconds));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PredictionSeconds = FMath::Min(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ClampedStateAgeSeconds,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FMath::Max(0.0, static_cast&lt;double&gt;(MaxExtrapolationSeconds)));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FVector2d VelocityEnu = SimCoreCoordinateFrames::BodyFluVelocityToEnu(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State.LinearVelocityBody,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State.HeadingDegrees);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0A97CBE-FA42-4141-AA57-54DA15E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PredictionSeconds는 상태 나이와 MaxExtrapolationSeconds 중 작은 값입니다.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68B1568-DBD9-4EE3-B87E-295E245F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101 / 201</a:t>
            </a:r>
          </a:p>
        </p:txBody>
      </p:sp>
    </p:spTree>
    <p:extLst>
      <p:ext uri="{BB962C8B-B14F-4D97-AF65-F5344CB8AC3E}">
        <p14:creationId xmlns:p14="http://schemas.microsoft.com/office/powerpoint/2010/main" val="872725546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373AD61-D08B-4F08-8399-BFAD2EBA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예측 코드가 “이동 허가”가 아닌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D7F2C31-91BC-465D-8BA4-72657FF2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44행은 표시 결과를 준비하고 45행은 음수 상태 나이를 0으로 제한합니다. 46~48행은 상태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나이와 예측 상한 중 작은 값을 고릅니다. 오래 기다렸다는 사실만으로 화면을 무한히 전진시킬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근거가 생기지 않기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3A18FDB-4ECE-4D3A-8FF9-00EBE9D2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49~51행은 차체 기준 속도를 지도 기준 속도로 바꿉니다. 이후 이 속도에 예측 시간을 곱해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 위치를 만듭니다. 10m/s에서 나이 0.08초라도 예측 상한 0.05초 때문에 추가 거리는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0.5m에 머뭅니다.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811BC42-F29A-46A5-A587-9AC17BB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코드에는 새로운 서버 명령을 승인하거나 타임아웃을 해제하는 연산이 없습니다. 예측은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결과 사이의 화면 공백을 메우는 정책일 뿐입니다. 오래된 상태인지 여부는 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비교이므로 예측이 멈춰도 신선도 한도가 아직 남을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FEE0663-FBCF-488C-901A-036D9F06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102 / 201</a:t>
            </a:r>
          </a:p>
        </p:txBody>
      </p:sp>
    </p:spTree>
    <p:extLst>
      <p:ext uri="{BB962C8B-B14F-4D97-AF65-F5344CB8AC3E}">
        <p14:creationId xmlns:p14="http://schemas.microsoft.com/office/powerpoint/2010/main" val="19608396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AD8852-88B0-44C7-9CBB-87414B7E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10m/s에서 표시 예측을 손으로 추적합니다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8727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83058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나이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선택된 예측 시간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위치에서 추가</a:t>
                      </a:r>
                    </a:p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신선도 0.1초 비교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신선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신선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신선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상태로 판단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43A96D3A-B949-45C5-8487-1A2E393B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626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기본 예측 상한은 0.05초입니다. 평지·일정 속도·새 패킷 없음이라는 교육용 상황이며 서버의 새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위치를 확정하는 계산은 아닙니다.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94C5D66-DFFC-4702-82DA-7E3AEDC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103 / 201</a:t>
            </a:r>
          </a:p>
        </p:txBody>
      </p:sp>
    </p:spTree>
    <p:extLst>
      <p:ext uri="{BB962C8B-B14F-4D97-AF65-F5344CB8AC3E}">
        <p14:creationId xmlns:p14="http://schemas.microsoft.com/office/powerpoint/2010/main" val="1836798372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4E5B45-4EA7-497C-BB11-BA09EB85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설정 이름을 판정하는 코드와 연결합니다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376E464-AE14-4521-B3CC-7F4E141E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Pawn의 MaxExtrapolationSeconds는 앞을 그릴 시간 상한이고 StateStaleTimeoutSeconds는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상태가 오래됐는지 판단하는 값입니다. 모두 초 단위지만 한 값은 거리 계산을 제한하고 다른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값은 결과의 신선도를 판단합니다.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197C18A-679F-4F2E-8E0A-DDF3DC5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클라이언트의 HealthStateStaleTimeoutSeconds는 과거 Active 상태를 현재 정상 연결처럼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표시하지 않게 합니다. 서버의 COMMAND_TIMEOUT_NS와 HARD_COMMAND_TIMEOUT_NS는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 방향의 명령 공백을 나노초로 판단합니다.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22553F0-908A-4D53-ACF8-90FE4B3A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표는 코드 기본값입니다. 인스턴스나 실행 옵션으로 달라질 수 있어 실제 설정도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확인하세요. 예측 거리·상태 경고·서버 운전 권한을 한 가지 제한으로 합치지 않는 것이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6A5DB30-32CB-4E10-96A9-DD560D47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104 / 201</a:t>
            </a:r>
          </a:p>
        </p:txBody>
      </p:sp>
    </p:spTree>
    <p:extLst>
      <p:ext uri="{BB962C8B-B14F-4D97-AF65-F5344CB8AC3E}">
        <p14:creationId xmlns:p14="http://schemas.microsoft.com/office/powerpoint/2010/main" val="1997872162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12184D3-BF54-468A-8C8B-E63448ED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기본값의 역할 비교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063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역할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 주체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예측 상한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Unreal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추정 거리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신선도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Pawn·효과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결과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상태 신선도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과거 Active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soft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SafeStop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hard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격리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9E26975-74CB-46FB-96D0-67B17FC1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676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숫자라도 방향·단위·판정 주체가 다르면 서로 대체할 수 없습니다.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54F4064-473B-4DDB-9AAD-BF95381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105 / 201</a:t>
            </a:r>
          </a:p>
        </p:txBody>
      </p:sp>
    </p:spTree>
    <p:extLst>
      <p:ext uri="{BB962C8B-B14F-4D97-AF65-F5344CB8AC3E}">
        <p14:creationId xmlns:p14="http://schemas.microsoft.com/office/powerpoint/2010/main" val="110054725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D870F86-72B2-444D-95B9-B0718FD7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타임아웃은 반대 방향의 공백을 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7E807DB-BEC2-4FA3-A77B-75EA03B8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앞의 100ms는 서버 결과가 클라이언트에 오지 않은 상황입니다. 서버 제어 임대는 반대로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클라이언트의 명령이 서버에 오지 않은 시간을 봅니다. 250ms를 넘으면 SafeStop을 적용하며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세션의 신선하고 올바른 명령으로 복구할 여지가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E891F60-F5A2-4A6F-BF87-E801B0F7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1초를 넘는 hard timeout은 제어 세션을 격리합니다. 마지막 수신 시각과 서버의 현재 시각을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비교합니다. 물리 스텝에서 검사하므로 정확히 경계 숫자에 실행된다는 하드 실시간 보장은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83BA237-7DCB-47EA-9350-35F0AC6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 신선도 값을 1초로 늘려도 서버 입력 공백이 해결되지 않습니다. 예측 상한을 1초로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늘리면 10m/s에서 화면이 최대 10m를 추정할 수 있어 오히려 위험합니다. 이름이 비슷한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시간값을 한꺼번에 늘리지 않고 방향과 판정 주체부터 확인하세요.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7A34C63-2E06-4A9B-8657-964EECB9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106 / 201</a:t>
            </a:r>
          </a:p>
        </p:txBody>
      </p:sp>
    </p:spTree>
    <p:extLst>
      <p:ext uri="{BB962C8B-B14F-4D97-AF65-F5344CB8AC3E}">
        <p14:creationId xmlns:p14="http://schemas.microsoft.com/office/powerpoint/2010/main" val="140942790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4ADEC5-83E5-4ECA-ACCF-78D6178B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80ms와 300ms를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A4001DA-752C-4A53-922B-964401CC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클라이언트가 80ms 동안 새 상태를 못 받았고 마지막 속도는 10m/s입니다. 기본 설정에서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추가 표시 거리는 0.8m인가요, 0.5m인가요? 아직 100ms 신선도 한도를 넘었나요?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FA41CAB-AC84-42AA-B679-657F00CC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명령을 300ms 동안 받지 못했습니다. 클라이언트 예측 한도를 올리면 SafeStop의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원인이 해결되나요? 판정 주체와 방향을 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D4F8CCA-F400-4FB3-A8F8-3557311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107 / 201</a:t>
            </a:r>
          </a:p>
        </p:txBody>
      </p:sp>
    </p:spTree>
    <p:extLst>
      <p:ext uri="{BB962C8B-B14F-4D97-AF65-F5344CB8AC3E}">
        <p14:creationId xmlns:p14="http://schemas.microsoft.com/office/powerpoint/2010/main" val="516605462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49C54A-C985-4CDA-8F82-F7F8862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예측 거리와 안전 판단을 따로 계산합니다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48B77C2-0C23-48A4-9F23-B37ED9B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80ms에서도 예측은 50ms로 제한되므로 0.5m입니다. 나이는 아직 100ms보다 작습니다.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예측을 더 하지 않는 시점과 상태를 오래됐다고 판단하는 시점이 다른 목적임을 확인할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8EDA68C-BC6A-42F8-B920-4BCF6B86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300ms 명령 공백은 서버 제어 임대의 soft timeout 대상입니다. 클라이언트 표시 설정을 바꿔도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서버에 명령이 도착하지 않은 사실은 바뀌지 않습니다. 연결·명령 생성·송신·서버 수신 경로를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E3039BE-89ED-4CC1-AD47-1600533F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화면에 얼마나 앞서 그릴지 정했습니다. 다음 수업에서는 그 0.5m가 어느 방향인지, 지도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좌표의 미터를 Unreal 센티미터와 자세로 어떻게 바꾸는지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B97710-70FD-4EF0-B564-DEC3E29C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108 / 201</a:t>
            </a:r>
          </a:p>
        </p:txBody>
      </p:sp>
    </p:spTree>
    <p:extLst>
      <p:ext uri="{BB962C8B-B14F-4D97-AF65-F5344CB8AC3E}">
        <p14:creationId xmlns:p14="http://schemas.microsoft.com/office/powerpoint/2010/main" val="59434337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1F36495-478C-46FA-BC52-B69DEB57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BF2FA94-AAFF-4D6C-8AAB-5BC7F439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세 시계와 표시 제한을 먼저 계산하고 서버 입력 타임아웃을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별도 방향으로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37EFE2E-0129-4D28-B993-8129E69F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화면을 즉시 끊기게 하지 않으면서도 오래된 속도로 벽을 통과하는 허구의 이동을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그리지 않아야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6E79F0A-4083-4C4E-804C-237996D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예측한 위치를 ENU 미터에서 Unreal 좌표와 자세로 변환합니다.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C4AC7F9-53CB-47DE-97D6-FB9F9160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109 / 201</a:t>
            </a:r>
          </a:p>
        </p:txBody>
      </p:sp>
    </p:spTree>
    <p:extLst>
      <p:ext uri="{BB962C8B-B14F-4D97-AF65-F5344CB8AC3E}">
        <p14:creationId xmlns:p14="http://schemas.microsoft.com/office/powerpoint/2010/main" val="1152477937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EA0CDDB-EE18-4D95-9332-A11BCD1A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서버의 위치를 Unreal의 차체 위치로 바꾸기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55ECAE4-E6BB-48EF-A2D4-D9FBF288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서버는 앞으로 움직였는데 화면에서 옆으로 가거나 경사에서 반대로 기울어지는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이유는 무엇일까요?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80A83F3-B8F5-4AE2-B1CE-3D483F19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단위와 좌표 기준을 계약대로 바꾸지 않으면 정상 물리 상태도 잘못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F0B5821-CDB1-4C4B-BA7E-61E75095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ENU·FLU·Unreal 공간과 Heading·Pitch·Roll을 구분해 위치를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3D50A86-EA12-47E0-98D9-841039FB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L02의 로컬·월드 기준, L08의 표시 예측을 먼저 알아야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A57E90B-7AD5-437C-BC2A-D1AA5A28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110 / 201</a:t>
            </a:r>
          </a:p>
        </p:txBody>
      </p:sp>
    </p:spTree>
    <p:extLst>
      <p:ext uri="{BB962C8B-B14F-4D97-AF65-F5344CB8AC3E}">
        <p14:creationId xmlns:p14="http://schemas.microsoft.com/office/powerpoint/2010/main" val="868085416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5B5CB03-9384-45FE-8AA2-2B7F4123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(1, 0, 0)도 기준에 따라 방향이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E87DEC3-725C-47CE-9069-2BB8A4B7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지도 ENU의 X는 동쪽, Y는 북쪽, Z는 위입니다. 차량 FLU의 X는 차량 앞, Y는 왼쪽, Z는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위입니다. 북쪽을 보는 차와 동쪽을 보는 차는 같은 전진 속도를 가져도 지도 이동 방향은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D068576-B6E1-4579-9489-896CFDFF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Unreal 월드는 X를 북쪽, Y를 동쪽에 대응시키고 길이는 센티미터로 표시합니다. Actor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로컬은 앞 X·오른쪽 Y·위 Z이므로 FLU의 왼쪽 성분과 부호가 다릅니다. 이 지리 대응은 프로젝트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약속이며 엔진 자체가 북쪽을 강제하는 규칙은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FE2A2D3-483E-4CCD-8FED-B4FC5EA0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위치 변환과 속도 방향 변환, 조향 표시 변환을 구분해야 합니다. 변수명에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PositionEnu와 LinearVelocityBody처럼 기준을 남기는 것은 장식이 아니라 실수를 막는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정보입니다. 숫자만 복사하면 단위와 축을 놓치기 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2830249-4C54-4F09-B9EF-5DA2E7F9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111 / 201</a:t>
            </a:r>
          </a:p>
        </p:txBody>
      </p:sp>
    </p:spTree>
    <p:extLst>
      <p:ext uri="{BB962C8B-B14F-4D97-AF65-F5344CB8AC3E}">
        <p14:creationId xmlns:p14="http://schemas.microsoft.com/office/powerpoint/2010/main" val="861311880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1CC4303-DEAF-4CDF-98F8-0944173F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동·북 축 교환과 단위 변환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477a4d98e4022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6C88B9AC-2064-4320-9E4C-104C267A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27733370-2D49-43F4-9D7B-EB7C839F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서버의 동·북·위 방향과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Unreal의 축 대응을 먼저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F68122C6-9C55-4206-BF9A-04219B2D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같은 지점도 미터를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센티미터로 바꾸면 숫자가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100배가 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B36A2660-759A-477E-825B-6D7765AB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346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위치 변환과 회전 부호는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별도로 검사합니다. 그림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방향만 보고 부호를 추측하지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6C5498F4-6314-4F5F-A986-E6BB31D5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F2E86E0-8BE3-4879-AAFE-279DF268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112 / 201</a:t>
            </a:r>
          </a:p>
        </p:txBody>
      </p:sp>
    </p:spTree>
    <p:extLst>
      <p:ext uri="{BB962C8B-B14F-4D97-AF65-F5344CB8AC3E}">
        <p14:creationId xmlns:p14="http://schemas.microsoft.com/office/powerpoint/2010/main" val="541988673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B5CDE0-1761-4BE4-87F9-2D1666B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동·북 축 교환과 단위 변환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1C6C904-9FE5-40F3-856C-96A85F7F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그림의 서버 ENU (2, 5)m는 동쪽 2m, 북쪽 5m입니다. Unreal 월드에서는 북쪽 값이 X로 가고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동쪽 값이 Y로 가므로 (500, 200)cm가 됩니다. 위치가 바뀐 것이 아니라 같은 장소를 다른 축과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단위로 표현한 것입니다.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AB69A04-04F8-4280-B86F-3A846400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 오프셋이 있으면 이 결과에 센티미터 단위로 더합니다. 방향 벡터나 속도에는 위치 원점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이동을 더하지 않습니다. 같은 변환이라는 말로 모든 종류의 벡터에 같은 연산을 적용하면 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3FA0C7B-312A-447B-B714-D362A58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113 / 201</a:t>
            </a:r>
          </a:p>
        </p:txBody>
      </p:sp>
    </p:spTree>
    <p:extLst>
      <p:ext uri="{BB962C8B-B14F-4D97-AF65-F5344CB8AC3E}">
        <p14:creationId xmlns:p14="http://schemas.microsoft.com/office/powerpoint/2010/main" val="1425275535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475C98E-F763-4233-A417-7425D1D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 변환의 실제 경계 함수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B2B8E78-5C23-4AE5-A88F-74DD09CB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unreal/DriveIntegration/Source/DriveIntegration/SimCoreCoordinateFrames.cpp:133-139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D89724E-E8EF-4729-899D-4946F3F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64E28BF-2C6B-4DE4-AA95-8691AED0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F384693-4FA4-4912-9E08-086B2A7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FVector MapEnuPositionMetersToUnrealCentimeters(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FVector3d&amp; PositionEnuMeters,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FVector&amp; PresentationOffsetCentimeters)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FVector(MapEnuPolarVectorToUnrealWorld(PositionEnuMeters) * 100.0)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+ PresentationOffsetCentimeters;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B3559DB-6D23-42BC-A4B0-04E9FB9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이름에 공간과 단위가 모두 들어 있다는 점부터 확인합니다.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FED3A31-3F77-466B-923F-E8CAC724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114 / 201</a:t>
            </a:r>
          </a:p>
        </p:txBody>
      </p:sp>
    </p:spTree>
    <p:extLst>
      <p:ext uri="{BB962C8B-B14F-4D97-AF65-F5344CB8AC3E}">
        <p14:creationId xmlns:p14="http://schemas.microsoft.com/office/powerpoint/2010/main" val="1519514715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D06D4C7-9E04-4C8F-8A64-8CEC2657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 변환 코드와 수치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8B6FDC7-FAD9-41E1-8642-0D978C4B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134행의 입력은 ENU 미터 위치이고 135행의 오프셋은 Unreal 센티미터입니다. 137행은 축을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교환한 벡터에 100을 곱합니다. 138행은 이미 센티미터인 표시 오프셋을 마지막에 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E39F59D-A7E1-4A6E-8AA8-11D98846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ENU (3, 7, 0.4)m를 변환하면 (700, 300, 40)cm입니다. 오프셋이 (100, −50, 0)cm이면 최종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위치는 (800, 250, 40)cm입니다. 오프셋까지 100배 하면 전혀 다른 위치가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696DF07-BB85-4A7E-838B-8C99C56F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역변환은 먼저 오프셋을 빼고 100으로 나눈 뒤 축을 되돌립니다. 왕복했을 때 원래 위치가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나와야 하는 성질은 좋은 테스트입니다. 속도는 장소가 아니라 변화량이므로 같은 원점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오프셋을 더하지 않는다는 점도 함께 설명해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814EA44-53C8-4101-86E6-47B6A35F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115 / 201</a:t>
            </a:r>
          </a:p>
        </p:txBody>
      </p:sp>
    </p:spTree>
    <p:extLst>
      <p:ext uri="{BB962C8B-B14F-4D97-AF65-F5344CB8AC3E}">
        <p14:creationId xmlns:p14="http://schemas.microsoft.com/office/powerpoint/2010/main" val="969047662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E45AD26-61A2-4DDA-A36E-91B334EA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북쪽 0도에서 오른쪽으로 돌면 Heading이 증가합니다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2FF368D-24FF-4F14-BB7F-E686FD4F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현재 Heading은 북쪽 0°, 동쪽 90°인 나침반 방위각입니다. 하지만 명령의 왼쪽 조향과 FLU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yaw는 왼쪽이 양수입니다. 그래서 Heading 증가 방향을 조향 양수와 그대로 같다고 생각하면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표시가 뒤집힐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66F4AD7-24D6-4B4E-92FA-6764AF9C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359°에서 1°로 바뀌면 작은 오른쪽 회전 2°입니다. 단순 뺄셈 1−359는 −358°라서 잘못된 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회전으로 보입니다. FindDeltaAngleDegrees 같은 각도 래핑 처리를 사용하는 이유입니다.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F5D3E72-A6B2-448A-88A4-7093C980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좌표 변환은 명명된 함수에 모아 한 번 수행합니다. 왼쪽 조향 예를 장치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입력·명령·Heading 변화·Unreal Yaw 네 칸으로 적고 어느 경계에서 부호가 바뀌는지 확인하면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여러 곳에 임의로 마이너스를 붙이는 수정을 피할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1DF66F7-1DB6-4604-A32E-180065D2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116 / 201</a:t>
            </a:r>
          </a:p>
        </p:txBody>
      </p:sp>
    </p:spTree>
    <p:extLst>
      <p:ext uri="{BB962C8B-B14F-4D97-AF65-F5344CB8AC3E}">
        <p14:creationId xmlns:p14="http://schemas.microsoft.com/office/powerpoint/2010/main" val="2021401909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71DCEDB-2E45-4143-8BEA-E0373732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 각도·행렬·쿼터니언은 자세를 담는 다른 방법입니다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CF1E824-CDE5-45A3-A1E6-6F419DF7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Euler 각은 Yaw·Pitch·Roll처럼 세 각도로 자세를 나타냅니다. 회전 순서도 약속해야 하며,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90°라도 어느 축을 먼저 돌리느냐에 따라 결과가 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DC44BAE-FB9B-4A04-9DE2-0C1DD7E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 예로 오른손 고정 축에서 X 방향 벡터를 Z→X 순서로 90°씩 돌리면 Z 방향, X→Z 순서면 Y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방향입니다. 각 숫자만 같다고 같은 자세는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EE53A00-4081-462E-97A0-9A03A82B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 행렬은 바뀐 세 기준축을 담는 표입니다. 현재 ChangeOrientationBasis는 동·북 행과 좌우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열을 바꿔 같은 자세를 ENU·FLU에서 Unreal 기준으로 옮깁니다.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A999EBB-C28C-4479-981B-DCBBF8F6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쿼터니언은 자세를 네 성분으로 표현합니다. 현재 코드는 각도·행렬·쿼터니언 변환으로 전체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자세를 다루고 마지막에 FRotator로 돌려줍니다. 네 성분은 네 개의 회전각이 아닙니다.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6D0EB1-33BE-43EE-B78A-8B3EBFA2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117 / 201</a:t>
            </a:r>
          </a:p>
        </p:txBody>
      </p:sp>
    </p:spTree>
    <p:extLst>
      <p:ext uri="{BB962C8B-B14F-4D97-AF65-F5344CB8AC3E}">
        <p14:creationId xmlns:p14="http://schemas.microsoft.com/office/powerpoint/2010/main" val="1168502791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D07CDF9-F68E-413D-B30C-A6947094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경사와 전복에서는 전체 자세를 변환해야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EB8C54F-EF9B-44A8-9094-5C1E17FB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평지의 Yaw만 맞으면 차량이 정상처럼 보일 수 있지만 경사에서는 Pitch와 Roll도 필요합니다.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서버의 앞 들림과 좌측 들림이 Unreal에서 같은 자세로 보이도록 회전 기준 전체를 변환해야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A6BCC34-1542-4B75-BF72-EB1FB6F1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BuildUnrealActorRotation은 Heading·Pitch·Roll과 각속도 예측을 처리합니다. Euler 각도에 임의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부호만 붙이면 축이 함께 기울어진 복합 자세에서 깨질 수 있어 행렬·쿼터니언 기반 변환을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6DC51D7-D90A-495E-8F0D-8E458FE9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Pawn Tick은 BuildVehicleSample의 위치·회전을 SetActorLocationAndRotation에 적용합니다.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반대로 기울어진 차체를 바퀴 오프셋으로 가리면 전체 자세 오류는 남습니다. 차체 자세와 자식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휠 정렬을 따로 확인하세요.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64ADBD6-DFE3-48C7-BA68-3D1B0BFC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118 / 201</a:t>
            </a:r>
          </a:p>
        </p:txBody>
      </p:sp>
    </p:spTree>
    <p:extLst>
      <p:ext uri="{BB962C8B-B14F-4D97-AF65-F5344CB8AC3E}">
        <p14:creationId xmlns:p14="http://schemas.microsoft.com/office/powerpoint/2010/main" val="961441800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CE1544-952A-4BF8-9A7C-5B2C9E8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 오류를 구분하는 작은 실험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063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볼 값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북쪽 전진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UE X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ENU/Body 속도 변환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오른쪽 회전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Heading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조향과 Heading 부호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 오르막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차체 앞이 위로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Pitch와 전체 자세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 높은 지면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차체 좌측이 위로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Roll·부모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원점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 운동 동일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 오프셋만 변경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3578AFC1-EFB5-414A-952A-98BC0572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676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번에 여러 조건을 바꾸지 않고 좌표 변환의 각 성질을 따로 확인합니다.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E2A491-8E77-438F-B5E4-E3BABA67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119 / 201</a:t>
            </a:r>
          </a:p>
        </p:txBody>
      </p:sp>
    </p:spTree>
    <p:extLst>
      <p:ext uri="{BB962C8B-B14F-4D97-AF65-F5344CB8AC3E}">
        <p14:creationId xmlns:p14="http://schemas.microsoft.com/office/powerpoint/2010/main" val="1053556355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432502F-796F-4B22-98D2-A2EF5C8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단위와 각도 경계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68212E3-D4B9-427C-A2AD-1D23E6FE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ENU (3, 7, 0.4)m에 표시 오프셋 (100, −50, 0)cm를 적용한 Unreal 위치를 계산하세요.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3AC04A5-F7D8-4F0F-8299-159CF04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Heading 359°에서 1°로 바뀐 차는 358° 왼쪽으로 돈 것인가요? 단순 뺄셈 대신 필요한 개념을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54FE22F-5DD3-4F5E-89D5-2E4BA59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120 / 201</a:t>
            </a:r>
          </a:p>
        </p:txBody>
      </p:sp>
    </p:spTree>
    <p:extLst>
      <p:ext uri="{BB962C8B-B14F-4D97-AF65-F5344CB8AC3E}">
        <p14:creationId xmlns:p14="http://schemas.microsoft.com/office/powerpoint/2010/main" val="145481564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8B92B81-07DB-4872-B56F-9DDC8CDA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축·단위·원점을 따로 처리합니다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5291DE7-4C88-40C6-962C-549CF13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최종 위치는 (800, 250, 40)cm입니다. 북·동 축 대응 후 100배하고 이미 센티미터인 오프셋을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 번 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7D98936-1B75-49E2-8F84-9EFB9868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각도는 최단 변화량 2°의 오른쪽 회전입니다. 0°와 360°가 같은 방향이라는 래핑 성질을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이용해야 하며, 큰 회전 점프로 오해하면 자동 취소 같은 상태기계에도 잘못된 증거가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E38238C-6471-4B45-8A9D-5E83A7A9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 위치 변환을 이해했으니 다음에는 “보이는 도로”와 “서버가 계산하는 지면”이 왜 맞아야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하는지, NPC와 손상 표현이 어떤 상태를 사용하는지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179468C-B23F-4163-9899-DD533AA5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121 / 201</a:t>
            </a:r>
          </a:p>
        </p:txBody>
      </p:sp>
    </p:spTree>
    <p:extLst>
      <p:ext uri="{BB962C8B-B14F-4D97-AF65-F5344CB8AC3E}">
        <p14:creationId xmlns:p14="http://schemas.microsoft.com/office/powerpoint/2010/main" val="1557050216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B99F296-C5DD-454F-9685-828A7F9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BF489C9-BDC6-4766-A614-53ADF148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ENU·FLU·Unreal 공간과 Heading·Pitch·Roll을 구분해 위치를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B9FCADC-EC2F-47BA-8B3F-627A4D7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단위와 좌표 기준을 계약대로 바꾸지 않으면 정상 물리 상태도 잘못 표시됩니다.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CFC0146-5A51-4D54-8506-5980534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변환한 차체 상태와 지면·바퀴·NPC 표시의 정합성을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4A9E217-61AE-422B-AA73-AE792A18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122 / 201</a:t>
            </a:r>
          </a:p>
        </p:txBody>
      </p:sp>
    </p:spTree>
    <p:extLst>
      <p:ext uri="{BB962C8B-B14F-4D97-AF65-F5344CB8AC3E}">
        <p14:creationId xmlns:p14="http://schemas.microsoft.com/office/powerpoint/2010/main" val="156652806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7585DF9-7D0E-4B44-994D-D83CA92D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도로와 차량 구조를 표현하기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6786D9A-6A99-4D25-8514-1875E824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서버 계산 결과와 Unreal의 지면 측정·차체·운전자·휠 표시 사이의 책임을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339DFAB-9228-4BEE-BB6B-29F77D08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C4의 좌표 변환과 표시 샘플을 읽을 수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46E16ED-751A-48B2-904C-C0527F98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지면·NPC·손상 문제가 속한 경계를 찾습니다. 바퀴 허브와 조향·굴림을 구분해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01859AB-4FEC-4DA9-8EEC-BBAF80C2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차체는 맞는데 바퀴만 뜨는 현상의 조사 순서를 정할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75547C5-A5DD-4A45-9597-3008688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   123 / 201</a:t>
            </a:r>
          </a:p>
        </p:txBody>
      </p:sp>
    </p:spTree>
    <p:extLst>
      <p:ext uri="{BB962C8B-B14F-4D97-AF65-F5344CB8AC3E}">
        <p14:creationId xmlns:p14="http://schemas.microsoft.com/office/powerpoint/2010/main" val="897144001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F069CB5-1F0F-4169-A915-97FF5F3C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9E73C09-B345-4802-A445-C4C4041B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L10 보이는 도로와 계산하는 지면을 맞추기 · 125쪽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지면 내보내기와 맵 정체성을 연결하고 NPC·차종·손상의 표현 책임을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2050AF9-3BC0-4B0C-9A38-3E06138E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L11 바퀴의 위치·조향·굴림을 따로 계산하기 · 140쪽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접촉점으로 허브를 복원하고 v/r와 프레임 시간으로 회전량을 계산합니다.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17815A6-933D-459C-968B-0CCD90FD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   124 / 201</a:t>
            </a:r>
          </a:p>
        </p:txBody>
      </p:sp>
    </p:spTree>
    <p:extLst>
      <p:ext uri="{BB962C8B-B14F-4D97-AF65-F5344CB8AC3E}">
        <p14:creationId xmlns:p14="http://schemas.microsoft.com/office/powerpoint/2010/main" val="1946321039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C7AC103-0CF2-4FBE-BF02-8155F783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보이는 도로와 계산하는 지면을 맞추기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7FD307E-196A-4E31-B0B4-D3D27E70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연석이 눈앞에 있는데 바퀴가 파묻히거나 NPC가 벽을 통과하면 어떤 정보를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확인해야 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A09F3C9-5E48-440B-B31A-ED4C2544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노면 측정·서버 계산·메시 표시를 구분해야 외형을 옮겨 실제 접촉 오류를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가리지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3B4B511-8594-40AF-9558-1F5501F8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지면 내보내기와 맵 정체성을 연결하고 NPC·차종·손상의 표현 책임을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AC2CE06-7857-4CFD-96F0-661FD611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L07의 맵 정체성과 L09의 월드·차체 좌표 변환이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DF552F6-8F99-4D96-977B-A92C2962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125 / 201</a:t>
            </a:r>
          </a:p>
        </p:txBody>
      </p:sp>
    </p:spTree>
    <p:extLst>
      <p:ext uri="{BB962C8B-B14F-4D97-AF65-F5344CB8AC3E}">
        <p14:creationId xmlns:p14="http://schemas.microsoft.com/office/powerpoint/2010/main" val="175808405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B0E7F24-2D07-46A0-87C7-8057B3D0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아스팔트 그림이 곧 물리 지면은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A9F23E1-53E2-49DF-87B1-1D2B61FB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도로 재질이 화면에 보인다는 사실만으로 서버가 그 높이를 안다고 볼 수는 없습니다. Unreal의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메시와 충돌 설정, 내보낸 지면 데이터, 서버가 읽은 맵 패키지는 서로 연결되어야 하는 별도의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정보입니다.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9C93690-6B8A-47D6-A379-60DDF3BF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Unreal은 월드의 충돌 표면을 측정할 수 있으므로 지면 높이·법선·표면 정보를 만드는 일을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맡습니다. 서버는 전달받은 지면과 차량 상태로 접촉력을 계산합니다. 화면 프레임마다 서버가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객체를 직접 조회하는 구조는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362B9C2-6BAF-4BDC-A935-8B1889F5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연석을 바꿨다면 측정 범위와 간격, 충돌 대상, 내보내기 결과, 사용 중인 맵 체크섬 순서로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확인하세요. 메시를 위로 올려 바퀴 침투를 가리면 실제 서버 지면은 그대로라 다음 충돌에서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문제가 다시 나타납니다.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D87E264-BC2D-40D3-83DD-33308DC0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126 / 201</a:t>
            </a:r>
          </a:p>
        </p:txBody>
      </p:sp>
    </p:spTree>
    <p:extLst>
      <p:ext uri="{BB962C8B-B14F-4D97-AF65-F5344CB8AC3E}">
        <p14:creationId xmlns:p14="http://schemas.microsoft.com/office/powerpoint/2010/main" val="34624558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5D986B5-1A06-4AF3-B7DC-4BE98FF7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도로 표면 측정에서 서버 접촉까지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3fd9b1f114362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CAB73F53-EF03-4F6F-9D57-75CE7B7D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22D8C7AD-3956-481F-B277-DFA1EF96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주황선은 조명선이 아니라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표면의 높이·법선을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측정하는 선입니다.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0B513D79-FABB-4DD4-BBDA-14A56324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측정 결과를 맵으로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내보내고 서버는 그 지면으로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접촉을 계산합니다.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F3F14B60-D87E-4704-9902-C5CF889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아래는 양쪽 맵의 정체성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비교입니다. 외형 수정만으로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지면은 안 바뀝니다.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56FFC06D-308A-4090-8199-7AAB1C8D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4850909-C7E4-40F3-9D10-89D94AE6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127 / 201</a:t>
            </a:r>
          </a:p>
        </p:txBody>
      </p:sp>
    </p:spTree>
    <p:extLst>
      <p:ext uri="{BB962C8B-B14F-4D97-AF65-F5344CB8AC3E}">
        <p14:creationId xmlns:p14="http://schemas.microsoft.com/office/powerpoint/2010/main" val="498210822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D8F4924-D94C-47B6-A570-2BD29B4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측정에 필요한 범위와 좌표를 전달합니다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11A854C-51B0-4168-A0C1-CB3B7AE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unreal/DriveIntegration/Source/DriveIntegration/GroundCollisionExporter.cpp:725-736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C38FE0F-8F83-41E0-9B40-C1AF55B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0B44CE9-33E2-4036-86D3-5F253A8F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90145DB-3905-4FC5-BB58-3473663A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SimCoreGroundSnapshot::FBuildRequest SnapshotRequest;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SnapshotRequest.World = World;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SnapshotRequest.IgnoredActor = this;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SnapshotRequest.GroundActor = GroundActor;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SnapshotRequest.SamplingCenterWorldCm = Center;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SnapshotRequest.SamplingYaw = YawRotation;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SnapshotRequest.MapOriginWorldCm = MapOriginWorldCm;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SnapshotRequest.HorizontalExtentXCm = ExtentX;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SnapshotRequest.HorizontalExtentYCm = ExtentY;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SnapshotRequest.SampleSpacingCm = Spacing;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SnapshotRequest.TraceStartZCm = StartZ;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SnapshotRequest.TraceEndZCm = EndZ;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0A2E39E-4B34-4C77-880A-3AB1AB17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코드는 지면을 계산하는 수식이 아니라, Unreal 월드에서 무엇을 어디까지 측정할지 정하는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098A08C-07AA-4CA1-9CD9-D86A7D7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128 / 201</a:t>
            </a:r>
          </a:p>
        </p:txBody>
      </p:sp>
    </p:spTree>
    <p:extLst>
      <p:ext uri="{BB962C8B-B14F-4D97-AF65-F5344CB8AC3E}">
        <p14:creationId xmlns:p14="http://schemas.microsoft.com/office/powerpoint/2010/main" val="139483793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B44D5EB-5911-4FC4-B06B-00369F1A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 요청 열두 줄의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D46AE92-808C-4770-B3AF-0C162F5F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725행은 요청 구조체를 만들고 726~728행은 월드·무시할 자기 자신·지면 Actor를 지정합니다.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측정선을 쏘더라도 잘못된 대상을 포함하면 차량 장식이나 내보내기 도구를 지면으로 오해할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5B53858-C18A-49E1-ADFA-AB95FB67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729~731행은 측정 중심·방향·맵 원점을 전달합니다. 732~734행은 가로 범위와 표본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간격입니다. 간격을 넓히면 표본 수는 줄지만 작은 연석을 놓칠 수 있고, 범위를 줄이면 운전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가능한 공간을 잘라 버릴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041F926-F573-4FA9-8F2B-DB5F3D39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735~736행은 위에서 아래로 확인할 Z 구간입니다. 뒤의 Build가 실제 충돌 조회를 수행하고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결과의 유효성을 검사합니다. 이 값을 바꾸는 이유와 실패 사례를 먼저 적어야 지면 문제를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임의의 숫자 조정으로 다루지 않게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2525EBF-1760-486B-B498-0888D8C9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129 / 201</a:t>
            </a:r>
          </a:p>
        </p:txBody>
      </p:sp>
    </p:spTree>
    <p:extLst>
      <p:ext uri="{BB962C8B-B14F-4D97-AF65-F5344CB8AC3E}">
        <p14:creationId xmlns:p14="http://schemas.microsoft.com/office/powerpoint/2010/main" val="34395793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6C550B2-4AE0-4110-A48F-EA2E288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NPC도 받은 결과를 표시하지만 판단은 서버가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859CCAE-152E-4913-8AE2-C430F7F6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NPC가 앞차를 피하지 못할 때 Unreal Actor의 회전을 임의로 틀면 화면만 비켜갑니다. 서버가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가진 NPC 위치와 충돌 경로는 바뀌지 않으므로 다음 상태가 오면 다시 당겨지거나 다른 차량과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모순될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7765D13-E0E0-4226-9B85-B703D4C9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TickRuntimeProxyActors는 받은 엔티티를 종류와 ID로 찾아 표시 Actor에 넘깁니다.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ApplySnapshot은 좌표를 적용하고 손상·운전자·램프·휠을 갱신합니다. 이 클라이언트의 표시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Actor가 별도의 길찾기로 목적지를 결정하는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9BB5620-1A5E-44C9-A9C7-22E84CCB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서버 상태가 이미 정지인지, 상태는 이동하지만 표시만 끊기는지 구분합니다. 앞의 경우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계획·충돌을, 뒤의 경우 상태 나이·좌표·표시 경계를 조사합니다. 두 책임을 구별해야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NPC를 두 곳에서 운전시키지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387BF9E-D553-4170-A095-ECD0BAB8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130 / 201</a:t>
            </a:r>
          </a:p>
        </p:txBody>
      </p:sp>
    </p:spTree>
    <p:extLst>
      <p:ext uri="{BB962C8B-B14F-4D97-AF65-F5344CB8AC3E}">
        <p14:creationId xmlns:p14="http://schemas.microsoft.com/office/powerpoint/2010/main" val="214727716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67E3D56-7AC3-457D-AB9B-62542118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차종을 바꾸면 외형과 물리 옵션을 함께 확인합니다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B85E116-2696-4F49-9D3B-350549E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경차·트럭·오토바이는 크기와 부품 구성이 다릅니다. 같은 메시를 늘이기만 하면 문이 없는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오토바이에 문이 남거나 운전자 머리가 지붕을 뚫을 수 있습니다. ConfigureVehicleClass가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차종별 표시 구성을 선택하는 이유입니다.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40DB271-F82B-4CFD-A103-3BE5FFA4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 메시와 재질은 색·유리·반사를, 운전자와 내부 부품은 실내의 모습을 담당합니다.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외형은 저장된 자산과 절차적 생성 코드를 함께 사용하는 프로젝트용 모델입니다. 실제 차량을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촬영한 고품질 제작 자산과 같은 수준이라고 가정하지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2920DCA-87D5-414F-A0E5-4823787A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차종의 질량·치수·힘 계산은 서버 프로필의 책임입니다. Unreal 메시를 키웠다고 서버 질량이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자동으로 늘지 않습니다. 차종 ID, 표시 크기, 서버 충돌 크기가 일치하는지 확인해야 보기와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 범위가 같은 차량을 설명할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C0B5179-055D-4D7B-8690-884BE99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131 / 201</a:t>
            </a:r>
          </a:p>
        </p:txBody>
      </p:sp>
    </p:spTree>
    <p:extLst>
      <p:ext uri="{BB962C8B-B14F-4D97-AF65-F5344CB8AC3E}">
        <p14:creationId xmlns:p14="http://schemas.microsoft.com/office/powerpoint/2010/main" val="356215548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E680B42-0FDA-4C7C-B1A8-7F1D510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유리의 투명함과 램프의 빛은 다른 역할입니다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A4443CC-32A1-4E77-B7F1-18106424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유리는 뒤의 운전자와 실내를 볼 수 있게 하는 표면입니다. 투명 재질만 바꿔도 내부 부품이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없거나 불투명 차체가 창 뒤를 막고 있으면 실내는 보이지 않습니다. 창의 실제 개구부와 유리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슬롯, 내부 배치를 함께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A4524D6-AF04-42DD-9F20-A49C907F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램프의 발광 재질은 렌즈 자체가 밝게 보이게 하고 조명 컴포넌트는 차량 근처에 빛을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보탭니다. 현재 UpdateSignal은 동적 재질의 좌·우 점등 값과 PointLight의 표시 여부를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갱신합니다. 노란 색칠만으로 같은 효과가 생기지는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43B461E-37B8-4B40-956C-9EC296C6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빛이 안 보이면 렌즈 위치·재질 매개변수·조명·관찰 환경 순서로 조사하세요. 차종이나 손상으로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메시가 바뀌어도 이 연결이 유지되어야 합니다. 현재 구성은 시각적 전달을 위한 것이며 정밀한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유리 광학 모델을 뜻하지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48B5818-1D39-4DF6-960C-BDF478C4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132 / 201</a:t>
            </a:r>
          </a:p>
        </p:txBody>
      </p:sp>
    </p:spTree>
    <p:extLst>
      <p:ext uri="{BB962C8B-B14F-4D97-AF65-F5344CB8AC3E}">
        <p14:creationId xmlns:p14="http://schemas.microsoft.com/office/powerpoint/2010/main" val="2031281190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73F7E4F-43C9-4667-81FC-93CCA269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지점 가까운 정점만 변형하는 기준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9940B37-E25B-4903-BA0E-F7784F3E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unreal/DriveIntegration/Source/DriveIntegration/SimCoreDeformableBody.cpp:35-46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2B2F57F-8A29-467C-B784-8C828590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55AAA837-97E2-437C-ABC4-6E6D2B52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BBF6056-F1C2-4D0A-8A00-D534C14F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(const auto&amp; Patch : Weights.Dents)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 Center(Patch.Position.X * (Patch.Position.X &gt;= 0 ? 203.0 :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230.0),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-Patch.Position.Y * 90.0, 8.0);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 Inward(Patch.Inward.X,-Patch.Inward.Y,0.0);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 Tangent(-Inward.Y,Inward.X,0.0);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 Delta = Rest-Center;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Radius = Patch.RadiusMeters*100.0;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Across = FVector::DotProduct(Delta,Tangent)/Radius;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Depth = FVector::DotProduct(Delta,Inward)/38.0;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Height = Delta.Z/FMath::Max(32.0,Radius*.85);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Q = Across*Across+Depth*Depth+Height*Height;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(Q &gt;= 1.0) continue;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00F88A6-D056-4934-8771-8F351B2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옆면을 한꺼번에 접는 대신, 충돌 중심과 방향으로 각 정점이 영향 범위 안에 있는지 구분합니다.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FA94DAE-7D75-44E8-98AD-8AF0AB30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133 / 201</a:t>
            </a:r>
          </a:p>
        </p:txBody>
      </p:sp>
    </p:spTree>
    <p:extLst>
      <p:ext uri="{BB962C8B-B14F-4D97-AF65-F5344CB8AC3E}">
        <p14:creationId xmlns:p14="http://schemas.microsoft.com/office/powerpoint/2010/main" val="1533556077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C53916B-50BB-4480-8AC8-AD7B98EE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손상 코드의 중심·방향·반경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D43D2A8-B7D8-45F7-8F1C-3AA0BD8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35행은 개별 눌림 자국을 순회하고 36~40행은 중심, 안쪽 방향, 접선 방향, 정점까지의 차이를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만듭니다. Y 부호 변환은 앞에서 배운 차체 FLU와 Unreal의 좌우 기준 차이를 여기에도 적용한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3CAFE7A-FD1A-4D9A-90C6-0B97E36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41행은 반경을 미터에서 센티미터로 바꿉니다. 42~44행은 접선·깊이·높이 방향 거리를 각 기준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크기로 나눕니다. 45행의 제곱합 Q는 영향 영역 안쪽인지 판단할 수 있는 무차원 거리입니다.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0C16126-F4B6-43DD-A6B7-31DE91F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46행에서 Q가 1 이상이면 그 정점은 건너뜁니다. 중심 가까운 정점과 먼 정점을 구분하므로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 위치에 따른 국소 변형이 가능합니다. 반경이 0.4m라면 여기서는 40cm로 비교한다는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단위까지 함께 읽어야 범위를 이해할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3E5365D-D2CD-445D-9BA0-135755C2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134 / 201</a:t>
            </a:r>
          </a:p>
        </p:txBody>
      </p:sp>
    </p:spTree>
    <p:extLst>
      <p:ext uri="{BB962C8B-B14F-4D97-AF65-F5344CB8AC3E}">
        <p14:creationId xmlns:p14="http://schemas.microsoft.com/office/powerpoint/2010/main" val="783511833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BF8A7F-35D4-4B3B-B91B-4E12C9A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찌그러진 모양과 실제 충돌체는 같은 계산이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01581F3-FBF2-4C5B-A5A7-89C62548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정점이 안쪽으로 이동하면 차가 찌그러져 보입니다. 하지만 이것만으로 금속의 응력이나 재료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파괴를 계산한 것은 아닙니다. 현재 변형은 서버 손상 정보를 이용해 외형을 바꾸는 표현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계층입니다.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8F571A5-E78A-4BB3-AFC5-ECB902B9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마찬가지로 플레이어 VehicleMesh의 충돌을 켜고 Unreal 물리로 다시 움직이면 외부 서버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결과와 두 물리 권한이 경쟁할 수 있습니다. 차체 위치 적용과 별도로 지면·구조물 측정에 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설정은 목적을 구분해서 읽어야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C27E1FD-2B50-485F-9711-EB98A63A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검사할 때는 서버 접촉점과 충격량, 손상 상태, 변형 중심, 표시 메시를 순서대로 비교합니다.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눈에 보이는 손상만으로 서버 충돌체도 같은 모양으로 바뀌었다고 설명하지 않는 것이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구현의 범위를 정확히 전달하는 방법입니다.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A70918A-B2C6-4627-A08A-912A63F8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135 / 201</a:t>
            </a:r>
          </a:p>
        </p:txBody>
      </p:sp>
    </p:spTree>
    <p:extLst>
      <p:ext uri="{BB962C8B-B14F-4D97-AF65-F5344CB8AC3E}">
        <p14:creationId xmlns:p14="http://schemas.microsoft.com/office/powerpoint/2010/main" val="1856055350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D84D9DC-05B1-4598-A036-1AFAA908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운전자의 동작도 사건과 단계가 필요합니다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101C448-7A06-4587-A381-5BAE8C21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문이 닫힌 채 사람이 차 밖으로 이동하면 목적 위치는 맞아도 행동이 부자연스럽습니다. 사고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상태에서 문 열기·몸 이동·문 닫기·항의 자세를 단계로 나누는 이유는 각 부품이 같은 사건의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진행을 보여야 하기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04E244C-7D90-421E-B30A-E9D0F775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BuildTarget은 충격량·손상·복구 상태에서 목표 자세를 정하고 EvaluateExitSequence는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진행값으로 문과 몸의 포즈를 계산합니다. ApplyAuthoritativeState와 AdvancePresentation을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나눠 받는 사건과 화면에서 따라가는 움직임을 구별합니다.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BDFEA49-4107-4C7F-95A8-03685B25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현재는 절차적 포즈와 보간을 사용하며 완전한 모션 캡처나 생체 물리 모델은 아닙니다.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어색함을 기록할 때 “문 열림보다 발 이동이 먼저다”처럼 단계와 부품을 지정하면 구체적인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개선 조건이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17A6D0D-F161-4F21-A116-E33AA12D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136 / 201</a:t>
            </a:r>
          </a:p>
        </p:txBody>
      </p:sp>
    </p:spTree>
    <p:extLst>
      <p:ext uri="{BB962C8B-B14F-4D97-AF65-F5344CB8AC3E}">
        <p14:creationId xmlns:p14="http://schemas.microsoft.com/office/powerpoint/2010/main" val="228340891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3FCB4D8-765B-49C5-A233-CC545EE4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지면·계획·외형을 구분하세요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D522095-76A5-47BF-8124-D9C84E4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연석 메시를 바꾼 뒤 바퀴가 파묻힙니다. 메시 Z를 올리기 전에 확인할 항목을 측정부터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체크섬까지 네 가지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ABAA28A-6EF9-44EF-B7B3-E0EA6AF4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NPC가 서버 상태에서는 정지해 있습니다. 표시 Actor만 옆으로 움직여 우회를 해결하면 왜 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될까요?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22D88B7-B4FF-4ABF-A0A1-B123F647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자국 가까운 정점만 눌렸습니다. 이 결과가 금속 물리나 변형된 충돌체까지 구현했다는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증거인지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F07F116-C57E-458C-9D91-FDB69D46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137 / 201</a:t>
            </a:r>
          </a:p>
        </p:txBody>
      </p:sp>
    </p:spTree>
    <p:extLst>
      <p:ext uri="{BB962C8B-B14F-4D97-AF65-F5344CB8AC3E}">
        <p14:creationId xmlns:p14="http://schemas.microsoft.com/office/powerpoint/2010/main" val="825769123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5FD148A-9945-459D-BA88-B3E908BD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서로 다른 데이터의 일치를 먼저 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976D3A2-83A9-4927-97B4-60790F9F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충돌 대상, 측정 범위·간격, 내보내기 성공 결과, 서버와 클라이언트의 맵 체크섬을 확인합니다.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도로 그림과 계산 지면이 같은지 확인하는 과정입니다.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FD8EA5D-7A1F-4923-A9E7-5F75D04E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Actor만 이동하면 서버 위치·충돌·경로 판단과 화면이 갈라집니다. 서버 상태가 원인이라면 계획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쪽을 조사해야 합니다. 표시 문제는 받은 상태가 맞는지 확인한 뒤 따로 다룹니다.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1B432E1-B2BA-49F8-9A74-46AB8123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국소 정점 변형은 손상의 시각 표현입니다. 재료 역학과 충돌체 갱신까지 자동으로 증명하지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다음 수업에서도 이 구별을 유지하며 접촉점에서 휠 중심과 회전을 만들겠습니다.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0D5A7BD-7E00-4A7D-B119-0F1441D9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138 / 201</a:t>
            </a:r>
          </a:p>
        </p:txBody>
      </p:sp>
    </p:spTree>
    <p:extLst>
      <p:ext uri="{BB962C8B-B14F-4D97-AF65-F5344CB8AC3E}">
        <p14:creationId xmlns:p14="http://schemas.microsoft.com/office/powerpoint/2010/main" val="1967363474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FA60BD2-ADE8-495E-ADA1-F3CC138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2019EBE-2A4F-45E1-B396-6999B92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지면 내보내기와 맵 정체성을 연결하고 NPC·차종·손상의 표현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책임을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9FAB9EC-DE54-4BE5-9681-58D8FD96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노면 측정·서버 계산·메시 표시를 구분해야 외형을 옮겨 실제 접촉 오류를 가리지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27843AE-DB85-46AC-AA2A-CCBBDD59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같은 접촉 상태로 허브 위치와 바퀴 회전을 구성하는 방법을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58C1272-DADE-4365-82CC-0708893A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139 / 201</a:t>
            </a:r>
          </a:p>
        </p:txBody>
      </p:sp>
    </p:spTree>
    <p:extLst>
      <p:ext uri="{BB962C8B-B14F-4D97-AF65-F5344CB8AC3E}">
        <p14:creationId xmlns:p14="http://schemas.microsoft.com/office/powerpoint/2010/main" val="1335987735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5C9941E-8CB0-48F6-9E19-93F347E6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바퀴의 위치·조향·굴림을 따로 계산하기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EA23C8F-B47B-4D87-AE82-F91F3ED6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차체는 경사에 맞는데 바퀴가 뜨거나, 출발 순간 바퀴가 고속으로 헛돈다면 무엇을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나눠 봐야 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97C78E8-B404-4227-AB0D-EE31C7D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허브 위치·조향 방향·굴림 회전은 다른 값이므로 같은 회전 하나로 처리하면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서로 간섭합니다.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9C032CA-9BFC-48B8-9FDA-5B7CCD5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접촉점으로 허브를 복원하고 v/r와 프레임 시간으로 회전량을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76ABED7-BEDF-4D16-B0AA-C8F07CE8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L09의 좌표와 L10의 권위 접촉 상태를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0FA38B2-032F-4EDD-9C27-D4C49211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140 / 201</a:t>
            </a:r>
          </a:p>
        </p:txBody>
      </p:sp>
    </p:spTree>
    <p:extLst>
      <p:ext uri="{BB962C8B-B14F-4D97-AF65-F5344CB8AC3E}">
        <p14:creationId xmlns:p14="http://schemas.microsoft.com/office/powerpoint/2010/main" val="65964146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95EEA9A-D9C1-40B1-9FEE-29990B99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땅과 닿는 점은 바퀴의 중심이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BF2FFEB-C7E7-4CC6-B72A-D98593F3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접촉점에 바퀴 메시의 중심을 놓으면 반지름만큼 땅에 파묻힙니다. 접촉점은 타이어 표면이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닿는 위치이며 허브는 그 점에서 지면 법선 방향으로 반지름만큼 떨어진 곳이라는 기하 관계가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D98D7FF-BE23-4C30-A4B5-6B92C350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평평한 지면에서 접촉 높이가 0m이고 반지름이 0.32m라면 중심 높이는 0.32m입니다.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경사에서는 월드 Z만 0.32m 올리는 대신 기울어진 단위 법선에 0.32m를 곱해서 더합니다.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그래야 타이어가 표면에 수직으로 떨어집니다.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1670BF3-6327-4496-91C6-12B55EA7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차체와 접촉점은 같은 권위 스냅샷 시각을 기준으로 상대 위치를 계산합니다. 차체만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예측하고 오래된 월드 접촉점을 그대로 자식에게 적용하면 바퀴가 뒤에 남아 끌려오는 모습이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생길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0FF92FA-FB88-4B9D-8535-69496C98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141 / 201</a:t>
            </a:r>
          </a:p>
        </p:txBody>
      </p:sp>
    </p:spTree>
    <p:extLst>
      <p:ext uri="{BB962C8B-B14F-4D97-AF65-F5344CB8AC3E}">
        <p14:creationId xmlns:p14="http://schemas.microsoft.com/office/powerpoint/2010/main" val="2028587624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2B35D82-211C-4363-A3A8-E85F1378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접촉점에서 허브의 월드 위치를 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82A136C-8057-4203-8529-781C6628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unreal/DriveIntegration/Source/DriveIntegration/SimCorePresentation.cpp:129-139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E050566-1A18-475F-B972-4CE4985D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D53D1D4-B9E4-48E1-8464-4EC22C53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E133E62-936F-429D-BF53-244BEDC9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SafeTireRadiusMeters = 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static_cast&lt;double&gt;(VisualTireRadiusMeters),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UE_DOUBLE_KINDA_SMALL_NUMBER);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contact_point_enu is the true tangent patch. Adding the unit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normal times radius reconstructs the solver's wheel centre.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FVector3d WheelCenterEnu = WheelState.ContactPointEnu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+ ContactNormalEnu * SafeTireRadiusMeters;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FVector WheelCenterWorldCm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SimCoreCoordinateFrames::EnuMetersToUnrealCentimeters(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WheelCenterEnu,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PresentationOffsetCentimeters);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B8DD35E-3A8E-4054-8588-B1BDD96E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법선이 정규화되어 있다는 앞부분의 검사를 확인하고, 미터에서 센티미터로 바뀌는 경계를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찾으세요.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FAB95A9-1967-4CBB-B40E-CE6BA3F1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142 / 201</a:t>
            </a:r>
          </a:p>
        </p:txBody>
      </p:sp>
    </p:spTree>
    <p:extLst>
      <p:ext uri="{BB962C8B-B14F-4D97-AF65-F5344CB8AC3E}">
        <p14:creationId xmlns:p14="http://schemas.microsoft.com/office/powerpoint/2010/main" val="458564544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86B44C8-93E4-4BF7-89E7-59E44D0F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허브 코드와 부모 기준의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95043C4-C0CC-4512-A98F-6905CC72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129~131행은 반지름을 양수로 보호합니다. 134~135행은 접촉점에 단위 법선과 반지름의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곱을 더합니다. 둘 다 미터 단위이므로 같은 공간에서 더할 수 있습니다. 반지름만 센티미터를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넣으면 허브가 크게 튀어 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C9E5AD8-CEED-4A0A-94BA-4CF517BD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136~139행은 완성한 ENU 중심을 Unreal 월드 센티미터로 변환합니다. 바로 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InverseTransformPosition은 이 월드 위치를 같은 시각의 차체 기준 상대 위치로 바꿉니다. 자식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부품에 넣으려면 부모 기준이 필요하기 때문입니다.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89C02F8-8D6F-4CD3-8D9C-025F9DB7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최종 허브는 차체를 따라가고, 서스펜션 연결선은 차체 마운트와 허브 사이를 잇습니다.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UpdateLinks가 그려 주는 연결 길이는 표현 결과이며, 스프링 힘을 새로 계산해 서버 차량을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밀어 올리는 힘은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F09C4DB-C7DD-4E82-91F0-2D747039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143 / 201</a:t>
            </a:r>
          </a:p>
        </p:txBody>
      </p:sp>
    </p:spTree>
    <p:extLst>
      <p:ext uri="{BB962C8B-B14F-4D97-AF65-F5344CB8AC3E}">
        <p14:creationId xmlns:p14="http://schemas.microsoft.com/office/powerpoint/2010/main" val="207843076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6B258EC-137F-454E-89E9-01862892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월드 접촉점과 자식 부품의 상대 위치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5ba718e4e4517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801CCE9C-AAAD-49BB-BE1E-5B4A6EF2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69D22585-1489-455E-9DFA-0C078FBA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World 축은 고정되어 있고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Local 축은 차체와 함께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돌아갑니다.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B40525CB-A993-4081-B8BB-B35AC3A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그림은 고정 부착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예시입니다. 실제 Orbit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카메라는 회전 상속을 끕니다.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A92EEB13-3B07-4F83-B027-3CDABEFA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서버의 월드 접점을 바퀴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부품에 넣기 전에 차체 상대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좌표로 변환합니다.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CFE72690-C252-4ED3-8E62-F2F07A33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9E5EA73-6FAC-4E80-9754-5443AE33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144 / 201</a:t>
            </a:r>
          </a:p>
        </p:txBody>
      </p:sp>
    </p:spTree>
    <p:extLst>
      <p:ext uri="{BB962C8B-B14F-4D97-AF65-F5344CB8AC3E}">
        <p14:creationId xmlns:p14="http://schemas.microsoft.com/office/powerpoint/2010/main" val="1619619299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9A21F3-CEDA-4A4F-946D-425DDA2D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월드 접촉점과 자식 부품의 상대 위치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9A65A40-7405-4739-85BD-819F1AEE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월드 접촉점은 부모의 역변환으로 차체 기준 위치가 됩니다. 월드 숫자를 자식 상대 위치에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그대로 넣으면 기준이 섞입니다.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5B9DDE9-9BF4-4AD3-8EC1-5A36485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피벗은 방향을, 그 아래 바퀴 메시는 굴림을 표현합니다. HUD의 화면 좌표는 이 부품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공간과도 별개입니다.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80E83F-3B63-48D5-8D2D-28218C6A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145 / 201</a:t>
            </a:r>
          </a:p>
        </p:txBody>
      </p:sp>
    </p:spTree>
    <p:extLst>
      <p:ext uri="{BB962C8B-B14F-4D97-AF65-F5344CB8AC3E}">
        <p14:creationId xmlns:p14="http://schemas.microsoft.com/office/powerpoint/2010/main" val="1347469427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2E6F6B0-0C01-4414-9133-F10B0FD7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속도에 맞는 바퀴 각속도의 기준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6BB73C4-75DC-4D68-915C-3F66F7C5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unreal/DriveIntegration/Source/DriveIntegration/SimCorePresentation.cpp:208-215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56776B3-928C-4E18-9A30-87FEA6CC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D59B2EF-0006-4278-B2AE-EC09C72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9D353C9-7CA2-4B0F-AC62-8EC091C4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SafeTireRadiusMeters = 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VisualTireRadiusMeters,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KINDA_SMALL_NUMBER);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RoadAngularSpeedRadPerSecond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State.SpeedMps / SafeTireRadiusMeters;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AllowedVisualSlipRadPerSecond = 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0.10f,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FMath::Abs(RoadAngularSpeedRadPerSecond) * 0.03f);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B245FEC-9093-497B-B98D-3C93EA5C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여기서 속도는 m/s, 반지름은 m입니다. 계산 결과는 rad/s이며 조향각이 아닙니다.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E0F6A7D-1FD8-4722-9233-4142ED34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146 / 201</a:t>
            </a:r>
          </a:p>
        </p:txBody>
      </p:sp>
    </p:spTree>
    <p:extLst>
      <p:ext uri="{BB962C8B-B14F-4D97-AF65-F5344CB8AC3E}">
        <p14:creationId xmlns:p14="http://schemas.microsoft.com/office/powerpoint/2010/main" val="1300853754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60AC5E2-FB80-4D6B-ACF0-0BDFF34B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v/r 계산과 작은 슬립 허용의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507E81C-3257-4344-83F3-7B79C410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208~210행은 0으로 나누지 않도록 반지름을 보호합니다. 211~212행은 도로 속도를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반지름으로 나눕니다. 속도 10m/s, 반지름 0.32m라면 31.25rad/s이며, 2π로 나누면 초당 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4.97회 회전합니다.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610445D-C0BF-4365-A79C-E4E23E76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213~215행은 최소 0.10rad/s 또는 도로 각속도의 3% 중 큰 값을 표시용 슬립 여유로 정합니다.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뒤에서 차축 회전 속도를 이 주변으로 제한하여 접촉 순간의 큰 각속도가 과장된 헛도는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모습으로 보이지 않게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4438CBE-23DE-433E-A8A0-5663AFF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제한은 타이어의 전체 물리 법칙이 아니라 화면 정책입니다. 속도 부호를 보존하므로 후진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 굴림도 반대로 돌아갑니다. 좌우는 차축 단위 표시 속도를 공유하고, 앞바퀴가 바라보는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조향은 별도 상태를 사용합니다.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6488DC3-A87C-4856-8F5D-BBDE441B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147 / 201</a:t>
            </a:r>
          </a:p>
        </p:txBody>
      </p:sp>
    </p:spTree>
    <p:extLst>
      <p:ext uri="{BB962C8B-B14F-4D97-AF65-F5344CB8AC3E}">
        <p14:creationId xmlns:p14="http://schemas.microsoft.com/office/powerpoint/2010/main" val="1854956005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15BC99F-C5E0-4AFC-8087-490EC854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각속도를 한 프레임의 회전량으로 바꿉니다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2A26886-5AE0-4EDB-B184-A5C1B2E7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unreal/DriveIntegration/Source/DriveIntegration/SimCorePresentation.cpp:296-304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E35DEE9-A3BD-473A-B84B-4A2C811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AD57651-6DF8-4AEB-933F-E4FA107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78731347-E42B-4BF7-8233-A37CE626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float AdvanceWheelSpinDegrees(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CurrentSpinDegrees,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AngularSpeedRadPerSecond,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DeltaSeconds)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FMath::Fmod(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CurrentSpinDegrees + FMath::RadiansToDegrees(AngularSpeedRadPerSecond) *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DeltaSeconds,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360.0f);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3408971-EA09-4D70-98E5-DF77764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초당 변화량에 프레임 시간을 곱해야 프레임 수가 달라도 같은 시간 동안 비슷하게 회전합니다.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85C2425-4535-43C2-A9E4-A5603F0D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148 / 201</a:t>
            </a:r>
          </a:p>
        </p:txBody>
      </p:sp>
    </p:spTree>
    <p:extLst>
      <p:ext uri="{BB962C8B-B14F-4D97-AF65-F5344CB8AC3E}">
        <p14:creationId xmlns:p14="http://schemas.microsoft.com/office/powerpoint/2010/main" val="1491875831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D3FCAD9-97E9-4F50-9FF4-F14F52EE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각속도·조향각·영상 착시를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6E9DAEB-E41E-4BFC-AA11-E4C93F98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296~299행은 현재 각도·각속도·프레임 시간을 받습니다. 301~303행은 rad/s를 deg/s로 바꾼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뒤 시간만큼 누적하고 360°로 감쌉니다. 31.25rad/s에서 1/60초는 약 29.84°의 굴림입니다.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E837DA8-1A45-46A7-BE36-60F98220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조향은 바퀴가 향하는 방향이고 굴림은 바퀴가 축 주위로 도는 양입니다.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BuildWheelPivotRelativeRotation과 BuildWheelSpinRelativeRotation을 나눈 이유입니다. 조향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입력을 줄였다고 바퀴 굴림까지 멈추게 만들면 두 개념을 섞은 것입니다.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6A7C2CB-96D8-4137-B3E1-170E98DA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고속에서 같은 무늬가 프레임마다 비슷한 위치에 찍히면 정지하거나 거꾸로 도는 착시도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생깁니다. 각속도와 누적 각도를 확인하고 실제 0이 된 것인지 영상 표본화 현상인지 구별해야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올바른 부분을 수정할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21BF9EB-F2AA-4C26-9C27-BC57D0F1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149 / 201</a:t>
            </a:r>
          </a:p>
        </p:txBody>
      </p:sp>
    </p:spTree>
    <p:extLst>
      <p:ext uri="{BB962C8B-B14F-4D97-AF65-F5344CB8AC3E}">
        <p14:creationId xmlns:p14="http://schemas.microsoft.com/office/powerpoint/2010/main" val="21273330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86A5B2-2762-414C-8CF0-CA909551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허브와 굴림을 계산하세요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87A7CC9-7A1F-4F3F-A894-CDE0ACA9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평지 접촉점 높이가 0.24m이고 반지름이 0.30m일 때 허브 높이는 몇 m인가요? 접촉점에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중심을 놓으면 어떤 모습이 되나요?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EB82A68-78D0-43E0-A8A9-569FDFEA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12m/s로 이동하는 반지름 0.30m 타이어의 각속도와 초당 회전 수를 구하세요. 이 숫자를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앞바퀴 조향각으로 사용하면 왜 틀릴까요?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E26322-2F1C-4029-920E-03CED3B7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150 / 201</a:t>
            </a:r>
          </a:p>
        </p:txBody>
      </p:sp>
    </p:spTree>
    <p:extLst>
      <p:ext uri="{BB962C8B-B14F-4D97-AF65-F5344CB8AC3E}">
        <p14:creationId xmlns:p14="http://schemas.microsoft.com/office/powerpoint/2010/main" val="118430442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ADFCA77-85C1-4CB2-AF81-6823BCC4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접촉에는 반지름, 굴림에는 시간을 적용합니다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59A19DE-E997-4FF8-A12B-F0AD2C68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허브 높이는 0.54m입니다. 중심을 0.24m에 놓으면 타이어 아래 절반이 지면 안으로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들어갑니다. 경사에서는 높이 덧셈 대신 단위 법선 방향을 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C8F68A4-CCA2-4D80-B3A1-6DF613C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각속도는 40rad/s, 회전 수는 약 6.37회/s입니다. 이는 굴림의 시간 변화량이며 방향을 나타내는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조향각과 단위부터 다릅니다. 표시 정책의 제한과 서버 접촉 물리도 별도로 설명해야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A6FAE8B-5ADC-4F79-8393-47801B36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지금까지 차량 자체를 그리는 구조를 읽었습니다. 다음 수업에서는 이 차를 운전할 때 시야가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가려지지 않게 HUD와 카메라를 어떤 좌표로 배치하는지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DBA725E-DBE2-4B54-98BA-3E47C47D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151 / 201</a:t>
            </a:r>
          </a:p>
        </p:txBody>
      </p:sp>
    </p:spTree>
    <p:extLst>
      <p:ext uri="{BB962C8B-B14F-4D97-AF65-F5344CB8AC3E}">
        <p14:creationId xmlns:p14="http://schemas.microsoft.com/office/powerpoint/2010/main" val="196754188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CF60E1C-BB40-4480-9D9D-2233B2D4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4391A29-FE41-41FF-A764-7570EF36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접촉점으로 허브를 복원하고 v/r와 프레임 시간으로 회전량을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742B5FD-0974-4B31-A524-47AA93A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허브 위치·조향 방향·굴림 회전은 다른 값이므로 같은 회전 하나로 처리하면 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간섭합니다.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DD79B82-C37B-40D2-B904-0B36BCA1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올바른 차량 상태를 운전자에게 읽기 쉽게 보여 주는 화면과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카메라를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50D51A4-CE38-4FE6-B0C3-C73991C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152 / 201</a:t>
            </a:r>
          </a:p>
        </p:txBody>
      </p:sp>
    </p:spTree>
    <p:extLst>
      <p:ext uri="{BB962C8B-B14F-4D97-AF65-F5344CB8AC3E}">
        <p14:creationId xmlns:p14="http://schemas.microsoft.com/office/powerpoint/2010/main" val="91197037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059A4B0-4AC5-4DD8-856D-E31011F6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운전자가 보고 듣는 정보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A5498A5-B97E-4526-AC03-128C5F40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운전 시야를 확보하고 차량 상태를 카메라·계기판·소리·램프로 전달합니다.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8779729-DF1A-4F6B-BF10-297880E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C4의 상태 나이와 C5의 표시 권한 구분이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91B57AD-094A-4725-A8DE-7B9070D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화면 좌표와 카메라 입력의 단위를 설명합니다. 효과의 시작·유지·종료 조건을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CA806D59-C532-43C3-A21C-17223D31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보통 코너링과 스키드음, 선택 시점과 깜빡이 주기를 구분할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A29130D-965E-4075-AE73-3CA114E3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   153 / 201</a:t>
            </a:r>
          </a:p>
        </p:txBody>
      </p:sp>
    </p:spTree>
    <p:extLst>
      <p:ext uri="{BB962C8B-B14F-4D97-AF65-F5344CB8AC3E}">
        <p14:creationId xmlns:p14="http://schemas.microsoft.com/office/powerpoint/2010/main" val="561436578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DF4B0D-3C90-41CA-9DD3-B7FBB88B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F98CE14-83B3-49B2-B2D1-690EC3EB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L12 시야를 가리지 않는 HUD와 돌아보는 카메라 · 155쪽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작은 화면의 배치 수치를 계산하고 마우스 이동량과 스틱 회전 속도를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AB89D25-C4DB-4C1E-B1D3-EE88D530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L13 소리와 램프의 시작·유지·종료를 정하기 · 168쪽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RPM·스키드·경적·깜빡이·배기의 발동 조건을 수치와 상태 변화로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824610F-291B-4EF8-B230-4DA64F5A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   154 / 201</a:t>
            </a:r>
          </a:p>
        </p:txBody>
      </p:sp>
    </p:spTree>
    <p:extLst>
      <p:ext uri="{BB962C8B-B14F-4D97-AF65-F5344CB8AC3E}">
        <p14:creationId xmlns:p14="http://schemas.microsoft.com/office/powerpoint/2010/main" val="1870403733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1D521FE-7F3D-4624-938C-D4507C32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시야를 가리지 않는 HUD와 돌아보는 카메라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D216F7C-9F39-4682-A0C0-1893F134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속도가 안 보이면 운전 감각을 판단하기 어렵고, HUD가 크면 바로 앞의 보행자를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가립니다.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071AE8D-A782-4B55-AED9-30613D5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차량 상태를 읽게 하면서도 도로를 볼 공간을 보존하고 카메라 조작의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단위를 맞춰야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091ED47-107D-4EF8-8EED-6A87E013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작은 화면의 배치 수치를 계산하고 마우스 이동량과 스틱 회전 속도를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AFEDA483-BA3F-4CE5-BC48-7E5ADF75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L04의 Axis·Action, L08의 상태 나이, L09의 좌표 구분이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3B30B34-4CAB-4F76-BEAA-8030E0C9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155 / 201</a:t>
            </a:r>
          </a:p>
        </p:txBody>
      </p:sp>
    </p:spTree>
    <p:extLst>
      <p:ext uri="{BB962C8B-B14F-4D97-AF65-F5344CB8AC3E}">
        <p14:creationId xmlns:p14="http://schemas.microsoft.com/office/powerpoint/2010/main" val="1967201653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083AB8-ED68-43E5-B148-F25D159B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HUD의 목적은 더 많이 그리는 것이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4D88B9C-0090-460D-8A98-E4E39A02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코너링이 답답하다고 느낄 때 실제 속도가 보이지 않으면 입력 문제인지 과속인지 비교하기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어렵습니다. 계기판은 서버 상태를 운전자가 해석할 수 있는 속도·기어·회전수로 전달하는 관찰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도구입니다.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DF84C7A-6CEB-4A23-A010-2732D27B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반대로 화면 중앙을 크게 가리면 전방 위험을 늦게 보게 됩니다. 현재 HUD는 오른쪽 아래에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작게 배치하고 상세 디버그 정보와 일반 계기판을 나눕니다. 기능이 있다는 사실과 운전 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읽기 편하다는 사실은 별도로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C671C6F-A9FA-469A-B09F-494F469A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월드 센티미터를 화면 위치에 쓰지 않습니다. Canvas의 화면 좌표는 뷰포트 폭과 높이를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기준으로 하며, 화면이 작아져도 끝을 넘지 않는 배치가 필요합니다. 아래 코드가 고정 위치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대신 크기를 받아 계산하는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C683EC6-6AF7-4AF4-8757-1746DBD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156 / 201</a:t>
            </a:r>
          </a:p>
        </p:txBody>
      </p:sp>
    </p:spTree>
    <p:extLst>
      <p:ext uri="{BB962C8B-B14F-4D97-AF65-F5344CB8AC3E}">
        <p14:creationId xmlns:p14="http://schemas.microsoft.com/office/powerpoint/2010/main" val="1298339246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07411E5-4E2A-4A23-A22F-7AE1E737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뷰포트 크기에서 계기판 배치를 계산합니다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FCD86E5C-23E8-4CCD-8225-979B5FE0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unreal/DriveIntegration/Source/DriveIntegration/SimCoreInstrumentCluster.cpp:65-72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1EB9F57-1B36-4AD5-8A8E-D594F73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C9B21D4-018E-474A-A60A-F67A83EE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C35A5EC-A714-49D4-944F-A6722E7B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FLayout Layout;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ViewWidth = FMath::IsFinite(ViewWidth) ? FMath::Max(1.0f, ViewWidth) : 1.0f;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ViewHeight = FMath::IsFinite(ViewHeight) ? FMath::Max(1.0f, ViewHeight) : 1.0f;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Layout.Scale = FMath::Min3(ViewWidth / 1280.0f, ViewHeight / 720.0f, 1.35f);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Layout.Size = FVector2D(350.0f, 136.0f) * Layout.Scale;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Margin = 16.0f * Layout.Scale;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Layout.Position = FVector2D(ViewWidth, ViewHeight) - Layout.Size -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FVector2D(Margin, Margin);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Layout;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DDC6111-AC49-4F3C-91DD-91657A31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크기와 여백이 함께 축소되는지, 원점이 아니라 오른쪽 아래를 기준으로 놓는지 확인하세요.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6F260A6-DE58-458E-BDEB-FAFCA524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157 / 201</a:t>
            </a:r>
          </a:p>
        </p:txBody>
      </p:sp>
    </p:spTree>
    <p:extLst>
      <p:ext uri="{BB962C8B-B14F-4D97-AF65-F5344CB8AC3E}">
        <p14:creationId xmlns:p14="http://schemas.microsoft.com/office/powerpoint/2010/main" val="1214564575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D4134CE-C9C3-44D2-BF8D-5391E9DE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배치 코드로 1280×720 화면을 계산합니다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8A7691B-3A81-42A0-B6CB-88B8174F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65~67행은 결과를 준비하고 입력 크기를 유한한 양수로 보호합니다. 68행은 가로·세로 비율 중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작은 값과 최대 1.35를 비교합니다. 어느 한 축이 작으면 그 축에 맞추어 전체 HUD가 함께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8DF6E91-449C-4CC9-9F7A-D69A3F8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69~70행의 기본 크기는 350×136, 여백은 16입니다. 1280×720에서는 배율이 1이므로 왼쪽 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위치는 (1280−350−16, 720−136−16), 즉 (914, 568)입니다. 오른쪽 아래 여백을 남기는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배치입니다.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CDDD837-7251-4AB1-90AE-8449791D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HUD 사각형 면적 47,600을 화면 면적 921,600으로 나누면 약 5.17%입니다. 640×360에서는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크기와 여백이 절반이 되어 같은 비율을 유지합니다. 숫자로 경계를 검사하고 실제 글자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가독성은 화면에서 별도로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CEB1933-A25E-4CBC-9F0B-8075A458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158 / 201</a:t>
            </a:r>
          </a:p>
        </p:txBody>
      </p:sp>
    </p:spTree>
    <p:extLst>
      <p:ext uri="{BB962C8B-B14F-4D97-AF65-F5344CB8AC3E}">
        <p14:creationId xmlns:p14="http://schemas.microsoft.com/office/powerpoint/2010/main" val="669487173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EC0535-1735-4ABF-B221-90D40F1F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속도를 단위와 상태에 맞게 표시합니다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9B3CDC3-E53F-432B-9125-D68253BE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 속도 10m/s는 36km/h입니다. 표시에서는 3.6을 곱하지만 물리 계산의 원래 속도를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36으로 바꾸는 것이 아닙니다. 단위 변환은 사용자에게 보여 주는 경계에서만 적용해야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 상태를 유지할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A440AE3-FA89-4600-AE07-364CD3D1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BuildDisplayState는 연결·신선도·유한값을 확인합니다. 오래된 결과를 정상적인 최신 속도처럼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계속 보여 주면 사용자가 서버가 멈춘 사실을 놓칠 수 있습니다. 계기판 상태와 연결 경고를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판단하는 이유입니다.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5D4F4E3-4EDD-40CF-AA16-83D00C13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DrawHUD는 Canvas에 계기판을 그리고 디버그 정보는 별도 표시 경로로 다룹니다.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구현을 읽을 때 모든 화면 요소가 UMG 위젯이라고 가정하지 마세요. 어떤 객체가 어떤 좌표로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그리는지 찾으면 위치 문제를 더 빨리 좁힐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51FDE3A-4C69-4F49-AD54-13FE84D9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159 / 201</a:t>
            </a:r>
          </a:p>
        </p:txBody>
      </p:sp>
    </p:spTree>
    <p:extLst>
      <p:ext uri="{BB962C8B-B14F-4D97-AF65-F5344CB8AC3E}">
        <p14:creationId xmlns:p14="http://schemas.microsoft.com/office/powerpoint/2010/main" val="759821701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BFFE6EE-E942-4DEE-9CFB-B029734B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SpringArm은 카메라의 기준과 거리를 관리합니다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85BA24C-B403-4ACE-84AB-2F3339DA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차에 카메라를 그대로 붙여 모든 회전을 상속하면 경사·충돌·전복 때 화면이 함께 크게 흔들릴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 반대로 아무 연결이 없으면 차가 떠나도 카메라는 남습니다. 따라갈 위치와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사용자가 돌릴 시선을 나누어야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1767416-EE27-4CC1-B9BD-3986A794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SpringArm은 차체 루트에 붙지만 회전을 절대 기준으로 설정하고 부모의 Pitch·Yaw·Roll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상속을 끕니다. Follow·Driver·Fixed 모드마다 필요한 위치와 시선 제한을 적용하여 목적에 맞는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관찰 위치를 만듭니다.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57883D9-A201-40A2-9A8B-9BF1DA50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Driver 모드의 시선 제한은 운전석에서 몸 뒤까지 무제한 회전하는 것을 막고, SpringArm의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검사는 벽이 카메라를 가리는 상황에 대응합니다. 차체 물리 회전과 카메라 시선 회전을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혼동하지 않는 것이 핵심입니다.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240938C-B096-4C0D-A372-6154D7E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160 / 201</a:t>
            </a:r>
          </a:p>
        </p:txBody>
      </p:sp>
    </p:spTree>
    <p:extLst>
      <p:ext uri="{BB962C8B-B14F-4D97-AF65-F5344CB8AC3E}">
        <p14:creationId xmlns:p14="http://schemas.microsoft.com/office/powerpoint/2010/main" val="592907347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C90CE40-E69A-4DE6-B336-B66A9C96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스틱 입력은 초당 회전량이므로 시간을 곱합니다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19CD661-A616-4FFF-AC7D-C3D716ED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unreal/DriveIntegration/Source/DriveIntegration/SimCoreOrbitCamera.cpp:96-102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CDCE80A-37B5-4000-B95A-CBBE04AD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5779E62-56B7-42E8-A281-3B57CF68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4D6F9F17-61B5-4D89-9685-5DF661E7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AddGamepadRate(FState&amp; State, float YawAxis, float PitchAxis, float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DegreesPerSecond, float DeltaSeconds)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Scale = FMath::Max(0.0f, FiniteOrZero(DegreesPerSecond))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* FMath::Max(0.0f, FiniteOrZero(DeltaSeconds));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AddAngles(State, FMath::Clamp(FiniteOrZero(YawAxis), -1.0f, 1.0f) * Scale,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FMath::Clamp(FiniteOrZero(PitchAxis), -1.0f, 1.0f) * Scale);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47AE88A-4931-4D3B-A17A-ACA5B904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축은 방향과 세기이며, DegreesPerSecond와 DeltaSeconds가 실제 각도 변화량을 만듭니다.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9F638A1-4E53-4C4A-8A65-B1F1938C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161 / 201</a:t>
            </a:r>
          </a:p>
        </p:txBody>
      </p:sp>
    </p:spTree>
    <p:extLst>
      <p:ext uri="{BB962C8B-B14F-4D97-AF65-F5344CB8AC3E}">
        <p14:creationId xmlns:p14="http://schemas.microsoft.com/office/powerpoint/2010/main" val="163978511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5496BFA-DC0D-46DF-9944-F12E89B2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마우스 이동량에는 같은 시간을 다시 곱하지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F8E103A-FBEB-4CFB-B0CD-46D87E57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96행은 스틱 축·초당 각도·프레임 시간을 받습니다. 98~99행은 두 값을 곱해 이번 프레임의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각도 규모를 만들고, 100~101행은 −1~1로 제한한 축을 곱합니다. 스틱 1, 90°/s, 1/60초면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1.5°입니다.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EE557E2-28EC-4CDB-BA28-0088CB2C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마우스의 값은 이미 그 프레임 동안 움직인 양입니다. AddMouseDelta는 입력당 각도만 곱하고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시간을 다시 곱하지 않습니다. 마우스 이동 5, 감도 0.2°/입력이라면 이번 변화는 1°입니다.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추가로 1/60을 곱하면 지나치게 작아집니다.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D335084-5DE9-43B0-B037-57495C80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둘 다 Axis로 전달된다고 단위까지 같은 것은 아닙니다. 프레임이 달라졌을 때 카메라 속도가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이상하면 “이 값은 누적 이동량인가, 초당 속도 요구인가”부터 적어 보세요. 변수명과 단위를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읽는 습관이 필요한 예입니다.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BEDE1FD-71A4-4EA2-8356-ED6091AD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162 / 201</a:t>
            </a:r>
          </a:p>
        </p:txBody>
      </p:sp>
    </p:spTree>
    <p:extLst>
      <p:ext uri="{BB962C8B-B14F-4D97-AF65-F5344CB8AC3E}">
        <p14:creationId xmlns:p14="http://schemas.microsoft.com/office/powerpoint/2010/main" val="805104906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F47C936-3F93-43F6-B52E-F057BC69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HUD 화면 좌표와 카메라 시선 기준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8e040abb64777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2FAED14B-A987-4B76-8AEA-3C0FB11B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E9EAD14A-D238-4EE7-8583-6931A1F2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왼쪽 원점은 화면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좌상단입니다. HUD는 우하단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여백을 남깁니다.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2BA946B8-8B39-43EE-AEBB-F56A987E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오른쪽 카메라는 차의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위치를 따르며 시선과 차체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회전을 구분합니다.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D2575EA8-64F7-44E4-BDD0-6F5256DD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마우스는 이동량, 스틱은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속도입니다. 스틱에만 시간을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곱합니다.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7730C1D2-FA8F-4E9D-90CC-D35E5AAF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7E31DAA-DEE9-447D-8152-41BA10AC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163 / 201</a:t>
            </a:r>
          </a:p>
        </p:txBody>
      </p:sp>
    </p:spTree>
    <p:extLst>
      <p:ext uri="{BB962C8B-B14F-4D97-AF65-F5344CB8AC3E}">
        <p14:creationId xmlns:p14="http://schemas.microsoft.com/office/powerpoint/2010/main" val="1660555400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0DE7686-F708-43D2-BB65-2530AD9E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실습: 한 조건씩 바꾸어 시야를 확인합니다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383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것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읽을 지점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뷰포트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HUD 경계·전방 시야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BuildLayout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V로 모드 변경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Follow·Driver·Fixed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NextMode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마우스와 스틱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이동량과 회전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AddMouseDelta /</a:t>
                      </a:r>
                    </a:p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AddGamepadRate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C로 시선 재설정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방향으로 복귀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Reset 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상태 공백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속도와 경고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BuildDisplayState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54D74D5D-4089-4E80-B692-6B542361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680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Play에서 입력 초점을 먼저 확보한 뒤 표의 항목을 하나씩 관찰하고 수치와 화면 결과를 짝지어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D740594-7680-4605-AABF-7DC36356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164 / 201</a:t>
            </a:r>
          </a:p>
        </p:txBody>
      </p:sp>
    </p:spTree>
    <p:extLst>
      <p:ext uri="{BB962C8B-B14F-4D97-AF65-F5344CB8AC3E}">
        <p14:creationId xmlns:p14="http://schemas.microsoft.com/office/powerpoint/2010/main" val="469427629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276F2C-18F5-4E27-A805-57420458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화면 좌표와 입력 단위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A4A73DB-BC98-40FF-AA11-3E5DB728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640×360 화면에서 기본 HUD의 크기와 왼쪽 위 위치를 계산하세요. 가로만 줄이고 세로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크기를 유지하면 어떤 문제가 생길까요?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D7BF972-C9FB-4460-90C9-372EA9F7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마우스 이동량과 게임패드 스틱 값 중 DeltaSeconds가 필요한 것은 무엇인가요? 각각의 단위를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사용해 이유를 설명하세요.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CE6206D-66F4-45F5-A335-ED40A207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165 / 201</a:t>
            </a:r>
          </a:p>
        </p:txBody>
      </p:sp>
    </p:spTree>
    <p:extLst>
      <p:ext uri="{BB962C8B-B14F-4D97-AF65-F5344CB8AC3E}">
        <p14:creationId xmlns:p14="http://schemas.microsoft.com/office/powerpoint/2010/main" val="962261120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711F66-AEFA-41C3-A35F-1A27E87C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화면은 비율, 카메라는 입력의 단위를 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6B54BEE-5F66-4FE4-AA01-C98F0412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배율은 0.5, 크기는 175×68, 여백은 8, 위치는 (457, 284)입니다. 한 축만 줄이면 비율이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깨지고 세로 경계를 침범할 수 있습니다. 배치가 통과해도 글자 읽기는 실제 화면에서 확인해야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ACD8D8F-B24D-41E3-A49F-6E29EB9C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스틱은 회전 속도의 세기를 요구하므로 초당 각도에 DeltaSeconds를 곱합니다. 마우스는 이번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프레임에 누적된 이동량이라 감도만 곱합니다. 입력 시스템 이름보다 전달된 값의 의미가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469A594-FC78-47DB-8BA4-62F4E235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다음에는 소리와 램프를 다룹니다. 화면 상태가 맞더라도 효과의 시작 시각이나 종료 조건이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틀리면 운전자는 차량이 잘못 동작한다고 느낄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A2A7AE9-7724-4B6B-A61A-61FAAC50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166 / 201</a:t>
            </a:r>
          </a:p>
        </p:txBody>
      </p:sp>
    </p:spTree>
    <p:extLst>
      <p:ext uri="{BB962C8B-B14F-4D97-AF65-F5344CB8AC3E}">
        <p14:creationId xmlns:p14="http://schemas.microsoft.com/office/powerpoint/2010/main" val="1000677681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D88463-460D-4312-9700-450CC9D9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D12E052-E951-4AAA-9BB4-FB417ED4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작은 화면의 배치 수치를 계산하고 마우스 이동량과 스틱 회전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속도를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ED6DFE6-D2AC-4595-8AA8-75998418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차량 상태를 읽게 하면서도 도로를 볼 공간을 보존하고 카메라 조작의 단위를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맞춰야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4A9B8D0-B6C5-4806-98BC-1BA5916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눈으로 읽은 상태를 소리와 깜빡이의 시작·종료 조건으로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A132948-9170-443E-94C6-EF618FD2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167 / 201</a:t>
            </a:r>
          </a:p>
        </p:txBody>
      </p:sp>
    </p:spTree>
    <p:extLst>
      <p:ext uri="{BB962C8B-B14F-4D97-AF65-F5344CB8AC3E}">
        <p14:creationId xmlns:p14="http://schemas.microsoft.com/office/powerpoint/2010/main" val="910194793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A2809DC-0B1B-418B-8F26-1283215D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소리와 램프의 시작·유지·종료를 정하기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4D7D646-4645-49A0-A8E8-7B90FD2E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평범한 코너에서 계속 미끄럼 소리가 나거나 깜빡이 첫 간격만 짧다면 어떤 상태와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시간을 확인할까요?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8B7CA28-C761-4F33-8D1B-D3E3E11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효과는 단순히 재생하는 것이 아니라 실제 상태를 전달하므로 올바른 조건과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DE8BDE7-F604-46FB-BAB8-5043A982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RPM·스키드·경적·깜빡이·배기의 발동 조건을 수치와 상태 변화로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A2AB726C-216D-4024-AD3B-11C7A946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L08의 시간·신선도와 L09의 조향 부호, L03의 수명 관리가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99971F4-CF93-480B-B8B6-6B8C8EA9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168 / 201</a:t>
            </a:r>
          </a:p>
        </p:txBody>
      </p:sp>
    </p:spTree>
    <p:extLst>
      <p:ext uri="{BB962C8B-B14F-4D97-AF65-F5344CB8AC3E}">
        <p14:creationId xmlns:p14="http://schemas.microsoft.com/office/powerpoint/2010/main" val="635728975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F895F03-7613-46E5-9E57-94AF0254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소리는 서버 결과를 귀로 읽게 하는 표시입니다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9FF8F3E-A52A-4223-8053-9E70B5AF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W를 눌렀다는 이유만으로 엔진음을 최대로 틀면 벽에 막히거나 기어가 다른 상황을 구분하지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못합니다. 현재 소리는 권위 상태의 RPM·속도·휠 접촉을 읽어 매개변수를 만듭니다. 입력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의도보다 계산 결과를 전달하기 위해서입니다.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13AFF72-08EA-4CC2-8D60-3556C49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BuildParameters는 어떤 높이와 세기로 들릴지 정하고 Renderer는 실제 오디오 표본을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만듭니다. 게임 상태 계산과 표본 생성의 역할을 나누면 같은 상태에서 어떤 소리가 나야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하는지를 숫자로 먼저 검사할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677C229-17AA-4043-A846-3C5FCA7E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상태가 오래되거나 값이 유효하지 않으면 정상 주행음을 계속 강하게 만들 근거가 없습니다.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신선도를 확인하는 이유는 연결이 끊겼는데 차가 계속 가속하는 것처럼 들리는 모순을 줄이기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위해서입니다.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64AD71E-82C5-4AC6-B060-0DC35DB5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169 / 201</a:t>
            </a:r>
          </a:p>
        </p:txBody>
      </p:sp>
    </p:spTree>
    <p:extLst>
      <p:ext uri="{BB962C8B-B14F-4D97-AF65-F5344CB8AC3E}">
        <p14:creationId xmlns:p14="http://schemas.microsoft.com/office/powerpoint/2010/main" val="1212051638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82D2CF1-9862-4DF7-A45E-73550272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반복음·잡음·음량 변화는 서로 다른 재료입니다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3AE8806-2D08-40CA-8F7E-D41B8867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발진기는 주기적으로 진동하는 파형을 만듭니다. 100Hz는 1초에 100번 반복하므로 주기는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0.01초입니다. 엔진의 반복감을 표현할 수 있지만 단순 파형 하나만 쓰면 기계음이 지나치게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단조로울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BCD9288-BDA9-4679-843B-0956D75D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잡음은 불규칙한 성분입니다. Renderer는 배음과 잡음, 필터를 조합해 반복음과 거친 마찰의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성격을 만듭니다. 잡음도 무조건 크게 섞지 않고 차량 상태로 구한 강도에 따라 사용해야 평소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주행을 스키드로 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AB8F433-4570-4BF6-94A6-F5253019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Envelope는 시간에 따른 음량 변화입니다. 소리를 켜고 끌 때 표본이 갑자기 뛰면 클릭처럼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들릴 수 있어 전환을 완만하게 합니다. 주파수·파형·음량 수명을 구별하면 효과의 높이가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틀린지, 거친 정도인지, 종료 문제인지 나눌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B4C8128-B5F0-4128-84F9-012D29D7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170 / 201</a:t>
            </a:r>
          </a:p>
        </p:txBody>
      </p:sp>
    </p:spTree>
    <p:extLst>
      <p:ext uri="{BB962C8B-B14F-4D97-AF65-F5344CB8AC3E}">
        <p14:creationId xmlns:p14="http://schemas.microsoft.com/office/powerpoint/2010/main" val="1040286887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52368D5-B8EA-4C2A-8F5C-B12ED1A9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파형과 음량으로 바꾸는 구성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a4493aa6c49e7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05196E53-2656-46AF-AFDB-1F9E3641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35697C7F-558D-4325-8B97-CBAFCD04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입력은 차량 속도·회전·슬립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등의 상태입니다. 소리의 완성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파형이 아닙니다.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F75C6467-87C9-473E-80E1-10DE11AF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서로 다른 소리 성분을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합성하고 상태에 맞게 음량과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변화를 조절합니다.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DC5A65EF-4E76-4CD0-80B7-EBADC415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Play 종료·오래된 상태·경적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해제에 맞춰 해당 소리를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정리합니다.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5CB710C0-03F4-4F93-8B0D-241C3B58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F86803C-8BBE-4BD7-856E-D9FFC1F9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171 / 201</a:t>
            </a:r>
          </a:p>
        </p:txBody>
      </p:sp>
    </p:spTree>
    <p:extLst>
      <p:ext uri="{BB962C8B-B14F-4D97-AF65-F5344CB8AC3E}">
        <p14:creationId xmlns:p14="http://schemas.microsoft.com/office/powerpoint/2010/main" val="1441332295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F7A52C-F365-42E8-B7EE-231ECCE2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상태를 파형과 음량으로 바꾸는 구성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E41B17D-7E37-407B-BCCA-25BD7B69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발진기는 반복감을, 잡음은 불규칙한 성격을 만듭니다. 차량 상태로 두 신호의 높이와 세기를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조절해 합칩니다.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E85D843-420C-4F39-A219-75A10790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Envelope는 켜짐·꺼짐의 음량을 부드럽게 바꿉니다. 소리 표현의 구성이며 차량 물리 계산을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대신하지 않습니다.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2D26983-CB31-4F24-BA09-D0F4CCC1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172 / 201</a:t>
            </a:r>
          </a:p>
        </p:txBody>
      </p:sp>
    </p:spTree>
    <p:extLst>
      <p:ext uri="{BB962C8B-B14F-4D97-AF65-F5344CB8AC3E}">
        <p14:creationId xmlns:p14="http://schemas.microsoft.com/office/powerpoint/2010/main" val="1806259967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C3E7A37-3768-4D7A-9CC6-1A9EB992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RPM에서 엔진음의 기본 주파수와 세기를 정합니다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E236A1A-DF1B-40ED-8432-A479A78A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unreal/DriveIntegration/Source/DriveIntegration/SimCoreVehicleAudio.cpp:31-35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3B742B0-90C3-4634-951C-3E6A986B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A0116F3-DF93-46EF-ADB3-BAEF644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B7AD2D1-0220-4A65-938C-319FB51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SafeRpm = FMath::Clamp(State.EngineRpm, 650.0f, 7500.0f);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Rpm01 = Range01(SafeRpm, 800.0f, 7000.0f);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Four-cylinder firing rate (two combustion events per crank revolution).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Result.EngineFrequencyHz = SafeRpm / 30.0f;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Result.EngineAmplitude = 0.075f + 0.13f * FMath::Sqrt(Rpm01);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9D6657C-CDCB-4634-BD7F-97C08F8C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Hz는 초당 반복 횟수입니다. RPM의 분 단위를 초로 바꾸는 과정이 어디에 포함됐는지 보세요.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C7D5C64-1ECD-45AF-8742-95C1E16F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173 / 201</a:t>
            </a:r>
          </a:p>
        </p:txBody>
      </p:sp>
    </p:spTree>
    <p:extLst>
      <p:ext uri="{BB962C8B-B14F-4D97-AF65-F5344CB8AC3E}">
        <p14:creationId xmlns:p14="http://schemas.microsoft.com/office/powerpoint/2010/main" val="1879459995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FF32739-E182-41B4-BA31-15BCD41A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RPM 코드와 표본 생성의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9AC40E0-6D24-4E77-AA1E-81E4DA69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31행은 RPM을 650~7500으로 제한하고 32행은 표시 강도에 쓸 0~1 값을 만듭니다.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33~34행은 4기통의 회전당 두 번 연소라는 단순화로 RPM/30을 사용합니다. 3000RPM이면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초당 50회전, 연소 반복은 100Hz입니다.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3FD7ABC-30B5-485F-BA8D-BE0480B7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35행은 회전수 비율의 제곱근으로 음량을 증가시킵니다. Renderer에서는 이 주파수의 위상을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오디오 표본마다 진행시키고 배음·잡음 등을 섞습니다. 100Hz를 48,000Hz 표본률로 만들면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주기에는 약 480개 표본이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6DAEC7D-667F-4952-9888-7193B98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이는 실제 엔진 녹음이나 모든 차종의 연소 구조를 정밀 재현한 모델이 아닙니다. 동작과 청감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연결을 보여 주는 절차적 합성입니다. 숫자 검사는 주파수·음량 계약을 확인하지만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자연스러움은 별도 청취로 판단해야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9C5348D-07B3-4089-804B-A030EF8A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174 / 201</a:t>
            </a:r>
          </a:p>
        </p:txBody>
      </p:sp>
    </p:spTree>
    <p:extLst>
      <p:ext uri="{BB962C8B-B14F-4D97-AF65-F5344CB8AC3E}">
        <p14:creationId xmlns:p14="http://schemas.microsoft.com/office/powerpoint/2010/main" val="958457924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E007A5D-8A2C-47F2-8CAF-079F3027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속도가 빠르다는 이유만으로 스키드음을 내지 않습니다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063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범위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낮을 때 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도로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8→14m/s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느린 주행은 발동 안 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횡슬립각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0.17→0.30rad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횡미끄럼 각도는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횡미끄럼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2.2→4.5m/s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옆 미끄럼은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접촉·하중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접촉, 50N 초과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뜬 타이어는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예: 10m/s·0.10rad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옆 속도 약 1.0m/s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속도만 있어도 결과는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075B98B9-675F-4028-8801-8E2849A5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676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접촉과 하중이 유효한 타이어에서 속도·횡슬립각·옆 미끄럼 속도의 조건을 곱합니다. 한 조건이 0이면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해당 타이어의 스키드 강도도 0입니다.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3B9BB10-1D02-46B2-9C51-18481DD6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175 / 201</a:t>
            </a:r>
          </a:p>
        </p:txBody>
      </p:sp>
    </p:spTree>
    <p:extLst>
      <p:ext uri="{BB962C8B-B14F-4D97-AF65-F5344CB8AC3E}">
        <p14:creationId xmlns:p14="http://schemas.microsoft.com/office/powerpoint/2010/main" val="100429465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4A261B3-28DE-40E0-BA65-359A5785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경적은 누름 상태와 NPC 사건을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D10E038-AD5D-41B5-956E-09AC14F3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플레이어 H는 누른 동안 울리고 떼면 멈추는 연속 상태입니다. 키를 처음 눌렀다는 사건 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번만 처리하면 고정 길이로 끝나거나, 해제를 놓쳤을 때 계속 울릴 수 있습니다. 시작과 종료를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모두 정의해야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E0D7C6C-C0F7-4615-8A01-399BC72B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로컬 경적은 ManualHeld를 관리하고 키 해제·입력 초점 상실·일시정지 상태를 확인합니다.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 경적은 서버 사건 번호를 받아 제한된 펄스로 표현합니다. 같은 경적 소리라도 조작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수명과 원격 사건의 의미가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EC4C96D-5C95-4E42-BE80-2F70222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HeldEnvelope는 목표 음량으로 바로 뛰지 않고 공격·해제 구간을 완만하게 따라갑니다. H를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짧게 눌렀다가 떼는 예와 창 밖으로 초점을 옮기는 예를 함께 검사해야 소리의 부드러움뿐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멈춰야 할 때의 안전도 확인할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3CEC46D-76FB-48D7-B347-B830481D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176 / 201</a:t>
            </a:r>
          </a:p>
        </p:txBody>
      </p:sp>
    </p:spTree>
    <p:extLst>
      <p:ext uri="{BB962C8B-B14F-4D97-AF65-F5344CB8AC3E}">
        <p14:creationId xmlns:p14="http://schemas.microsoft.com/office/powerpoint/2010/main" val="410822985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EF3C49E-F0AE-41D7-90A2-CB15D577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깜빡이는 선택한 순간부터 경과 시간을 셉니다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2602E23-43D5-4E74-8CB1-95297F7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unreal/DriveIntegration/Source/DriveIntegration/SimCoreTurnSignals.cpp:24-33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218F9B6-1A83-4D4B-B6D2-E9667110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F9CE90C-19D0-403C-88F2-7ADCCE8B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7DFB8F1-55A1-4DA4-B220-95B671ED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(SelectionTimeSeconds &lt; 0.0 || Direction != SelectedDirection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bHazard != bSelectedHazard || bClockRestarted)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SelectionTimeSeconds = 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SelectedDirection = Direction;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bSelectedHazard = bHazard;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LastTimeSeconds = 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ElapsedSeconds = TimeSeconds - SelectionTimeSeconds;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ElapsedSeconds;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BD27FC82-F1B4-4626-B6E8-057E3964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월드가 시작한 시각이 아니라 현재 선택이 시작한 시각을 기준점으로 사용합니다.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90B65D1-F2B0-4A9D-A557-756789D7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177 / 201</a:t>
            </a:r>
          </a:p>
        </p:txBody>
      </p:sp>
    </p:spTree>
    <p:extLst>
      <p:ext uri="{BB962C8B-B14F-4D97-AF65-F5344CB8AC3E}">
        <p14:creationId xmlns:p14="http://schemas.microsoft.com/office/powerpoint/2010/main" val="1080705723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A1B8C5C-DE76-48B6-9EAA-B4F86754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점등이 짧아지는 문제와 상대 시간의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E1E6EC9-913A-4629-8BFF-2C48CD55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24~28행은 처음 선택하거나 방향·비상등 상태가 바뀌면 기준 시각을 현재 시간으로 바꿉니다.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29~31행은 선택과 시각을 보관하고 32~33행은 현재 시각에서 선택 시각을 뺀 경과 시간을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반환합니다.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D584CDB-A90D-4E77-9CDF-5364CAD6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주기는 0.72초, 켜짐은 0.44초입니다. 선택 직후 경과 시간은 0이므로 0.44초 동안 첫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점등을 온전히 보장합니다. 월드 전체 위상에서 이미 0.40초가 지난 상태로 시작하면 첫 점등은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0.04초만 남는 문제가 생깁니다.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2DF8E0C-6647-4E80-947F-456F5795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램프와 클릭음은 같은 상대 위상을 읽어야 합니다. 각각 다른 시계를 사용하면 눈으로 꺼지는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순간과 귀로 들리는 순간이 어긋납니다. 취소·재선택·시간 되감김에서도 기준과 클릭 상태를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정리하는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F6D8D62-069F-4ADE-B660-6BFBA486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178 / 201</a:t>
            </a:r>
          </a:p>
        </p:txBody>
      </p:sp>
    </p:spTree>
    <p:extLst>
      <p:ext uri="{BB962C8B-B14F-4D97-AF65-F5344CB8AC3E}">
        <p14:creationId xmlns:p14="http://schemas.microsoft.com/office/powerpoint/2010/main" val="287215505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FB0683-9AC6-4ACA-8CED-F2C3E87D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 취소는 회전 증거를 쌓은 뒤 중앙 복귀를 기다립니다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383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조건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좌/우, 신선한 같은 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운전의 증거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회전 증거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전진 ≥0.5m/s, 선택 방향 조향</a:t>
                      </a:r>
                    </a:p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크기 ≥0.12rad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정지·약한 조작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복귀 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방향 회전 누적 ≥8°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회전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취소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조향 절댓값 ≤0.035rad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핸들이 중앙으로 돌아옴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보호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비상등·반대방향·중복 시각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누적·취소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446D36E0-2214-4CCA-A359-47A2A5D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680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버튼을 누른 직후 핸들이 중앙이라는 이유만으로 꺼지면 방향을 미리 알릴 수 없습니다. 의미 있는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방향 회전과 복귀를 순서대로 확인합니다.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4019058-CAC9-4961-82EC-1D881CBC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179 / 201</a:t>
            </a:r>
          </a:p>
        </p:txBody>
      </p:sp>
    </p:spTree>
    <p:extLst>
      <p:ext uri="{BB962C8B-B14F-4D97-AF65-F5344CB8AC3E}">
        <p14:creationId xmlns:p14="http://schemas.microsoft.com/office/powerpoint/2010/main" val="1994633806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7644083-3BD9-4E04-B030-619B332C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번 받은 상태를 여러 번 회전한 것으로 세면 안 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C969381-9002-4D6B-B51C-7F64C310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9° 회전한 패킷 하나를 60fps 화면에서 여러 번 읽었다고 실제 차량이 여러 번 더 회전한 것은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아닙니다. 자동 취소는 같은 SimulationTimeNs를 다시 받으면 증거를 추가하지 않습니다.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렌더 프레임과 서버 상태의 시계가 다르기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5533A0E-A249-43B6-A17F-D148FE1B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 방향이 바뀌거나 새 Play가 시작되면 이전 증거를 버립니다. 오래된 상태와 긴 시간 점프,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큰 자세 점프도 연속된 회전의 증거로 무조건 인정하지 않습니다. 359°→1°는 짧은 변화량으로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읽어야 한다는 좌표 수업도 연결됩니다.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98A90EF-C964-419F-A775-B42E381C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반례로 정지 조향·후진·비상등·반대 방향 조향·같은 패킷 반복을 적어 보세요. 모두 정상적인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 방향의 전진 회전 완료가 아니므로 자동 취소를 기대하지 않습니다. 성공 사례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번만으로는 이 구분을 검사할 수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A484D27-5F19-4DD3-BCF2-BC2BDDA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180 / 201</a:t>
            </a:r>
          </a:p>
        </p:txBody>
      </p:sp>
    </p:spTree>
    <p:extLst>
      <p:ext uri="{BB962C8B-B14F-4D97-AF65-F5344CB8AC3E}">
        <p14:creationId xmlns:p14="http://schemas.microsoft.com/office/powerpoint/2010/main" val="1302849620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310C3A2-6DD0-488C-8187-4015DFD1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배기 효과도 위치·강도·종료 조건을 갖습니다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6873E67-D7EB-4A86-8CD0-6FC02FFE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차가 멈췄다고 엔진이 반드시 꺼진 것은 아니므로 배기를 이동 속도 하나에만 연결하면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어색합니다. BuildSample은 신선한 RPM과 가속 부하를 이용해 효과 강도를 정하고 배기구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컴포넌트가 차체를 따라가게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E3A4499-9B58-4296-B625-D427C02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EnsureRuntimeTemplate은 입자 구성으로 시각적 배기를 만듭니다. 실제 기체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유동·온도·배출물 성분을 계산하는 장치는 아닙니다. 엔진음과 배기 모두 같은 차량 상태에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반응하지만 각각 다른 표현 매개변수를 사용합니다.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E23F3C3-48A7-44B6-B39E-07CE0D44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정지 중 공회전, 가속 직후, 상태 공백을 차례로 관찰하세요. 효과가 얼마나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생기는지뿐 아니라 잘못된 상태에서 남지 않는지 봅니다. 출발 조건과 종료 조건을 함께 정하면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시각 효과가 운전 정보와 모순되지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F3F30A7-EF91-441D-BB48-BDB8880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181 / 201</a:t>
            </a:r>
          </a:p>
        </p:txBody>
      </p:sp>
    </p:spTree>
    <p:extLst>
      <p:ext uri="{BB962C8B-B14F-4D97-AF65-F5344CB8AC3E}">
        <p14:creationId xmlns:p14="http://schemas.microsoft.com/office/powerpoint/2010/main" val="1752891813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E6C8565-A770-4457-BB8B-91BA1AA4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소리와 깜빡이의 상태를 추적하세요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8FCF881-43B0-4AA4-9CCC-64FCDEC3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3000RPM의 기본 엔진 주파수를 구하세요. 10m/s로 달리며 횡슬립각이 0.10rad인 접촉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타이어는 속도 때문에 스키드음이 나야 하나요?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7A2C8F8-7371-4BB5-B278-EDFF77CC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좌측 깜빡이 선택 후 전진 중 선택 방향으로 0.12rad 이상 조향한 뒤 9° 회전했고, 현재 조향은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0.05rad입니다. 이후 0.02rad로 돌아오면 어느 시점에 취소되나요?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24774D7-FFA8-4325-8669-9ACCFE50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H를 누른 상태에서 창의 입력 초점을 잃었습니다. 경적 상태에서 확인할 종료 조건과 부드러운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음량 전환의 역할을 각각 적으세요.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B845840-FEB4-4573-BD20-B909A54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182 / 201</a:t>
            </a:r>
          </a:p>
        </p:txBody>
      </p:sp>
    </p:spTree>
    <p:extLst>
      <p:ext uri="{BB962C8B-B14F-4D97-AF65-F5344CB8AC3E}">
        <p14:creationId xmlns:p14="http://schemas.microsoft.com/office/powerpoint/2010/main" val="1524800253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20F4818-2518-439F-B748-A6E8F351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효과를 켜는 근거와 끝내는 조건을 분리합니다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B4CECFA-286B-4D95-B468-46CF3F48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기본 엔진 주파수는 100Hz입니다. 10m/s라도 횡슬립각과 옆 미끄럼 속도가 낮으면 스키드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강도는 0입니다. 평범한 회전을 미끄럼으로 들리게 하지 않기 위한 조건입니다.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3CC4E9E-0D84-47DE-9077-4BABD881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선택 방향 회전 증거가 있는 상태에서 0.05rad는 아직 중앙 기준 0.035rad 밖입니다.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0.02rad가 되면 취소됩니다. 비상등이나 정지 조향에는 같은 취소 조건을 무조건 적용하지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9457B1A-72EB-4E7B-B149-695EC4AC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초점 상실 시 ManualHeld를 해제해야 합니다. Envelope는 해제를 대신하는 것이 아니라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해제된 음량 목표까지 자연스럽게 줄입니다. 다음에는 이런 조건을 재현 가능한 기록과 검사로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남깁니다.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BD19E1F-1097-43DF-BB55-1FD6F184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183 / 201</a:t>
            </a:r>
          </a:p>
        </p:txBody>
      </p:sp>
    </p:spTree>
    <p:extLst>
      <p:ext uri="{BB962C8B-B14F-4D97-AF65-F5344CB8AC3E}">
        <p14:creationId xmlns:p14="http://schemas.microsoft.com/office/powerpoint/2010/main" val="688076342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212B0AB-BE91-4B87-944B-70ACB31D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B6681B5-08E7-4B70-990E-21EFAFFE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RPM·스키드·경적·깜빡이·배기의 발동 조건을 수치와 상태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변화로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07F6523-F974-4E07-BD18-347708CD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효과는 단순히 재생하는 것이 아니라 실제 상태를 전달하므로 올바른 조건과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3556796-DFB2-4620-974C-3BA6B0EE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이 조건을 기록과 자동 검사에 남겨 스스로 맞는지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E504D73-7BB9-4B24-AAB5-F078E8C4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184 / 201</a:t>
            </a:r>
          </a:p>
        </p:txBody>
      </p:sp>
    </p:spTree>
    <p:extLst>
      <p:ext uri="{BB962C8B-B14F-4D97-AF65-F5344CB8AC3E}">
        <p14:creationId xmlns:p14="http://schemas.microsoft.com/office/powerpoint/2010/main" val="398584520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08984CB-2897-4BD4-8723-2B9CEDFC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7장 관찰을 근거로 남기기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1072526-D094-4970-AE1C-6887ECF7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기록 재생과 검사를 이용해 이해한 기능과 현재 한계를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7F13642-AE21-4AE3-AF74-139B56AE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앞 장에서 입력·상태·표현을 구분하는 연습을 끝내야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A6F76F2-DA57-47F0-8C8B-8E7A8FA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Ghost 재생과 물리 재계산의 차이를 설명합니다. 실패 조건을 테스트와 관찰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기록으로 바꿉니다.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FC5DC33-3C16-4185-924A-0B33D28C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실제 함수와 회귀 검사에 근거한 포트폴리오 설명을 만들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E456082-10D1-413A-9EBA-8A5BF165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   185 / 201</a:t>
            </a:r>
          </a:p>
        </p:txBody>
      </p:sp>
    </p:spTree>
    <p:extLst>
      <p:ext uri="{BB962C8B-B14F-4D97-AF65-F5344CB8AC3E}">
        <p14:creationId xmlns:p14="http://schemas.microsoft.com/office/powerpoint/2010/main" val="1146491892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BF6682-9A4E-4BB3-9CE2-E13D9F5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E0A5BA0-D58A-469E-AADF-12A17430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L14 기록과 검사로 스스로 이해를 확인하기 · 187쪽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Ghost 재생의 한계를 설명하고 센서·F3·자동 검사로 기능 하나를 입증하는 노트를 만듭니다.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378EBD0-A3C8-4C80-BAE4-10B3EC68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   186 / 201</a:t>
            </a:r>
          </a:p>
        </p:txBody>
      </p:sp>
    </p:spTree>
    <p:extLst>
      <p:ext uri="{BB962C8B-B14F-4D97-AF65-F5344CB8AC3E}">
        <p14:creationId xmlns:p14="http://schemas.microsoft.com/office/powerpoint/2010/main" val="658326761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24D27DE-B280-4005-9021-B483EC24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기록과 검사로 스스로 이해를 확인하기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6BF70DC-4DF5-4B5D-AC5C-C79599E2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한 번 좋아 보였다는 기억만으로 수정 전후를 비교하거나 구현 원리를 설명할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8C27A8A-21B8-47CC-BBBB-F14FE14D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재현 가능한 상태·조건·판정 기준이 있어야 관찰을 근거로 바꾸고 혼자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조사할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4AA0223-31A7-464C-8F39-E1F5463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Ghost 재생의 한계를 설명하고 센서·F3·자동 검사로 기능 하나를 입증하는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노트를 만듭니다.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8A3291C-8DF5-435C-A36E-3E3568BD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명령과 상태 구분, L08의 시간, L13의 자동 취소 조건이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DE1BC81-5B73-48CA-A121-36A4B6D2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187 / 201</a:t>
            </a:r>
          </a:p>
        </p:txBody>
      </p:sp>
    </p:spTree>
    <p:extLst>
      <p:ext uri="{BB962C8B-B14F-4D97-AF65-F5344CB8AC3E}">
        <p14:creationId xmlns:p14="http://schemas.microsoft.com/office/powerpoint/2010/main" val="1307132508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F93B9FA-E8A9-4DF9-BADC-0CB473F6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기록은 나중에 같은 장면을 비교하기 위해 씁니다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F48E6A8-DDDC-4870-BE99-7D77BDBA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연석에서 한 번 튀었다는 말만으로는 어떤 속도·방향·접촉에서 문제가 났는지 다시 찾기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어렵습니다. 권위 상태를 시간과 함께 남기면 움직임을 다시 보거나 수치를 비교할 근거를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확보할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B93FE39-7808-456D-B642-A3FF0D9D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R은 주행 기록 시작·종료, F6은 Ghost 재생입니다. 기록은 받은 상태를 Track에 모으고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종료 시 Saved/DriveReplays/last_drive.csv에 저장합니다. F5는 에디터 동작과 겹쳤던 키이므로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입력 설정의 R을 확인하세요.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6C90C60-0405-417C-A664-9738A88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기능은 입력을 서버에 다시 넣어 물리를 재계산하는 기능과 다릅니다. 같은 위치 기록이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재생된다는 사실이 수치 적분의 결정성을 증명하지는 않습니다. 무엇을 저장하고 무엇을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계산하는지부터 구분해야 증거를 과장하지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61FAFAA-3F03-4B77-8B71-AE18E32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188 / 201</a:t>
            </a:r>
          </a:p>
        </p:txBody>
      </p:sp>
    </p:spTree>
    <p:extLst>
      <p:ext uri="{BB962C8B-B14F-4D97-AF65-F5344CB8AC3E}">
        <p14:creationId xmlns:p14="http://schemas.microsoft.com/office/powerpoint/2010/main" val="1982158904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932DA9E-A923-4395-AFBD-9F7A38A7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재생은 Track에서 상태를 골라 Ghost에 적용합니다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E94ABD7-5394-443A-BB7D-C019B61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unreal/DriveIntegration/Source/DriveIntegration/SimCoreDriveReplay.cpp:109-113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5B2BD1F-B247-4F6B-8EF7-C3A7840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4A1DAEE-0D2C-4989-B785-AA75EB9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24E1226-C719-490A-A3A5-AF83C52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SimCoreProtocol::FVehicleState State;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(!SimCoreDriveReplay::Sample(Track, ReplayElapsedSeconds, State))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StopReplay(); return;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ReplayGhost-&gt;ApplySnapshot(State, 0.0f, DeltaTime, true, 0.0f,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PresentationOffsetCm);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ReplayElapsedSeconds += DeltaTime;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(ReplayElapsedSeconds &gt; Track.DurationSeconds()) StopReplay();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1C217B4-26E6-4793-A46D-F7C9ADD6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구간에서 서버 송신이 있는지 찾아보세요. 결과 상태를 표시 Actor에 적용하는 호출이 핵심입니다.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22C4A9E-CFDE-4EA1-B177-0D233002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189 / 201</a:t>
            </a:r>
          </a:p>
        </p:txBody>
      </p:sp>
    </p:spTree>
    <p:extLst>
      <p:ext uri="{BB962C8B-B14F-4D97-AF65-F5344CB8AC3E}">
        <p14:creationId xmlns:p14="http://schemas.microsoft.com/office/powerpoint/2010/main" val="512664650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E1CD585-94E2-45BC-994C-7559AA67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재생 코드 다섯 줄의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190F136-678D-4C7F-8AFB-BDBF4C09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109행은 표시할 차량 상태를 준비합니다. 110행은 현재 재생 경과 시간에 해당하는 상태를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Track에서 구하고 실패하면 재생을 멈춥니다. 두 기록 사이의 시각에는 저장된 상태를 이용한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보간이 사용됩니다.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943EA14-0E7A-476A-96A3-A1781CE2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111행은 그 상태를 ReplayGhost에 적용합니다. 112행은 재생 시간을 DeltaTime만큼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전진시키고 113행은 기록 길이를 넘었을 때 종료합니다. 마지막 상태를 계속 남기거나 인덱스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밖을 읽지 않도록 수명을 제한합니다.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8F18AE3-600B-4FF4-B042-5EF98AB9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구간에는 새 가속 명령이나 서버 물리 스텝 실행이 없습니다. 1초의 기록을 두 번 재생해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궤적이 보이는 것은 표시 재생의 성질입니다. 서버 재계산의 일치성은 초기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상태·명령열·환경·스텝 조건을 고정한 다른 검사로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65D9EEE-68B0-4578-A6B2-44557B86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190 / 201</a:t>
            </a:r>
          </a:p>
        </p:txBody>
      </p:sp>
    </p:spTree>
    <p:extLst>
      <p:ext uri="{BB962C8B-B14F-4D97-AF65-F5344CB8AC3E}">
        <p14:creationId xmlns:p14="http://schemas.microsoft.com/office/powerpoint/2010/main" val="134880449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9562162-B3C2-4052-8CA7-F229A90E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SensorRig는 현재 무엇을 기록하고 있나요?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F92D184-A622-49D9-824F-44C0A774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카메라나 라이다를 붙일 때 위치·방향·주기·기준 시각을 정하지 않으면 서로 다른 관측을 비교할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없습니다. SensorRig는 센서 ID와 장착 프레임, 설정 주기, 원본 상태의 시각과 정체성을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연결하는 골격입니다.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15BF314-586F-480F-B22C-0A96AF66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ObserveAuthoritativeState는 같은 Sequence의 중복을 제외하고 시뮬레이션 시간으로 수집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주기를 판단합니다. 10Hz 센서는 0.1초 간격이며 화면이 60fps라고 매 프레임 새 센서 관측을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만드는 것이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AB31361-036B-43A3-8A02-E8D3E44B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이 경로가 만드는 것은 센서 메타데이터입니다. 카메라 이름이 있다고 영상 파일이 자동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저장되거나 라이다 점군이 생성됐다고 설명하면 안 됩니다. ID·시각·장착 변환을 확인하는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단계와 실제 측정 데이터를 만드는 단계는 다릅니다.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E7E3FC9-43DE-4564-BF42-FF5251E4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191 / 201</a:t>
            </a:r>
          </a:p>
        </p:txBody>
      </p:sp>
    </p:spTree>
    <p:extLst>
      <p:ext uri="{BB962C8B-B14F-4D97-AF65-F5344CB8AC3E}">
        <p14:creationId xmlns:p14="http://schemas.microsoft.com/office/powerpoint/2010/main" val="1445639552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75391F4-986C-42C5-83F2-9ADCDFAC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F3 선과 로그는 보이지 않는 판단을 보여 줍니다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DAAFD38-D8D8-4E54-A6C6-8D60CC1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화면에서 바퀴가 떠 보일 때 차체 메시만 보면 실제 접촉 위치를 알기 어렵습니다. F3의 차량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디버그는 접촉점·법선·차체 범위처럼 계산과 표시를 비교할 단서를 그립니다. 장식용 선이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아니라 가설을 확인하는 관찰 도구입니다.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300B416-DA84-429C-AB32-A0D9D88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여기서 그리는 충돌 상자나 접촉선은 렌더링 기능인 Ray Tracing과 다릅니다. 지면 조회를 위한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trace도 광선 추적 조명과 목적이 다릅니다. “레이가 틀렸다” 대신 어떤 시스템의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시작점·끝점·결과인지 적으세요.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9AF81D4-9E4E-4859-846D-635FF860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로그에는 맵 정체성, 상태 순서, 연결 변화 같은 사건을 남길 수 있습니다. 같은 장면에서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속도·Sequence·상태 나이와 F3 그림을 함께 기록하면 오래된 표시와 실제 접촉 오류를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구분하기 쉬워집니다. 무관한 경고 수만 세는 것보다 유용합니다.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3341880-F692-47E4-86F4-7273D900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192 / 201</a:t>
            </a:r>
          </a:p>
        </p:txBody>
      </p:sp>
    </p:spTree>
    <p:extLst>
      <p:ext uri="{BB962C8B-B14F-4D97-AF65-F5344CB8AC3E}">
        <p14:creationId xmlns:p14="http://schemas.microsoft.com/office/powerpoint/2010/main" val="1263145770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02BC853-6B18-4397-9F71-033492F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자동 취소 회귀 검사는 경계를 비교합니다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B6B4B94-6F69-41B4-AC8F-A886A5B2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unreal/DriveIntegration/Source/DriveIntegration/SimCoreTurnSignalsTests.cpp:244-250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DC7E699-B196-4D36-A3BE-7E45E3A7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3841196-BA92-4307-A976-D8AD70F0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37E3C7D-F1EC-4EE8-B462-8D81FF73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State.SimulationTimeNs = 400000000;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State.SteeringAngleRad = Side * 0.05f;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Ok &amp;= TestFalse(TEXT("returning near centre is not yet centred"),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Cancel.Update(Direction, false, State, true));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State.SimulationTimeNs = 500000000;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State.SteeringAngleRad = Side * 0.02f;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Ok &amp;= TestTrue(TEXT("a meaningful selected turn cancels only after rack centre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return"),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Cancel.Update(Direction, false, State, true));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6E15E00-D651-4473-98D6-ACE2CB41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앞부분에서 선택 방향으로 9° 회전한 상황을 만든 뒤, 핸들의 중앙 복귀 임계값 양쪽을 검사합니다.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67A9002-656B-4B9A-B8D0-6C6DC630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193 / 201</a:t>
            </a:r>
          </a:p>
        </p:txBody>
      </p:sp>
    </p:spTree>
    <p:extLst>
      <p:ext uri="{BB962C8B-B14F-4D97-AF65-F5344CB8AC3E}">
        <p14:creationId xmlns:p14="http://schemas.microsoft.com/office/powerpoint/2010/main" val="408926986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F86293C-5516-45D2-9A18-65953F7C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 코드에서 준비·실행·기대를 읽습니다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2D0E765-7C30-4483-9FCD-9182CD39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244~245행은 시뮬레이션 시각을 0.4초로 전진시키고 조향을 0.05rad로 바꿉니다. 246행의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TestFalse는 아직 중앙 기준 0.035rad 밖이므로 꺼지면 실패라는 뜻입니다. 화면을 보지 않아도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규칙을 확인할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DB9B341-9D8C-4719-8E45-A6C9EAB2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247~248행은 0.5초와 0.02rad를 설정합니다. 249~250행의 TestTrue는 같은 방향 회전 증거가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있고 중앙 안으로 돌아왔으므로 이제 취소되어야 한다고 검사합니다. 단순히 함수가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실행됐다는 검사보다 행동 조건이 분명합니다.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8A990CE-0C52-4A29-A464-60585451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테스트는 EditorContext와 EngineFilter로 등록됩니다. 통과는 수치 규칙의 근거이며 램프가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화면에서 충분히 밝은지까지 보장하지 않습니다. 수치 검사와 시각·청감 인수를 함께 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CD43C45-8D4B-46A6-B663-CBA0ED18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194 / 201</a:t>
            </a:r>
          </a:p>
        </p:txBody>
      </p:sp>
    </p:spTree>
    <p:extLst>
      <p:ext uri="{BB962C8B-B14F-4D97-AF65-F5344CB8AC3E}">
        <p14:creationId xmlns:p14="http://schemas.microsoft.com/office/powerpoint/2010/main" val="204716990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5C92724-8C18-498F-8908-68EFE1E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어떤 검사는 언제 무엇을 보장하나요?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063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조건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확인하는 범위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순수 함수 회귀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코드로 빌드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입력·변환·경계 규칙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UE 자동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맞는 Editor 빌드·검사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컴포넌트·표현 계약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통합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맵·프로토콜·실행 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왕복·리셋·안전 정책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PIE 수동 인수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초점·상태·시야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조작·화면·소리 체감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Ghost 재생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유효한 상태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기록된 움직임의 재표시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B9870465-7C87-4813-9204-30D148F7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676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소스를 고쳤다는 사실과 실행 중인 바이너리가 그 소스라는 사실을 구분합니다. 검사한 버전과 조건을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남겨야 결과를 다시 믿을 수 있습니다.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1A981DE-A664-4033-810B-6FD60305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195 / 201</a:t>
            </a:r>
          </a:p>
        </p:txBody>
      </p:sp>
    </p:spTree>
    <p:extLst>
      <p:ext uri="{BB962C8B-B14F-4D97-AF65-F5344CB8AC3E}">
        <p14:creationId xmlns:p14="http://schemas.microsoft.com/office/powerpoint/2010/main" val="1087001768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FFD71B9-C361-4D39-80C5-AD27CACF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 재생과 검사로 관찰을 근거로 바꾸기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478a725494da7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36A1E8D8-EF61-4A9D-B148-65E0EB4F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FCAC27F9-1CAC-44E5-9D0E-994BFE6B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 경로는 저장된 상태를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Ghost로 재표시하며 물리를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재계산하지 않습니다.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8FFFD806-E7F0-4B5A-82A3-5D59372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아래 순환은 조건과 기대를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정하고 자동 검사·F3·HUD로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5597A704-0781-4A9F-87D1-4AE92C8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Evidence note에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기대·실제·한계를 적고 다음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확인으로 이어갑니다.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E8577C9F-6871-4579-B6CD-7588B65E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55EDB25-FEE8-422E-85FB-BB46C0AE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196 / 201</a:t>
            </a:r>
          </a:p>
        </p:txBody>
      </p:sp>
    </p:spTree>
    <p:extLst>
      <p:ext uri="{BB962C8B-B14F-4D97-AF65-F5344CB8AC3E}">
        <p14:creationId xmlns:p14="http://schemas.microsoft.com/office/powerpoint/2010/main" val="1551497504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9191B0E-22A1-4377-8A15-5B9164D4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독립 실습은 작은 가설 하나로 시작합니다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6A2E2D2-36C6-4C27-9F59-F5A065A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실습에서는 W 왕복 노트를 만듭니다. SetThrottle부터 Pawn Tick까지 읽는 순서를 쓰고 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함수의 입력·출력·단위를 한 줄씩 적으세요. 코드를 고치지 않고도 의도와 결과를 구분할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있는지 확인하는 과제입니다.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DB8D3BD-6113-4D49-9803-A26DE64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두 번째 실습에서는 10m/s 차량의 상태 나이를 20·80·120ms로 가정해 예측 거리와 신선도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판단을 손으로 계산합니다. 여기에 서버 명령 공백 300ms를 별도 칸에 두면 두 방향의 시간을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혼동하는지 드러납니다.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8E345B6-37E3-467E-82A7-7485C27E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 번째 실습에서는 F3와 계기판을 켠 관찰 한 건을 기록합니다. 조건·기대·실제·읽을 함수·다음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확인을 적고 결론이 아직 추측인지 표시하세요. 실제 실행이 준비되지 않았으면 동일 항목으로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 기반 가상 사례를 먼저 작성해도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35A2227-8A73-4B27-958E-F7C025C3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197 / 201</a:t>
            </a:r>
          </a:p>
        </p:txBody>
      </p:sp>
    </p:spTree>
    <p:extLst>
      <p:ext uri="{BB962C8B-B14F-4D97-AF65-F5344CB8AC3E}">
        <p14:creationId xmlns:p14="http://schemas.microsoft.com/office/powerpoint/2010/main" val="81445680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668053E-022B-4475-A955-45A93C11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포트폴리오에서는 범위와 근거를 함께 설명합니다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23C93B8-08DB-47D1-BB60-6B5B3715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“실제 자동차를 완벽히 구현했습니다”보다 “외부 서버의 권위 상태를 검증하고, 제한된 예측과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좌표 변환으로 Unreal에 표시했습니다”가 현재 경계를 더 정확히 설명합니다. 왜 나눴는지와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함수를 연결하는 것이 중요합니다.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F9EE680-83DD-4A6C-BE76-2E3F750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 사례는 증상·원인·변경·검증·남은 한계 순서로 말해 보세요. 예를 들어 첫 깜빡이 간격은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전역 위상 문제였고 선택 상대 시계로 바꾸어 램프와 클릭을 맞췄으며, 경계 수치 검사와 직접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관찰로 확인했다고 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C07DA45-B1CC-4CCB-908B-5DCDABCF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도구의 도움을 받았더라도 이해를 확인하는 방법은 같습니다. 보지 않고 흐름을 설명하고, 입력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 하나를 바꿨을 때의 결과를 예측한 뒤 소스와 비교하세요. 모르는 부분을 정확히 구분하는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것이 과장된 완성 주장보다 다음 학습에 도움이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10BA7D7-BA8C-43DE-8EA7-575C5B82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198 / 201</a:t>
            </a:r>
          </a:p>
        </p:txBody>
      </p:sp>
    </p:spTree>
    <p:extLst>
      <p:ext uri="{BB962C8B-B14F-4D97-AF65-F5344CB8AC3E}">
        <p14:creationId xmlns:p14="http://schemas.microsoft.com/office/powerpoint/2010/main" val="817630927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19AA011-725E-418E-86A8-2EFCB125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최종 확인: 기록으로 무엇을 증명했나요?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37F7C39-685E-4056-B841-7A9F9B76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Ghost가 같은 길을 두 번 따라갔습니다. 서버 물리의 결정성이 증명됐나요? 이 기능이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저장하고 재생하는 대상을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FCBDA9B-815C-4B5B-ABE9-D5D395BD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SensorRig에 front_camera라는 ID가 있습니다. 영상 데이터 수집까지 완료됐다는 뜻인가요?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코드가 남기는 정보를 세 가지 적으세요.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AE54D76-9476-45EC-8774-C5C7946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 취소 테스트는 통과했지만 램프가 어두워 구분되지 않습니다. 어떤 검사가 빠진 것인지,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별도의 통과 기준을 한 문장으로 작성하세요.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3BA37F3-9A0A-4998-8E81-58DD4041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199 / 201</a:t>
            </a:r>
          </a:p>
        </p:txBody>
      </p:sp>
    </p:spTree>
    <p:extLst>
      <p:ext uri="{BB962C8B-B14F-4D97-AF65-F5344CB8AC3E}">
        <p14:creationId xmlns:p14="http://schemas.microsoft.com/office/powerpoint/2010/main" val="1882388871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5301A34-DA73-4336-A1E4-D00D94D0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답과 실습 노트의 기준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D5CDADA-B647-4D21-98B8-AB7F65E0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Ghost는 저장된 권위 상태를 시간에 맞게 다시 표시합니다. 서버에 명령을 재투입한 물리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재계산은 아닙니다. SensorRig 경로는 센서 ID·원본 Sequence·시뮬레이션 시각·맵/Play·장착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변환 같은 메타데이터를 남깁니다.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E1F1CBB-A5DE-4C77-B73E-0C22F54C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램프 가독성은 실제 시각 인수입니다. 예를 들어 “주간 Follow 시점에서 좌·우·비상등 상태를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구분한다”라는 조건을 따로 둡니다. 수치 규칙이 맞아도 표현 강도와 시야는 추가 확인이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649FAED-6FFC-40BD-BF9D-8CDDEB2D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실습의 시간 답은 20ms→0.2m, 80ms→0.5m, 120ms→0.5m이며 마지막은 오래된 상태입니다.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300ms 명령 공백은 별도 SafeStop 대상입니다. 이 차이를 자기 문장으로 설명하면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함수도 같은 방식으로 읽을 준비가 된 것입니다.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7295F10-5573-417A-AD99-BBB7021E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200 / 201</a:t>
            </a:r>
          </a:p>
        </p:txBody>
      </p:sp>
    </p:spTree>
    <p:extLst>
      <p:ext uri="{BB962C8B-B14F-4D97-AF65-F5344CB8AC3E}">
        <p14:creationId xmlns:p14="http://schemas.microsoft.com/office/powerpoint/2010/main" val="1157504520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5C6CF4-CF57-438F-9510-FFF52870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051D76D-C982-4F85-97A8-46D0EF5C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Ghost 재생의 한계를 설명하고 센서·F3·자동 검사로 기능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하나를 입증하는 노트를 만듭니다.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D34EC25-0E57-4818-AFF3-8D3F4ED3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재현 가능한 상태·조건·판정 기준이 있어야 관찰을 근거로 바꾸고 혼자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조사할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CBD183B-83A3-4831-BE10-C7B51C5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왕복 경로에서 아직 설명하지 못한 함수 하나를 골라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질문으로 독립 학습을 이어갑니다.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09DFF04-5A57-4488-A95B-231ADB8B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201 / 201</a:t>
            </a:r>
          </a:p>
        </p:txBody>
      </p:sp>
    </p:spTree>
    <p:extLst>
      <p:ext uri="{BB962C8B-B14F-4D97-AF65-F5344CB8AC3E}">
        <p14:creationId xmlns:p14="http://schemas.microsoft.com/office/powerpoint/2010/main" val="1624810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2026-09-08T06:32:31.2320000Z</dcterms:created>
  <dcterms:modified xsi:type="dcterms:W3CDTF">2026-09-08T06:32:31.2320000Z</dcterms:modified>
</coreProperties>
</file>