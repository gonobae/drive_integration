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2938945564eaf" /><Relationship Type="http://schemas.openxmlformats.org/officeDocument/2006/relationships/extended-properties" Target="/docProps/app.xml" Id="R46b892a5e67c4c80" /><Relationship Type="http://schemas.openxmlformats.org/officeDocument/2006/relationships/officeDocument" Target="/ppt/presentation.xml" Id="Rb98bf4ab07a646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945a4cfcd8434c"/>
  </p:sldMasterIdLst>
  <p:notesMasterIdLst>
    <p:notesMasterId xmlns:r="http://schemas.openxmlformats.org/officeDocument/2006/relationships" r:id="R7752888dc0304355"/>
  </p:notesMasterIdLst>
  <p:sldIdLst>
    <p:sldId xmlns:r="http://schemas.openxmlformats.org/officeDocument/2006/relationships" id="256" r:id="R42bbe09ffb2d430b"/>
    <p:sldId xmlns:r="http://schemas.openxmlformats.org/officeDocument/2006/relationships" id="257" r:id="R939402866e8343e1"/>
    <p:sldId xmlns:r="http://schemas.openxmlformats.org/officeDocument/2006/relationships" id="258" r:id="Rd6f23868b2814392"/>
    <p:sldId xmlns:r="http://schemas.openxmlformats.org/officeDocument/2006/relationships" id="259" r:id="R2b3b54a3f7d64ddf"/>
    <p:sldId xmlns:r="http://schemas.openxmlformats.org/officeDocument/2006/relationships" id="260" r:id="Rf2edcb57df654d66"/>
    <p:sldId xmlns:r="http://schemas.openxmlformats.org/officeDocument/2006/relationships" id="261" r:id="R18c6c349f29642e9"/>
    <p:sldId xmlns:r="http://schemas.openxmlformats.org/officeDocument/2006/relationships" id="262" r:id="Rd246cb8fcc8344ca"/>
    <p:sldId xmlns:r="http://schemas.openxmlformats.org/officeDocument/2006/relationships" id="263" r:id="Rad7f21287e2f41ad"/>
    <p:sldId xmlns:r="http://schemas.openxmlformats.org/officeDocument/2006/relationships" id="264" r:id="R1519eff18f0d41df"/>
    <p:sldId xmlns:r="http://schemas.openxmlformats.org/officeDocument/2006/relationships" id="265" r:id="Rd6babd9da2e04a17"/>
    <p:sldId xmlns:r="http://schemas.openxmlformats.org/officeDocument/2006/relationships" id="266" r:id="Rfb2ae8321e7e4524"/>
    <p:sldId xmlns:r="http://schemas.openxmlformats.org/officeDocument/2006/relationships" id="267" r:id="R060bf621d6904e33"/>
    <p:sldId xmlns:r="http://schemas.openxmlformats.org/officeDocument/2006/relationships" id="268" r:id="R3a5be3009de849c0"/>
    <p:sldId xmlns:r="http://schemas.openxmlformats.org/officeDocument/2006/relationships" id="269" r:id="R0d17e99f1d654ab0"/>
    <p:sldId xmlns:r="http://schemas.openxmlformats.org/officeDocument/2006/relationships" id="270" r:id="R3a8c8f9d97a94093"/>
    <p:sldId xmlns:r="http://schemas.openxmlformats.org/officeDocument/2006/relationships" id="271" r:id="R81ed2526200c4dcf"/>
    <p:sldId xmlns:r="http://schemas.openxmlformats.org/officeDocument/2006/relationships" id="272" r:id="R7d106f4f602948f4"/>
    <p:sldId xmlns:r="http://schemas.openxmlformats.org/officeDocument/2006/relationships" id="273" r:id="Reab7475e1e044ad2"/>
    <p:sldId xmlns:r="http://schemas.openxmlformats.org/officeDocument/2006/relationships" id="274" r:id="R4631e7f014e34354"/>
    <p:sldId xmlns:r="http://schemas.openxmlformats.org/officeDocument/2006/relationships" id="275" r:id="R6d4d8e9510624615"/>
    <p:sldId xmlns:r="http://schemas.openxmlformats.org/officeDocument/2006/relationships" id="276" r:id="Re11238a62499448c"/>
    <p:sldId xmlns:r="http://schemas.openxmlformats.org/officeDocument/2006/relationships" id="277" r:id="Rf0a8f8b9e1504b81"/>
    <p:sldId xmlns:r="http://schemas.openxmlformats.org/officeDocument/2006/relationships" id="278" r:id="R5448fd734b164048"/>
    <p:sldId xmlns:r="http://schemas.openxmlformats.org/officeDocument/2006/relationships" id="279" r:id="R1c7aec2031ba4a90"/>
    <p:sldId xmlns:r="http://schemas.openxmlformats.org/officeDocument/2006/relationships" id="280" r:id="R2741905c23804c89"/>
    <p:sldId xmlns:r="http://schemas.openxmlformats.org/officeDocument/2006/relationships" id="281" r:id="R7d318d1b193b43ce"/>
    <p:sldId xmlns:r="http://schemas.openxmlformats.org/officeDocument/2006/relationships" id="282" r:id="R48bf70e3709f46b5"/>
    <p:sldId xmlns:r="http://schemas.openxmlformats.org/officeDocument/2006/relationships" id="283" r:id="R78f6f3a4035f4f49"/>
    <p:sldId xmlns:r="http://schemas.openxmlformats.org/officeDocument/2006/relationships" id="284" r:id="R435a0ca28a2d4038"/>
    <p:sldId xmlns:r="http://schemas.openxmlformats.org/officeDocument/2006/relationships" id="285" r:id="Rb9086d2e0f6248ea"/>
    <p:sldId xmlns:r="http://schemas.openxmlformats.org/officeDocument/2006/relationships" id="286" r:id="R9cbe6cb9aae34c80"/>
    <p:sldId xmlns:r="http://schemas.openxmlformats.org/officeDocument/2006/relationships" id="287" r:id="R2013381109de4974"/>
    <p:sldId xmlns:r="http://schemas.openxmlformats.org/officeDocument/2006/relationships" id="288" r:id="R3feac5d2af6d458d"/>
    <p:sldId xmlns:r="http://schemas.openxmlformats.org/officeDocument/2006/relationships" id="289" r:id="R21309773cff846d9"/>
    <p:sldId xmlns:r="http://schemas.openxmlformats.org/officeDocument/2006/relationships" id="290" r:id="R4772eaf53d7d467d"/>
    <p:sldId xmlns:r="http://schemas.openxmlformats.org/officeDocument/2006/relationships" id="291" r:id="R55c72d74547041de"/>
    <p:sldId xmlns:r="http://schemas.openxmlformats.org/officeDocument/2006/relationships" id="292" r:id="Rc0843d1bf5a043e0"/>
    <p:sldId xmlns:r="http://schemas.openxmlformats.org/officeDocument/2006/relationships" id="293" r:id="Rbf195f15b4ab48c3"/>
    <p:sldId xmlns:r="http://schemas.openxmlformats.org/officeDocument/2006/relationships" id="294" r:id="R03e5397eca1c4da3"/>
    <p:sldId xmlns:r="http://schemas.openxmlformats.org/officeDocument/2006/relationships" id="295" r:id="R4227bce935134961"/>
    <p:sldId xmlns:r="http://schemas.openxmlformats.org/officeDocument/2006/relationships" id="296" r:id="Ra533dc1f0dae49a8"/>
    <p:sldId xmlns:r="http://schemas.openxmlformats.org/officeDocument/2006/relationships" id="297" r:id="R8b972f0cb89e4af9"/>
    <p:sldId xmlns:r="http://schemas.openxmlformats.org/officeDocument/2006/relationships" id="298" r:id="R29c583b768804605"/>
    <p:sldId xmlns:r="http://schemas.openxmlformats.org/officeDocument/2006/relationships" id="299" r:id="Ra05110a771fb4e10"/>
    <p:sldId xmlns:r="http://schemas.openxmlformats.org/officeDocument/2006/relationships" id="300" r:id="R8927ef04e12540a8"/>
    <p:sldId xmlns:r="http://schemas.openxmlformats.org/officeDocument/2006/relationships" id="301" r:id="R3c2b97f03df14a1e"/>
    <p:sldId xmlns:r="http://schemas.openxmlformats.org/officeDocument/2006/relationships" id="302" r:id="Rea80e124b7a549e0"/>
    <p:sldId xmlns:r="http://schemas.openxmlformats.org/officeDocument/2006/relationships" id="303" r:id="R31305033176446b2"/>
    <p:sldId xmlns:r="http://schemas.openxmlformats.org/officeDocument/2006/relationships" id="304" r:id="R035785a0de0b4093"/>
    <p:sldId xmlns:r="http://schemas.openxmlformats.org/officeDocument/2006/relationships" id="305" r:id="R8f4a78099aea424a"/>
    <p:sldId xmlns:r="http://schemas.openxmlformats.org/officeDocument/2006/relationships" id="306" r:id="Rcbfe890489f442ba"/>
    <p:sldId xmlns:r="http://schemas.openxmlformats.org/officeDocument/2006/relationships" id="307" r:id="Rd7e2db13ca2b41f8"/>
    <p:sldId xmlns:r="http://schemas.openxmlformats.org/officeDocument/2006/relationships" id="308" r:id="R900f6367febd48bc"/>
    <p:sldId xmlns:r="http://schemas.openxmlformats.org/officeDocument/2006/relationships" id="309" r:id="Rda14e66b02704d49"/>
    <p:sldId xmlns:r="http://schemas.openxmlformats.org/officeDocument/2006/relationships" id="310" r:id="R1eced634c7b0463b"/>
    <p:sldId xmlns:r="http://schemas.openxmlformats.org/officeDocument/2006/relationships" id="311" r:id="Rec44635b7035491e"/>
    <p:sldId xmlns:r="http://schemas.openxmlformats.org/officeDocument/2006/relationships" id="312" r:id="Re39326b4d93c4fcd"/>
    <p:sldId xmlns:r="http://schemas.openxmlformats.org/officeDocument/2006/relationships" id="313" r:id="Rcd7d60b946264292"/>
    <p:sldId xmlns:r="http://schemas.openxmlformats.org/officeDocument/2006/relationships" id="314" r:id="Rcd416eb6e19a430b"/>
    <p:sldId xmlns:r="http://schemas.openxmlformats.org/officeDocument/2006/relationships" id="315" r:id="R80305e08a52b4fe6"/>
    <p:sldId xmlns:r="http://schemas.openxmlformats.org/officeDocument/2006/relationships" id="316" r:id="R4b347e129c2e4a1f"/>
    <p:sldId xmlns:r="http://schemas.openxmlformats.org/officeDocument/2006/relationships" id="317" r:id="Rbff9906df3554b50"/>
    <p:sldId xmlns:r="http://schemas.openxmlformats.org/officeDocument/2006/relationships" id="318" r:id="Ra0cc5747e1d5492d"/>
    <p:sldId xmlns:r="http://schemas.openxmlformats.org/officeDocument/2006/relationships" id="319" r:id="R603455cb8f0741ae"/>
    <p:sldId xmlns:r="http://schemas.openxmlformats.org/officeDocument/2006/relationships" id="320" r:id="R55e896807c184e95"/>
    <p:sldId xmlns:r="http://schemas.openxmlformats.org/officeDocument/2006/relationships" id="321" r:id="R512bb5c7dc664ef9"/>
    <p:sldId xmlns:r="http://schemas.openxmlformats.org/officeDocument/2006/relationships" id="322" r:id="Rf730c537605f4e63"/>
    <p:sldId xmlns:r="http://schemas.openxmlformats.org/officeDocument/2006/relationships" id="323" r:id="Rbe5083faf2354439"/>
    <p:sldId xmlns:r="http://schemas.openxmlformats.org/officeDocument/2006/relationships" id="324" r:id="R75075bca4b8a478e"/>
    <p:sldId xmlns:r="http://schemas.openxmlformats.org/officeDocument/2006/relationships" id="325" r:id="Rc7188e68b38f40cd"/>
    <p:sldId xmlns:r="http://schemas.openxmlformats.org/officeDocument/2006/relationships" id="326" r:id="R116f64c8394942a1"/>
    <p:sldId xmlns:r="http://schemas.openxmlformats.org/officeDocument/2006/relationships" id="327" r:id="R00ca1498489d42f9"/>
    <p:sldId xmlns:r="http://schemas.openxmlformats.org/officeDocument/2006/relationships" id="328" r:id="Rc2ca897855fa43ff"/>
    <p:sldId xmlns:r="http://schemas.openxmlformats.org/officeDocument/2006/relationships" id="329" r:id="R920aa0db27364e14"/>
    <p:sldId xmlns:r="http://schemas.openxmlformats.org/officeDocument/2006/relationships" id="330" r:id="R58c718a593764155"/>
    <p:sldId xmlns:r="http://schemas.openxmlformats.org/officeDocument/2006/relationships" id="331" r:id="R607ed9b2c9c74ecf"/>
    <p:sldId xmlns:r="http://schemas.openxmlformats.org/officeDocument/2006/relationships" id="332" r:id="R285e398d55bc4c58"/>
    <p:sldId xmlns:r="http://schemas.openxmlformats.org/officeDocument/2006/relationships" id="333" r:id="R4d5b50a3ece540fa"/>
    <p:sldId xmlns:r="http://schemas.openxmlformats.org/officeDocument/2006/relationships" id="334" r:id="Rcdee74c1f1814f5b"/>
    <p:sldId xmlns:r="http://schemas.openxmlformats.org/officeDocument/2006/relationships" id="335" r:id="Rce4eb999053b4965"/>
    <p:sldId xmlns:r="http://schemas.openxmlformats.org/officeDocument/2006/relationships" id="336" r:id="Rf50f2c86bf194df9"/>
    <p:sldId xmlns:r="http://schemas.openxmlformats.org/officeDocument/2006/relationships" id="337" r:id="Ra7fc80bbd186431c"/>
    <p:sldId xmlns:r="http://schemas.openxmlformats.org/officeDocument/2006/relationships" id="338" r:id="Rb4825401b43f4fbe"/>
    <p:sldId xmlns:r="http://schemas.openxmlformats.org/officeDocument/2006/relationships" id="339" r:id="R6eb5ec546d0e4548"/>
    <p:sldId xmlns:r="http://schemas.openxmlformats.org/officeDocument/2006/relationships" id="340" r:id="R51a4aad9a0c1462b"/>
    <p:sldId xmlns:r="http://schemas.openxmlformats.org/officeDocument/2006/relationships" id="341" r:id="R9dcf3ea4540e4e1b"/>
    <p:sldId xmlns:r="http://schemas.openxmlformats.org/officeDocument/2006/relationships" id="342" r:id="Rfbf25d99a0fd4683"/>
    <p:sldId xmlns:r="http://schemas.openxmlformats.org/officeDocument/2006/relationships" id="343" r:id="R3369d790e5984e60"/>
    <p:sldId xmlns:r="http://schemas.openxmlformats.org/officeDocument/2006/relationships" id="344" r:id="R949412c3fc5a403b"/>
    <p:sldId xmlns:r="http://schemas.openxmlformats.org/officeDocument/2006/relationships" id="345" r:id="Rc689131fa99e467b"/>
    <p:sldId xmlns:r="http://schemas.openxmlformats.org/officeDocument/2006/relationships" id="346" r:id="R6190182f89524d6d"/>
    <p:sldId xmlns:r="http://schemas.openxmlformats.org/officeDocument/2006/relationships" id="347" r:id="R0efb9f4e18ea4c4a"/>
    <p:sldId xmlns:r="http://schemas.openxmlformats.org/officeDocument/2006/relationships" id="348" r:id="R5192a8ca92874a64"/>
    <p:sldId xmlns:r="http://schemas.openxmlformats.org/officeDocument/2006/relationships" id="349" r:id="Rc491f52c99fc4573"/>
    <p:sldId xmlns:r="http://schemas.openxmlformats.org/officeDocument/2006/relationships" id="350" r:id="R153909a8c10d41b0"/>
    <p:sldId xmlns:r="http://schemas.openxmlformats.org/officeDocument/2006/relationships" id="351" r:id="Ra93b4b6ae29441e2"/>
    <p:sldId xmlns:r="http://schemas.openxmlformats.org/officeDocument/2006/relationships" id="352" r:id="R6349d02f42d0496f"/>
    <p:sldId xmlns:r="http://schemas.openxmlformats.org/officeDocument/2006/relationships" id="353" r:id="R1009633523cd4aba"/>
    <p:sldId xmlns:r="http://schemas.openxmlformats.org/officeDocument/2006/relationships" id="354" r:id="R66a6d15ed7004c5f"/>
    <p:sldId xmlns:r="http://schemas.openxmlformats.org/officeDocument/2006/relationships" id="355" r:id="Rfe569f18a4b04df8"/>
    <p:sldId xmlns:r="http://schemas.openxmlformats.org/officeDocument/2006/relationships" id="356" r:id="Ra99e3d21742f4ea8"/>
    <p:sldId xmlns:r="http://schemas.openxmlformats.org/officeDocument/2006/relationships" id="357" r:id="R9ee81a2df1894316"/>
    <p:sldId xmlns:r="http://schemas.openxmlformats.org/officeDocument/2006/relationships" id="358" r:id="R55348c7201234386"/>
    <p:sldId xmlns:r="http://schemas.openxmlformats.org/officeDocument/2006/relationships" id="359" r:id="Rb5bdfd7e66c24037"/>
    <p:sldId xmlns:r="http://schemas.openxmlformats.org/officeDocument/2006/relationships" id="360" r:id="R1939a1eb578e4507"/>
    <p:sldId xmlns:r="http://schemas.openxmlformats.org/officeDocument/2006/relationships" id="361" r:id="Rd5996c8407d44e22"/>
    <p:sldId xmlns:r="http://schemas.openxmlformats.org/officeDocument/2006/relationships" id="362" r:id="R9415ddfe42bb4a1e"/>
    <p:sldId xmlns:r="http://schemas.openxmlformats.org/officeDocument/2006/relationships" id="363" r:id="R3c03915230634044"/>
    <p:sldId xmlns:r="http://schemas.openxmlformats.org/officeDocument/2006/relationships" id="364" r:id="R0ab1dcc58d014839"/>
    <p:sldId xmlns:r="http://schemas.openxmlformats.org/officeDocument/2006/relationships" id="365" r:id="R3fb3ebd9502141dc"/>
    <p:sldId xmlns:r="http://schemas.openxmlformats.org/officeDocument/2006/relationships" id="366" r:id="Rc301413508ff4722"/>
    <p:sldId xmlns:r="http://schemas.openxmlformats.org/officeDocument/2006/relationships" id="367" r:id="R59024480e935473e"/>
    <p:sldId xmlns:r="http://schemas.openxmlformats.org/officeDocument/2006/relationships" id="368" r:id="R657244cb3bdd4a8b"/>
    <p:sldId xmlns:r="http://schemas.openxmlformats.org/officeDocument/2006/relationships" id="369" r:id="R2b785e732990405a"/>
    <p:sldId xmlns:r="http://schemas.openxmlformats.org/officeDocument/2006/relationships" id="370" r:id="Ra771da9f37bc479a"/>
    <p:sldId xmlns:r="http://schemas.openxmlformats.org/officeDocument/2006/relationships" id="371" r:id="R6a8613f0e6d74e16"/>
    <p:sldId xmlns:r="http://schemas.openxmlformats.org/officeDocument/2006/relationships" id="372" r:id="Rbb6bde6af86a44b6"/>
    <p:sldId xmlns:r="http://schemas.openxmlformats.org/officeDocument/2006/relationships" id="373" r:id="R7d0829301aa24a60"/>
    <p:sldId xmlns:r="http://schemas.openxmlformats.org/officeDocument/2006/relationships" id="374" r:id="R26c310e002634182"/>
    <p:sldId xmlns:r="http://schemas.openxmlformats.org/officeDocument/2006/relationships" id="375" r:id="R046b214fff1140c9"/>
    <p:sldId xmlns:r="http://schemas.openxmlformats.org/officeDocument/2006/relationships" id="376" r:id="R055b7dadb9a44bd9"/>
    <p:sldId xmlns:r="http://schemas.openxmlformats.org/officeDocument/2006/relationships" id="377" r:id="R2210ac5fb4754102"/>
    <p:sldId xmlns:r="http://schemas.openxmlformats.org/officeDocument/2006/relationships" id="378" r:id="R6b83409645ae4d96"/>
    <p:sldId xmlns:r="http://schemas.openxmlformats.org/officeDocument/2006/relationships" id="379" r:id="Rbe8e4cc7e2d443a3"/>
    <p:sldId xmlns:r="http://schemas.openxmlformats.org/officeDocument/2006/relationships" id="380" r:id="R1a56b516ae484e72"/>
    <p:sldId xmlns:r="http://schemas.openxmlformats.org/officeDocument/2006/relationships" id="381" r:id="Rc41a0edcb9104312"/>
    <p:sldId xmlns:r="http://schemas.openxmlformats.org/officeDocument/2006/relationships" id="382" r:id="R64c6f8f9c2a143f5"/>
    <p:sldId xmlns:r="http://schemas.openxmlformats.org/officeDocument/2006/relationships" id="383" r:id="R4e1349e31c6c470e"/>
    <p:sldId xmlns:r="http://schemas.openxmlformats.org/officeDocument/2006/relationships" id="384" r:id="R9f4a8ffb05d34e0b"/>
    <p:sldId xmlns:r="http://schemas.openxmlformats.org/officeDocument/2006/relationships" id="385" r:id="R24c253e1166d4fd6"/>
    <p:sldId xmlns:r="http://schemas.openxmlformats.org/officeDocument/2006/relationships" id="386" r:id="Rb46008c9f87e4979"/>
    <p:sldId xmlns:r="http://schemas.openxmlformats.org/officeDocument/2006/relationships" id="387" r:id="Re7c7aaab32214474"/>
    <p:sldId xmlns:r="http://schemas.openxmlformats.org/officeDocument/2006/relationships" id="388" r:id="Re390e12a25eb4bbb"/>
    <p:sldId xmlns:r="http://schemas.openxmlformats.org/officeDocument/2006/relationships" id="389" r:id="Rfbe19ba899cf48cd"/>
    <p:sldId xmlns:r="http://schemas.openxmlformats.org/officeDocument/2006/relationships" id="390" r:id="Ra46ac6dfa3f54291"/>
    <p:sldId xmlns:r="http://schemas.openxmlformats.org/officeDocument/2006/relationships" id="391" r:id="Raa7735354a0c449e"/>
    <p:sldId xmlns:r="http://schemas.openxmlformats.org/officeDocument/2006/relationships" id="392" r:id="R7e4e85ce8cf949d4"/>
    <p:sldId xmlns:r="http://schemas.openxmlformats.org/officeDocument/2006/relationships" id="393" r:id="R4b87a1449b594538"/>
    <p:sldId xmlns:r="http://schemas.openxmlformats.org/officeDocument/2006/relationships" id="394" r:id="R405ac972e5704b0e"/>
    <p:sldId xmlns:r="http://schemas.openxmlformats.org/officeDocument/2006/relationships" id="395" r:id="Rbb1bb02c4baf4a37"/>
    <p:sldId xmlns:r="http://schemas.openxmlformats.org/officeDocument/2006/relationships" id="396" r:id="R8393912025e04417"/>
    <p:sldId xmlns:r="http://schemas.openxmlformats.org/officeDocument/2006/relationships" id="397" r:id="R471038cbc1764974"/>
    <p:sldId xmlns:r="http://schemas.openxmlformats.org/officeDocument/2006/relationships" id="398" r:id="Rf628b9f308704fb5"/>
    <p:sldId xmlns:r="http://schemas.openxmlformats.org/officeDocument/2006/relationships" id="399" r:id="R17fe3966f2184a19"/>
    <p:sldId xmlns:r="http://schemas.openxmlformats.org/officeDocument/2006/relationships" id="400" r:id="Rfcb8b56f76bd4cb9"/>
    <p:sldId xmlns:r="http://schemas.openxmlformats.org/officeDocument/2006/relationships" id="401" r:id="R6f2d5fc196d64795"/>
    <p:sldId xmlns:r="http://schemas.openxmlformats.org/officeDocument/2006/relationships" id="402" r:id="R42270158db60430c"/>
    <p:sldId xmlns:r="http://schemas.openxmlformats.org/officeDocument/2006/relationships" id="403" r:id="Rf6d62779248b4ee9"/>
    <p:sldId xmlns:r="http://schemas.openxmlformats.org/officeDocument/2006/relationships" id="404" r:id="Rfda942dc8d984904"/>
    <p:sldId xmlns:r="http://schemas.openxmlformats.org/officeDocument/2006/relationships" id="405" r:id="R68c5283a990a4440"/>
    <p:sldId xmlns:r="http://schemas.openxmlformats.org/officeDocument/2006/relationships" id="406" r:id="Rc80689945c724195"/>
    <p:sldId xmlns:r="http://schemas.openxmlformats.org/officeDocument/2006/relationships" id="407" r:id="R97579744172b4d0e"/>
    <p:sldId xmlns:r="http://schemas.openxmlformats.org/officeDocument/2006/relationships" id="408" r:id="R944c3da8a63d417d"/>
    <p:sldId xmlns:r="http://schemas.openxmlformats.org/officeDocument/2006/relationships" id="409" r:id="Rab4ba7c62c7c492b"/>
    <p:sldId xmlns:r="http://schemas.openxmlformats.org/officeDocument/2006/relationships" id="410" r:id="Ra25149e1d1ae4949"/>
    <p:sldId xmlns:r="http://schemas.openxmlformats.org/officeDocument/2006/relationships" id="411" r:id="R70dc6d5722d8430d"/>
    <p:sldId xmlns:r="http://schemas.openxmlformats.org/officeDocument/2006/relationships" id="412" r:id="R52e256ca152f41fc"/>
    <p:sldId xmlns:r="http://schemas.openxmlformats.org/officeDocument/2006/relationships" id="413" r:id="R2c32f9566be74291"/>
    <p:sldId xmlns:r="http://schemas.openxmlformats.org/officeDocument/2006/relationships" id="414" r:id="Rac3b204268704316"/>
    <p:sldId xmlns:r="http://schemas.openxmlformats.org/officeDocument/2006/relationships" id="415" r:id="Rf3225d69b3494b5e"/>
    <p:sldId xmlns:r="http://schemas.openxmlformats.org/officeDocument/2006/relationships" id="416" r:id="Rd282483914644796"/>
    <p:sldId xmlns:r="http://schemas.openxmlformats.org/officeDocument/2006/relationships" id="417" r:id="R1589b855040946c1"/>
    <p:sldId xmlns:r="http://schemas.openxmlformats.org/officeDocument/2006/relationships" id="418" r:id="R12714b501bf141ad"/>
    <p:sldId xmlns:r="http://schemas.openxmlformats.org/officeDocument/2006/relationships" id="419" r:id="Rc2f4f29c83614ec3"/>
    <p:sldId xmlns:r="http://schemas.openxmlformats.org/officeDocument/2006/relationships" id="420" r:id="R7c30e667774640dd"/>
    <p:sldId xmlns:r="http://schemas.openxmlformats.org/officeDocument/2006/relationships" id="421" r:id="R4dd7e6bb994a4e21"/>
    <p:sldId xmlns:r="http://schemas.openxmlformats.org/officeDocument/2006/relationships" id="422" r:id="Re383931451554d02"/>
    <p:sldId xmlns:r="http://schemas.openxmlformats.org/officeDocument/2006/relationships" id="423" r:id="R174c8cbe56ba4ab9"/>
    <p:sldId xmlns:r="http://schemas.openxmlformats.org/officeDocument/2006/relationships" id="424" r:id="R87e4b4d161714c7c"/>
    <p:sldId xmlns:r="http://schemas.openxmlformats.org/officeDocument/2006/relationships" id="425" r:id="R6a9d7ea0e89a4f20"/>
    <p:sldId xmlns:r="http://schemas.openxmlformats.org/officeDocument/2006/relationships" id="426" r:id="R0cecf419f4574204"/>
    <p:sldId xmlns:r="http://schemas.openxmlformats.org/officeDocument/2006/relationships" id="427" r:id="R689dd93e4ec3410b"/>
    <p:sldId xmlns:r="http://schemas.openxmlformats.org/officeDocument/2006/relationships" id="428" r:id="R7963ea05ccae431d"/>
    <p:sldId xmlns:r="http://schemas.openxmlformats.org/officeDocument/2006/relationships" id="429" r:id="Rdbe98f62268f4fd0"/>
    <p:sldId xmlns:r="http://schemas.openxmlformats.org/officeDocument/2006/relationships" id="430" r:id="Re1e1f4350f9e4d80"/>
    <p:sldId xmlns:r="http://schemas.openxmlformats.org/officeDocument/2006/relationships" id="431" r:id="R7abde6e3a9034cc8"/>
    <p:sldId xmlns:r="http://schemas.openxmlformats.org/officeDocument/2006/relationships" id="432" r:id="Rb7514c4a2bae4570"/>
    <p:sldId xmlns:r="http://schemas.openxmlformats.org/officeDocument/2006/relationships" id="433" r:id="R3911e448b01c4962"/>
    <p:sldId xmlns:r="http://schemas.openxmlformats.org/officeDocument/2006/relationships" id="434" r:id="R093d00c70e564164"/>
    <p:sldId xmlns:r="http://schemas.openxmlformats.org/officeDocument/2006/relationships" id="435" r:id="R11b1559bf51e484e"/>
    <p:sldId xmlns:r="http://schemas.openxmlformats.org/officeDocument/2006/relationships" id="436" r:id="R1e2648af7ed54f4a"/>
    <p:sldId xmlns:r="http://schemas.openxmlformats.org/officeDocument/2006/relationships" id="437" r:id="R2c62ee83c1734651"/>
    <p:sldId xmlns:r="http://schemas.openxmlformats.org/officeDocument/2006/relationships" id="438" r:id="R45b455a9659b418e"/>
    <p:sldId xmlns:r="http://schemas.openxmlformats.org/officeDocument/2006/relationships" id="439" r:id="Rf6c65a948b4c4d3f"/>
    <p:sldId xmlns:r="http://schemas.openxmlformats.org/officeDocument/2006/relationships" id="440" r:id="R4c357fca68a849c8"/>
    <p:sldId xmlns:r="http://schemas.openxmlformats.org/officeDocument/2006/relationships" id="441" r:id="R79a3771986934a74"/>
    <p:sldId xmlns:r="http://schemas.openxmlformats.org/officeDocument/2006/relationships" id="442" r:id="R5a2435990abf4b19"/>
    <p:sldId xmlns:r="http://schemas.openxmlformats.org/officeDocument/2006/relationships" id="443" r:id="Rd15be7acb6634eb3"/>
    <p:sldId xmlns:r="http://schemas.openxmlformats.org/officeDocument/2006/relationships" id="444" r:id="R7e5a75f7f7ff43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b678f0d734e8e" /><Relationship Type="http://schemas.openxmlformats.org/officeDocument/2006/relationships/slideMaster" Target="/ppt/slideMasters/slideMaster1.xml" Id="R5b945a4cfcd8434c" /><Relationship Type="http://schemas.openxmlformats.org/officeDocument/2006/relationships/notesMaster" Target="/ppt/notesMasters/notesMaster1.xml" Id="R7752888dc0304355" /><Relationship Type="http://schemas.openxmlformats.org/officeDocument/2006/relationships/presProps" Target="/ppt/presProps.xml" Id="R8758395e6b144cef" /><Relationship Type="http://schemas.openxmlformats.org/officeDocument/2006/relationships/tableStyles" Target="/ppt/tableStyles.xml" Id="R229daae3f80c4b39" /><Relationship Type="http://schemas.openxmlformats.org/officeDocument/2006/relationships/slide" Target="/ppt/slides/slide1.xml" Id="R42bbe09ffb2d430b" /><Relationship Type="http://schemas.openxmlformats.org/officeDocument/2006/relationships/slide" Target="/ppt/slides/slide2.xml" Id="R939402866e8343e1" /><Relationship Type="http://schemas.openxmlformats.org/officeDocument/2006/relationships/slide" Target="/ppt/slides/slide3.xml" Id="Rd6f23868b2814392" /><Relationship Type="http://schemas.openxmlformats.org/officeDocument/2006/relationships/slide" Target="/ppt/slides/slide4.xml" Id="R2b3b54a3f7d64ddf" /><Relationship Type="http://schemas.openxmlformats.org/officeDocument/2006/relationships/slide" Target="/ppt/slides/slide5.xml" Id="Rf2edcb57df654d66" /><Relationship Type="http://schemas.openxmlformats.org/officeDocument/2006/relationships/slide" Target="/ppt/slides/slide6.xml" Id="R18c6c349f29642e9" /><Relationship Type="http://schemas.openxmlformats.org/officeDocument/2006/relationships/slide" Target="/ppt/slides/slide7.xml" Id="Rd246cb8fcc8344ca" /><Relationship Type="http://schemas.openxmlformats.org/officeDocument/2006/relationships/slide" Target="/ppt/slides/slide8.xml" Id="Rad7f21287e2f41ad" /><Relationship Type="http://schemas.openxmlformats.org/officeDocument/2006/relationships/slide" Target="/ppt/slides/slide9.xml" Id="R1519eff18f0d41df" /><Relationship Type="http://schemas.openxmlformats.org/officeDocument/2006/relationships/slide" Target="/ppt/slides/slide10.xml" Id="Rd6babd9da2e04a17" /><Relationship Type="http://schemas.openxmlformats.org/officeDocument/2006/relationships/slide" Target="/ppt/slides/slide11.xml" Id="Rfb2ae8321e7e4524" /><Relationship Type="http://schemas.openxmlformats.org/officeDocument/2006/relationships/slide" Target="/ppt/slides/slide12.xml" Id="R060bf621d6904e33" /><Relationship Type="http://schemas.openxmlformats.org/officeDocument/2006/relationships/slide" Target="/ppt/slides/slide13.xml" Id="R3a5be3009de849c0" /><Relationship Type="http://schemas.openxmlformats.org/officeDocument/2006/relationships/slide" Target="/ppt/slides/slide14.xml" Id="R0d17e99f1d654ab0" /><Relationship Type="http://schemas.openxmlformats.org/officeDocument/2006/relationships/slide" Target="/ppt/slides/slide15.xml" Id="R3a8c8f9d97a94093" /><Relationship Type="http://schemas.openxmlformats.org/officeDocument/2006/relationships/slide" Target="/ppt/slides/slide16.xml" Id="R81ed2526200c4dcf" /><Relationship Type="http://schemas.openxmlformats.org/officeDocument/2006/relationships/slide" Target="/ppt/slides/slide17.xml" Id="R7d106f4f602948f4" /><Relationship Type="http://schemas.openxmlformats.org/officeDocument/2006/relationships/slide" Target="/ppt/slides/slide18.xml" Id="Reab7475e1e044ad2" /><Relationship Type="http://schemas.openxmlformats.org/officeDocument/2006/relationships/slide" Target="/ppt/slides/slide19.xml" Id="R4631e7f014e34354" /><Relationship Type="http://schemas.openxmlformats.org/officeDocument/2006/relationships/slide" Target="/ppt/slides/slide20.xml" Id="R6d4d8e9510624615" /><Relationship Type="http://schemas.openxmlformats.org/officeDocument/2006/relationships/slide" Target="/ppt/slides/slide21.xml" Id="Re11238a62499448c" /><Relationship Type="http://schemas.openxmlformats.org/officeDocument/2006/relationships/slide" Target="/ppt/slides/slide22.xml" Id="Rf0a8f8b9e1504b81" /><Relationship Type="http://schemas.openxmlformats.org/officeDocument/2006/relationships/slide" Target="/ppt/slides/slide23.xml" Id="R5448fd734b164048" /><Relationship Type="http://schemas.openxmlformats.org/officeDocument/2006/relationships/slide" Target="/ppt/slides/slide24.xml" Id="R1c7aec2031ba4a90" /><Relationship Type="http://schemas.openxmlformats.org/officeDocument/2006/relationships/slide" Target="/ppt/slides/slide25.xml" Id="R2741905c23804c89" /><Relationship Type="http://schemas.openxmlformats.org/officeDocument/2006/relationships/slide" Target="/ppt/slides/slide26.xml" Id="R7d318d1b193b43ce" /><Relationship Type="http://schemas.openxmlformats.org/officeDocument/2006/relationships/slide" Target="/ppt/slides/slide27.xml" Id="R48bf70e3709f46b5" /><Relationship Type="http://schemas.openxmlformats.org/officeDocument/2006/relationships/slide" Target="/ppt/slides/slide28.xml" Id="R78f6f3a4035f4f49" /><Relationship Type="http://schemas.openxmlformats.org/officeDocument/2006/relationships/slide" Target="/ppt/slides/slide29.xml" Id="R435a0ca28a2d4038" /><Relationship Type="http://schemas.openxmlformats.org/officeDocument/2006/relationships/slide" Target="/ppt/slides/slide30.xml" Id="Rb9086d2e0f6248ea" /><Relationship Type="http://schemas.openxmlformats.org/officeDocument/2006/relationships/slide" Target="/ppt/slides/slide31.xml" Id="R9cbe6cb9aae34c80" /><Relationship Type="http://schemas.openxmlformats.org/officeDocument/2006/relationships/slide" Target="/ppt/slides/slide32.xml" Id="R2013381109de4974" /><Relationship Type="http://schemas.openxmlformats.org/officeDocument/2006/relationships/slide" Target="/ppt/slides/slide33.xml" Id="R3feac5d2af6d458d" /><Relationship Type="http://schemas.openxmlformats.org/officeDocument/2006/relationships/slide" Target="/ppt/slides/slide34.xml" Id="R21309773cff846d9" /><Relationship Type="http://schemas.openxmlformats.org/officeDocument/2006/relationships/slide" Target="/ppt/slides/slide35.xml" Id="R4772eaf53d7d467d" /><Relationship Type="http://schemas.openxmlformats.org/officeDocument/2006/relationships/slide" Target="/ppt/slides/slide36.xml" Id="R55c72d74547041de" /><Relationship Type="http://schemas.openxmlformats.org/officeDocument/2006/relationships/slide" Target="/ppt/slides/slide37.xml" Id="Rc0843d1bf5a043e0" /><Relationship Type="http://schemas.openxmlformats.org/officeDocument/2006/relationships/slide" Target="/ppt/slides/slide38.xml" Id="Rbf195f15b4ab48c3" /><Relationship Type="http://schemas.openxmlformats.org/officeDocument/2006/relationships/slide" Target="/ppt/slides/slide39.xml" Id="R03e5397eca1c4da3" /><Relationship Type="http://schemas.openxmlformats.org/officeDocument/2006/relationships/slide" Target="/ppt/slides/slide40.xml" Id="R4227bce935134961" /><Relationship Type="http://schemas.openxmlformats.org/officeDocument/2006/relationships/slide" Target="/ppt/slides/slide41.xml" Id="Ra533dc1f0dae49a8" /><Relationship Type="http://schemas.openxmlformats.org/officeDocument/2006/relationships/slide" Target="/ppt/slides/slide42.xml" Id="R8b972f0cb89e4af9" /><Relationship Type="http://schemas.openxmlformats.org/officeDocument/2006/relationships/slide" Target="/ppt/slides/slide43.xml" Id="R29c583b768804605" /><Relationship Type="http://schemas.openxmlformats.org/officeDocument/2006/relationships/slide" Target="/ppt/slides/slide44.xml" Id="Ra05110a771fb4e10" /><Relationship Type="http://schemas.openxmlformats.org/officeDocument/2006/relationships/slide" Target="/ppt/slides/slide45.xml" Id="R8927ef04e12540a8" /><Relationship Type="http://schemas.openxmlformats.org/officeDocument/2006/relationships/slide" Target="/ppt/slides/slide46.xml" Id="R3c2b97f03df14a1e" /><Relationship Type="http://schemas.openxmlformats.org/officeDocument/2006/relationships/slide" Target="/ppt/slides/slide47.xml" Id="Rea80e124b7a549e0" /><Relationship Type="http://schemas.openxmlformats.org/officeDocument/2006/relationships/slide" Target="/ppt/slides/slide48.xml" Id="R31305033176446b2" /><Relationship Type="http://schemas.openxmlformats.org/officeDocument/2006/relationships/slide" Target="/ppt/slides/slide49.xml" Id="R035785a0de0b4093" /><Relationship Type="http://schemas.openxmlformats.org/officeDocument/2006/relationships/slide" Target="/ppt/slides/slide50.xml" Id="R8f4a78099aea424a" /><Relationship Type="http://schemas.openxmlformats.org/officeDocument/2006/relationships/slide" Target="/ppt/slides/slide51.xml" Id="Rcbfe890489f442ba" /><Relationship Type="http://schemas.openxmlformats.org/officeDocument/2006/relationships/slide" Target="/ppt/slides/slide52.xml" Id="Rd7e2db13ca2b41f8" /><Relationship Type="http://schemas.openxmlformats.org/officeDocument/2006/relationships/slide" Target="/ppt/slides/slide53.xml" Id="R900f6367febd48bc" /><Relationship Type="http://schemas.openxmlformats.org/officeDocument/2006/relationships/slide" Target="/ppt/slides/slide54.xml" Id="Rda14e66b02704d49" /><Relationship Type="http://schemas.openxmlformats.org/officeDocument/2006/relationships/slide" Target="/ppt/slides/slide55.xml" Id="R1eced634c7b0463b" /><Relationship Type="http://schemas.openxmlformats.org/officeDocument/2006/relationships/slide" Target="/ppt/slides/slide56.xml" Id="Rec44635b7035491e" /><Relationship Type="http://schemas.openxmlformats.org/officeDocument/2006/relationships/slide" Target="/ppt/slides/slide57.xml" Id="Re39326b4d93c4fcd" /><Relationship Type="http://schemas.openxmlformats.org/officeDocument/2006/relationships/slide" Target="/ppt/slides/slide58.xml" Id="Rcd7d60b946264292" /><Relationship Type="http://schemas.openxmlformats.org/officeDocument/2006/relationships/slide" Target="/ppt/slides/slide59.xml" Id="Rcd416eb6e19a430b" /><Relationship Type="http://schemas.openxmlformats.org/officeDocument/2006/relationships/slide" Target="/ppt/slides/slide60.xml" Id="R80305e08a52b4fe6" /><Relationship Type="http://schemas.openxmlformats.org/officeDocument/2006/relationships/slide" Target="/ppt/slides/slide61.xml" Id="R4b347e129c2e4a1f" /><Relationship Type="http://schemas.openxmlformats.org/officeDocument/2006/relationships/slide" Target="/ppt/slides/slide62.xml" Id="Rbff9906df3554b50" /><Relationship Type="http://schemas.openxmlformats.org/officeDocument/2006/relationships/slide" Target="/ppt/slides/slide63.xml" Id="Ra0cc5747e1d5492d" /><Relationship Type="http://schemas.openxmlformats.org/officeDocument/2006/relationships/slide" Target="/ppt/slides/slide64.xml" Id="R603455cb8f0741ae" /><Relationship Type="http://schemas.openxmlformats.org/officeDocument/2006/relationships/slide" Target="/ppt/slides/slide65.xml" Id="R55e896807c184e95" /><Relationship Type="http://schemas.openxmlformats.org/officeDocument/2006/relationships/slide" Target="/ppt/slides/slide66.xml" Id="R512bb5c7dc664ef9" /><Relationship Type="http://schemas.openxmlformats.org/officeDocument/2006/relationships/slide" Target="/ppt/slides/slide67.xml" Id="Rf730c537605f4e63" /><Relationship Type="http://schemas.openxmlformats.org/officeDocument/2006/relationships/slide" Target="/ppt/slides/slide68.xml" Id="Rbe5083faf2354439" /><Relationship Type="http://schemas.openxmlformats.org/officeDocument/2006/relationships/slide" Target="/ppt/slides/slide69.xml" Id="R75075bca4b8a478e" /><Relationship Type="http://schemas.openxmlformats.org/officeDocument/2006/relationships/slide" Target="/ppt/slides/slide70.xml" Id="Rc7188e68b38f40cd" /><Relationship Type="http://schemas.openxmlformats.org/officeDocument/2006/relationships/slide" Target="/ppt/slides/slide71.xml" Id="R116f64c8394942a1" /><Relationship Type="http://schemas.openxmlformats.org/officeDocument/2006/relationships/slide" Target="/ppt/slides/slide72.xml" Id="R00ca1498489d42f9" /><Relationship Type="http://schemas.openxmlformats.org/officeDocument/2006/relationships/slide" Target="/ppt/slides/slide73.xml" Id="Rc2ca897855fa43ff" /><Relationship Type="http://schemas.openxmlformats.org/officeDocument/2006/relationships/slide" Target="/ppt/slides/slide74.xml" Id="R920aa0db27364e14" /><Relationship Type="http://schemas.openxmlformats.org/officeDocument/2006/relationships/slide" Target="/ppt/slides/slide75.xml" Id="R58c718a593764155" /><Relationship Type="http://schemas.openxmlformats.org/officeDocument/2006/relationships/slide" Target="/ppt/slides/slide76.xml" Id="R607ed9b2c9c74ecf" /><Relationship Type="http://schemas.openxmlformats.org/officeDocument/2006/relationships/slide" Target="/ppt/slides/slide77.xml" Id="R285e398d55bc4c58" /><Relationship Type="http://schemas.openxmlformats.org/officeDocument/2006/relationships/slide" Target="/ppt/slides/slide78.xml" Id="R4d5b50a3ece540fa" /><Relationship Type="http://schemas.openxmlformats.org/officeDocument/2006/relationships/slide" Target="/ppt/slides/slide79.xml" Id="Rcdee74c1f1814f5b" /><Relationship Type="http://schemas.openxmlformats.org/officeDocument/2006/relationships/slide" Target="/ppt/slides/slide80.xml" Id="Rce4eb999053b4965" /><Relationship Type="http://schemas.openxmlformats.org/officeDocument/2006/relationships/slide" Target="/ppt/slides/slide81.xml" Id="Rf50f2c86bf194df9" /><Relationship Type="http://schemas.openxmlformats.org/officeDocument/2006/relationships/slide" Target="/ppt/slides/slide82.xml" Id="Ra7fc80bbd186431c" /><Relationship Type="http://schemas.openxmlformats.org/officeDocument/2006/relationships/slide" Target="/ppt/slides/slide83.xml" Id="Rb4825401b43f4fbe" /><Relationship Type="http://schemas.openxmlformats.org/officeDocument/2006/relationships/slide" Target="/ppt/slides/slide84.xml" Id="R6eb5ec546d0e4548" /><Relationship Type="http://schemas.openxmlformats.org/officeDocument/2006/relationships/slide" Target="/ppt/slides/slide85.xml" Id="R51a4aad9a0c1462b" /><Relationship Type="http://schemas.openxmlformats.org/officeDocument/2006/relationships/slide" Target="/ppt/slides/slide86.xml" Id="R9dcf3ea4540e4e1b" /><Relationship Type="http://schemas.openxmlformats.org/officeDocument/2006/relationships/slide" Target="/ppt/slides/slide87.xml" Id="Rfbf25d99a0fd4683" /><Relationship Type="http://schemas.openxmlformats.org/officeDocument/2006/relationships/slide" Target="/ppt/slides/slide88.xml" Id="R3369d790e5984e60" /><Relationship Type="http://schemas.openxmlformats.org/officeDocument/2006/relationships/slide" Target="/ppt/slides/slide89.xml" Id="R949412c3fc5a403b" /><Relationship Type="http://schemas.openxmlformats.org/officeDocument/2006/relationships/slide" Target="/ppt/slides/slide90.xml" Id="Rc689131fa99e467b" /><Relationship Type="http://schemas.openxmlformats.org/officeDocument/2006/relationships/slide" Target="/ppt/slides/slide91.xml" Id="R6190182f89524d6d" /><Relationship Type="http://schemas.openxmlformats.org/officeDocument/2006/relationships/slide" Target="/ppt/slides/slide92.xml" Id="R0efb9f4e18ea4c4a" /><Relationship Type="http://schemas.openxmlformats.org/officeDocument/2006/relationships/slide" Target="/ppt/slides/slide93.xml" Id="R5192a8ca92874a64" /><Relationship Type="http://schemas.openxmlformats.org/officeDocument/2006/relationships/slide" Target="/ppt/slides/slide94.xml" Id="Rc491f52c99fc4573" /><Relationship Type="http://schemas.openxmlformats.org/officeDocument/2006/relationships/slide" Target="/ppt/slides/slide95.xml" Id="R153909a8c10d41b0" /><Relationship Type="http://schemas.openxmlformats.org/officeDocument/2006/relationships/slide" Target="/ppt/slides/slide96.xml" Id="Ra93b4b6ae29441e2" /><Relationship Type="http://schemas.openxmlformats.org/officeDocument/2006/relationships/slide" Target="/ppt/slides/slide97.xml" Id="R6349d02f42d0496f" /><Relationship Type="http://schemas.openxmlformats.org/officeDocument/2006/relationships/slide" Target="/ppt/slides/slide98.xml" Id="R1009633523cd4aba" /><Relationship Type="http://schemas.openxmlformats.org/officeDocument/2006/relationships/slide" Target="/ppt/slides/slide99.xml" Id="R66a6d15ed7004c5f" /><Relationship Type="http://schemas.openxmlformats.org/officeDocument/2006/relationships/slide" Target="/ppt/slides/slide100.xml" Id="Rfe569f18a4b04df8" /><Relationship Type="http://schemas.openxmlformats.org/officeDocument/2006/relationships/slide" Target="/ppt/slides/slide101.xml" Id="Ra99e3d21742f4ea8" /><Relationship Type="http://schemas.openxmlformats.org/officeDocument/2006/relationships/slide" Target="/ppt/slides/slide102.xml" Id="R9ee81a2df1894316" /><Relationship Type="http://schemas.openxmlformats.org/officeDocument/2006/relationships/slide" Target="/ppt/slides/slide103.xml" Id="R55348c7201234386" /><Relationship Type="http://schemas.openxmlformats.org/officeDocument/2006/relationships/slide" Target="/ppt/slides/slide104.xml" Id="Rb5bdfd7e66c24037" /><Relationship Type="http://schemas.openxmlformats.org/officeDocument/2006/relationships/slide" Target="/ppt/slides/slide105.xml" Id="R1939a1eb578e4507" /><Relationship Type="http://schemas.openxmlformats.org/officeDocument/2006/relationships/slide" Target="/ppt/slides/slide106.xml" Id="Rd5996c8407d44e22" /><Relationship Type="http://schemas.openxmlformats.org/officeDocument/2006/relationships/slide" Target="/ppt/slides/slide107.xml" Id="R9415ddfe42bb4a1e" /><Relationship Type="http://schemas.openxmlformats.org/officeDocument/2006/relationships/slide" Target="/ppt/slides/slide108.xml" Id="R3c03915230634044" /><Relationship Type="http://schemas.openxmlformats.org/officeDocument/2006/relationships/slide" Target="/ppt/slides/slide109.xml" Id="R0ab1dcc58d014839" /><Relationship Type="http://schemas.openxmlformats.org/officeDocument/2006/relationships/slide" Target="/ppt/slides/slide110.xml" Id="R3fb3ebd9502141dc" /><Relationship Type="http://schemas.openxmlformats.org/officeDocument/2006/relationships/slide" Target="/ppt/slides/slide111.xml" Id="Rc301413508ff4722" /><Relationship Type="http://schemas.openxmlformats.org/officeDocument/2006/relationships/slide" Target="/ppt/slides/slide112.xml" Id="R59024480e935473e" /><Relationship Type="http://schemas.openxmlformats.org/officeDocument/2006/relationships/slide" Target="/ppt/slides/slide113.xml" Id="R657244cb3bdd4a8b" /><Relationship Type="http://schemas.openxmlformats.org/officeDocument/2006/relationships/slide" Target="/ppt/slides/slide114.xml" Id="R2b785e732990405a" /><Relationship Type="http://schemas.openxmlformats.org/officeDocument/2006/relationships/slide" Target="/ppt/slides/slide115.xml" Id="Ra771da9f37bc479a" /><Relationship Type="http://schemas.openxmlformats.org/officeDocument/2006/relationships/slide" Target="/ppt/slides/slide116.xml" Id="R6a8613f0e6d74e16" /><Relationship Type="http://schemas.openxmlformats.org/officeDocument/2006/relationships/slide" Target="/ppt/slides/slide117.xml" Id="Rbb6bde6af86a44b6" /><Relationship Type="http://schemas.openxmlformats.org/officeDocument/2006/relationships/slide" Target="/ppt/slides/slide118.xml" Id="R7d0829301aa24a60" /><Relationship Type="http://schemas.openxmlformats.org/officeDocument/2006/relationships/slide" Target="/ppt/slides/slide119.xml" Id="R26c310e002634182" /><Relationship Type="http://schemas.openxmlformats.org/officeDocument/2006/relationships/slide" Target="/ppt/slides/slide120.xml" Id="R046b214fff1140c9" /><Relationship Type="http://schemas.openxmlformats.org/officeDocument/2006/relationships/slide" Target="/ppt/slides/slide121.xml" Id="R055b7dadb9a44bd9" /><Relationship Type="http://schemas.openxmlformats.org/officeDocument/2006/relationships/slide" Target="/ppt/slides/slide122.xml" Id="R2210ac5fb4754102" /><Relationship Type="http://schemas.openxmlformats.org/officeDocument/2006/relationships/slide" Target="/ppt/slides/slide123.xml" Id="R6b83409645ae4d96" /><Relationship Type="http://schemas.openxmlformats.org/officeDocument/2006/relationships/slide" Target="/ppt/slides/slide124.xml" Id="Rbe8e4cc7e2d443a3" /><Relationship Type="http://schemas.openxmlformats.org/officeDocument/2006/relationships/slide" Target="/ppt/slides/slide125.xml" Id="R1a56b516ae484e72" /><Relationship Type="http://schemas.openxmlformats.org/officeDocument/2006/relationships/slide" Target="/ppt/slides/slide126.xml" Id="Rc41a0edcb9104312" /><Relationship Type="http://schemas.openxmlformats.org/officeDocument/2006/relationships/slide" Target="/ppt/slides/slide127.xml" Id="R64c6f8f9c2a143f5" /><Relationship Type="http://schemas.openxmlformats.org/officeDocument/2006/relationships/slide" Target="/ppt/slides/slide128.xml" Id="R4e1349e31c6c470e" /><Relationship Type="http://schemas.openxmlformats.org/officeDocument/2006/relationships/slide" Target="/ppt/slides/slide129.xml" Id="R9f4a8ffb05d34e0b" /><Relationship Type="http://schemas.openxmlformats.org/officeDocument/2006/relationships/slide" Target="/ppt/slides/slide130.xml" Id="R24c253e1166d4fd6" /><Relationship Type="http://schemas.openxmlformats.org/officeDocument/2006/relationships/slide" Target="/ppt/slides/slide131.xml" Id="Rb46008c9f87e4979" /><Relationship Type="http://schemas.openxmlformats.org/officeDocument/2006/relationships/slide" Target="/ppt/slides/slide132.xml" Id="Re7c7aaab32214474" /><Relationship Type="http://schemas.openxmlformats.org/officeDocument/2006/relationships/slide" Target="/ppt/slides/slide133.xml" Id="Re390e12a25eb4bbb" /><Relationship Type="http://schemas.openxmlformats.org/officeDocument/2006/relationships/slide" Target="/ppt/slides/slide134.xml" Id="Rfbe19ba899cf48cd" /><Relationship Type="http://schemas.openxmlformats.org/officeDocument/2006/relationships/slide" Target="/ppt/slides/slide135.xml" Id="Ra46ac6dfa3f54291" /><Relationship Type="http://schemas.openxmlformats.org/officeDocument/2006/relationships/slide" Target="/ppt/slides/slide136.xml" Id="Raa7735354a0c449e" /><Relationship Type="http://schemas.openxmlformats.org/officeDocument/2006/relationships/slide" Target="/ppt/slides/slide137.xml" Id="R7e4e85ce8cf949d4" /><Relationship Type="http://schemas.openxmlformats.org/officeDocument/2006/relationships/slide" Target="/ppt/slides/slide138.xml" Id="R4b87a1449b594538" /><Relationship Type="http://schemas.openxmlformats.org/officeDocument/2006/relationships/slide" Target="/ppt/slides/slide139.xml" Id="R405ac972e5704b0e" /><Relationship Type="http://schemas.openxmlformats.org/officeDocument/2006/relationships/slide" Target="/ppt/slides/slide140.xml" Id="Rbb1bb02c4baf4a37" /><Relationship Type="http://schemas.openxmlformats.org/officeDocument/2006/relationships/slide" Target="/ppt/slides/slide141.xml" Id="R8393912025e04417" /><Relationship Type="http://schemas.openxmlformats.org/officeDocument/2006/relationships/slide" Target="/ppt/slides/slide142.xml" Id="R471038cbc1764974" /><Relationship Type="http://schemas.openxmlformats.org/officeDocument/2006/relationships/slide" Target="/ppt/slides/slide143.xml" Id="Rf628b9f308704fb5" /><Relationship Type="http://schemas.openxmlformats.org/officeDocument/2006/relationships/slide" Target="/ppt/slides/slide144.xml" Id="R17fe3966f2184a19" /><Relationship Type="http://schemas.openxmlformats.org/officeDocument/2006/relationships/slide" Target="/ppt/slides/slide145.xml" Id="Rfcb8b56f76bd4cb9" /><Relationship Type="http://schemas.openxmlformats.org/officeDocument/2006/relationships/slide" Target="/ppt/slides/slide146.xml" Id="R6f2d5fc196d64795" /><Relationship Type="http://schemas.openxmlformats.org/officeDocument/2006/relationships/slide" Target="/ppt/slides/slide147.xml" Id="R42270158db60430c" /><Relationship Type="http://schemas.openxmlformats.org/officeDocument/2006/relationships/slide" Target="/ppt/slides/slide148.xml" Id="Rf6d62779248b4ee9" /><Relationship Type="http://schemas.openxmlformats.org/officeDocument/2006/relationships/slide" Target="/ppt/slides/slide149.xml" Id="Rfda942dc8d984904" /><Relationship Type="http://schemas.openxmlformats.org/officeDocument/2006/relationships/slide" Target="/ppt/slides/slide150.xml" Id="R68c5283a990a4440" /><Relationship Type="http://schemas.openxmlformats.org/officeDocument/2006/relationships/slide" Target="/ppt/slides/slide151.xml" Id="Rc80689945c724195" /><Relationship Type="http://schemas.openxmlformats.org/officeDocument/2006/relationships/slide" Target="/ppt/slides/slide152.xml" Id="R97579744172b4d0e" /><Relationship Type="http://schemas.openxmlformats.org/officeDocument/2006/relationships/slide" Target="/ppt/slides/slide153.xml" Id="R944c3da8a63d417d" /><Relationship Type="http://schemas.openxmlformats.org/officeDocument/2006/relationships/slide" Target="/ppt/slides/slide154.xml" Id="Rab4ba7c62c7c492b" /><Relationship Type="http://schemas.openxmlformats.org/officeDocument/2006/relationships/slide" Target="/ppt/slides/slide155.xml" Id="Ra25149e1d1ae4949" /><Relationship Type="http://schemas.openxmlformats.org/officeDocument/2006/relationships/slide" Target="/ppt/slides/slide156.xml" Id="R70dc6d5722d8430d" /><Relationship Type="http://schemas.openxmlformats.org/officeDocument/2006/relationships/slide" Target="/ppt/slides/slide157.xml" Id="R52e256ca152f41fc" /><Relationship Type="http://schemas.openxmlformats.org/officeDocument/2006/relationships/slide" Target="/ppt/slides/slide158.xml" Id="R2c32f9566be74291" /><Relationship Type="http://schemas.openxmlformats.org/officeDocument/2006/relationships/slide" Target="/ppt/slides/slide159.xml" Id="Rac3b204268704316" /><Relationship Type="http://schemas.openxmlformats.org/officeDocument/2006/relationships/slide" Target="/ppt/slides/slide160.xml" Id="Rf3225d69b3494b5e" /><Relationship Type="http://schemas.openxmlformats.org/officeDocument/2006/relationships/slide" Target="/ppt/slides/slide161.xml" Id="Rd282483914644796" /><Relationship Type="http://schemas.openxmlformats.org/officeDocument/2006/relationships/slide" Target="/ppt/slides/slide162.xml" Id="R1589b855040946c1" /><Relationship Type="http://schemas.openxmlformats.org/officeDocument/2006/relationships/slide" Target="/ppt/slides/slide163.xml" Id="R12714b501bf141ad" /><Relationship Type="http://schemas.openxmlformats.org/officeDocument/2006/relationships/slide" Target="/ppt/slides/slide164.xml" Id="Rc2f4f29c83614ec3" /><Relationship Type="http://schemas.openxmlformats.org/officeDocument/2006/relationships/slide" Target="/ppt/slides/slide165.xml" Id="R7c30e667774640dd" /><Relationship Type="http://schemas.openxmlformats.org/officeDocument/2006/relationships/slide" Target="/ppt/slides/slide166.xml" Id="R4dd7e6bb994a4e21" /><Relationship Type="http://schemas.openxmlformats.org/officeDocument/2006/relationships/slide" Target="/ppt/slides/slide167.xml" Id="Re383931451554d02" /><Relationship Type="http://schemas.openxmlformats.org/officeDocument/2006/relationships/slide" Target="/ppt/slides/slide168.xml" Id="R174c8cbe56ba4ab9" /><Relationship Type="http://schemas.openxmlformats.org/officeDocument/2006/relationships/slide" Target="/ppt/slides/slide169.xml" Id="R87e4b4d161714c7c" /><Relationship Type="http://schemas.openxmlformats.org/officeDocument/2006/relationships/slide" Target="/ppt/slides/slide170.xml" Id="R6a9d7ea0e89a4f20" /><Relationship Type="http://schemas.openxmlformats.org/officeDocument/2006/relationships/slide" Target="/ppt/slides/slide171.xml" Id="R0cecf419f4574204" /><Relationship Type="http://schemas.openxmlformats.org/officeDocument/2006/relationships/slide" Target="/ppt/slides/slide172.xml" Id="R689dd93e4ec3410b" /><Relationship Type="http://schemas.openxmlformats.org/officeDocument/2006/relationships/slide" Target="/ppt/slides/slide173.xml" Id="R7963ea05ccae431d" /><Relationship Type="http://schemas.openxmlformats.org/officeDocument/2006/relationships/slide" Target="/ppt/slides/slide174.xml" Id="Rdbe98f62268f4fd0" /><Relationship Type="http://schemas.openxmlformats.org/officeDocument/2006/relationships/slide" Target="/ppt/slides/slide175.xml" Id="Re1e1f4350f9e4d80" /><Relationship Type="http://schemas.openxmlformats.org/officeDocument/2006/relationships/slide" Target="/ppt/slides/slide176.xml" Id="R7abde6e3a9034cc8" /><Relationship Type="http://schemas.openxmlformats.org/officeDocument/2006/relationships/slide" Target="/ppt/slides/slide177.xml" Id="Rb7514c4a2bae4570" /><Relationship Type="http://schemas.openxmlformats.org/officeDocument/2006/relationships/slide" Target="/ppt/slides/slide178.xml" Id="R3911e448b01c4962" /><Relationship Type="http://schemas.openxmlformats.org/officeDocument/2006/relationships/slide" Target="/ppt/slides/slide179.xml" Id="R093d00c70e564164" /><Relationship Type="http://schemas.openxmlformats.org/officeDocument/2006/relationships/slide" Target="/ppt/slides/slide180.xml" Id="R11b1559bf51e484e" /><Relationship Type="http://schemas.openxmlformats.org/officeDocument/2006/relationships/slide" Target="/ppt/slides/slide181.xml" Id="R1e2648af7ed54f4a" /><Relationship Type="http://schemas.openxmlformats.org/officeDocument/2006/relationships/slide" Target="/ppt/slides/slide182.xml" Id="R2c62ee83c1734651" /><Relationship Type="http://schemas.openxmlformats.org/officeDocument/2006/relationships/slide" Target="/ppt/slides/slide183.xml" Id="R45b455a9659b418e" /><Relationship Type="http://schemas.openxmlformats.org/officeDocument/2006/relationships/slide" Target="/ppt/slides/slide184.xml" Id="Rf6c65a948b4c4d3f" /><Relationship Type="http://schemas.openxmlformats.org/officeDocument/2006/relationships/slide" Target="/ppt/slides/slide185.xml" Id="R4c357fca68a849c8" /><Relationship Type="http://schemas.openxmlformats.org/officeDocument/2006/relationships/slide" Target="/ppt/slides/slide186.xml" Id="R79a3771986934a74" /><Relationship Type="http://schemas.openxmlformats.org/officeDocument/2006/relationships/slide" Target="/ppt/slides/slide187.xml" Id="R5a2435990abf4b19" /><Relationship Type="http://schemas.openxmlformats.org/officeDocument/2006/relationships/slide" Target="/ppt/slides/slide188.xml" Id="Rd15be7acb6634eb3" /><Relationship Type="http://schemas.openxmlformats.org/officeDocument/2006/relationships/slide" Target="/ppt/slides/slide189.xml" Id="R7e5a75f7f7ff43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87afc647c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861a629a14085" /><Relationship Type="http://schemas.openxmlformats.org/officeDocument/2006/relationships/notesMaster" Target="/ppt/notesMasters/notesMaster1.xml" Id="Rf92f999e38dd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f59f3171a14989" /><Relationship Type="http://schemas.openxmlformats.org/officeDocument/2006/relationships/notesMaster" Target="/ppt/notesMasters/notesMaster1.xml" Id="R35bd0a64d343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0778ca9404066" /><Relationship Type="http://schemas.openxmlformats.org/officeDocument/2006/relationships/notesMaster" Target="/ppt/notesMasters/notesMaster1.xml" Id="R07d87e247003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1a7c7c008e4114" /><Relationship Type="http://schemas.openxmlformats.org/officeDocument/2006/relationships/notesMaster" Target="/ppt/notesMasters/notesMaster1.xml" Id="Rf0d161f0795a41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492291c2e4044" /><Relationship Type="http://schemas.openxmlformats.org/officeDocument/2006/relationships/notesMaster" Target="/ppt/notesMasters/notesMaster1.xml" Id="R472ae9bc376e46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1e1a18d4b450f" /><Relationship Type="http://schemas.openxmlformats.org/officeDocument/2006/relationships/notesMaster" Target="/ppt/notesMasters/notesMaster1.xml" Id="R15f036a0e7ec41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408943a7d54c32" /><Relationship Type="http://schemas.openxmlformats.org/officeDocument/2006/relationships/notesMaster" Target="/ppt/notesMasters/notesMaster1.xml" Id="R2234d93270684e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5c9c3dab764bf3" /><Relationship Type="http://schemas.openxmlformats.org/officeDocument/2006/relationships/notesMaster" Target="/ppt/notesMasters/notesMaster1.xml" Id="R1f5522d8b95f4e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42467122a34884" /><Relationship Type="http://schemas.openxmlformats.org/officeDocument/2006/relationships/notesMaster" Target="/ppt/notesMasters/notesMaster1.xml" Id="R6c666af7114046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9f5063982f4288" /><Relationship Type="http://schemas.openxmlformats.org/officeDocument/2006/relationships/notesMaster" Target="/ppt/notesMasters/notesMaster1.xml" Id="Rd265fc68bc764f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16236b1d904ddf" /><Relationship Type="http://schemas.openxmlformats.org/officeDocument/2006/relationships/notesMaster" Target="/ppt/notesMasters/notesMaster1.xml" Id="R2b48b02f93a14c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187e0a57164fb0" /><Relationship Type="http://schemas.openxmlformats.org/officeDocument/2006/relationships/notesMaster" Target="/ppt/notesMasters/notesMaster1.xml" Id="R0969d8e7dee142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c92d03628a4ec2" /><Relationship Type="http://schemas.openxmlformats.org/officeDocument/2006/relationships/notesMaster" Target="/ppt/notesMasters/notesMaster1.xml" Id="Rc6c14633e8d644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3071245edf43e2" /><Relationship Type="http://schemas.openxmlformats.org/officeDocument/2006/relationships/notesMaster" Target="/ppt/notesMasters/notesMaster1.xml" Id="Re5a2ea87ad4d47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0257ec934c4a8e" /><Relationship Type="http://schemas.openxmlformats.org/officeDocument/2006/relationships/notesMaster" Target="/ppt/notesMasters/notesMaster1.xml" Id="Rd935e5ca26d248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a21390b56e4f47" /><Relationship Type="http://schemas.openxmlformats.org/officeDocument/2006/relationships/notesMaster" Target="/ppt/notesMasters/notesMaster1.xml" Id="Re7e7a5e632654c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addcfadc204f7e" /><Relationship Type="http://schemas.openxmlformats.org/officeDocument/2006/relationships/notesMaster" Target="/ppt/notesMasters/notesMaster1.xml" Id="R09ab240a402843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961c6bbb4b41dd" /><Relationship Type="http://schemas.openxmlformats.org/officeDocument/2006/relationships/notesMaster" Target="/ppt/notesMasters/notesMaster1.xml" Id="Re3e15fe0857f43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b21b83f4654984" /><Relationship Type="http://schemas.openxmlformats.org/officeDocument/2006/relationships/notesMaster" Target="/ppt/notesMasters/notesMaster1.xml" Id="Rd51b31ef76c04f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e979b1a31f41ff" /><Relationship Type="http://schemas.openxmlformats.org/officeDocument/2006/relationships/notesMaster" Target="/ppt/notesMasters/notesMaster1.xml" Id="R3838e2a3e44248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bf294a22b34704" /><Relationship Type="http://schemas.openxmlformats.org/officeDocument/2006/relationships/notesMaster" Target="/ppt/notesMasters/notesMaster1.xml" Id="R1a03e8a5968047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804e038dd04a9c" /><Relationship Type="http://schemas.openxmlformats.org/officeDocument/2006/relationships/notesMaster" Target="/ppt/notesMasters/notesMaster1.xml" Id="R1b41f3055e6840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8800fb0e6d4c35" /><Relationship Type="http://schemas.openxmlformats.org/officeDocument/2006/relationships/notesMaster" Target="/ppt/notesMasters/notesMaster1.xml" Id="Ree9c6955bea04f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43255f027c4371" /><Relationship Type="http://schemas.openxmlformats.org/officeDocument/2006/relationships/notesMaster" Target="/ppt/notesMasters/notesMaster1.xml" Id="Rd83d9fdeda4546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1b88cd7b8245fa" /><Relationship Type="http://schemas.openxmlformats.org/officeDocument/2006/relationships/notesMaster" Target="/ppt/notesMasters/notesMaster1.xml" Id="Rb1024c253f2c480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4006ab3adbd4f3e" /><Relationship Type="http://schemas.openxmlformats.org/officeDocument/2006/relationships/notesMaster" Target="/ppt/notesMasters/notesMaster1.xml" Id="R7b14f2a03e2a4f7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cc9c4e14894e75" /><Relationship Type="http://schemas.openxmlformats.org/officeDocument/2006/relationships/notesMaster" Target="/ppt/notesMasters/notesMaster1.xml" Id="Rc29335399c0e4c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96234b37cc145f1" /><Relationship Type="http://schemas.openxmlformats.org/officeDocument/2006/relationships/notesMaster" Target="/ppt/notesMasters/notesMaster1.xml" Id="R990444a25dda45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f47580d32a74796" /><Relationship Type="http://schemas.openxmlformats.org/officeDocument/2006/relationships/notesMaster" Target="/ppt/notesMasters/notesMaster1.xml" Id="R54bee8c6a7894c2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0907332755548f2" /><Relationship Type="http://schemas.openxmlformats.org/officeDocument/2006/relationships/notesMaster" Target="/ppt/notesMasters/notesMaster1.xml" Id="R1521a8c461f24b0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184cf5706a8421f" /><Relationship Type="http://schemas.openxmlformats.org/officeDocument/2006/relationships/notesMaster" Target="/ppt/notesMasters/notesMaster1.xml" Id="R9563f797c7fb47e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6f252964d2549e6" /><Relationship Type="http://schemas.openxmlformats.org/officeDocument/2006/relationships/notesMaster" Target="/ppt/notesMasters/notesMaster1.xml" Id="R547d1334d8704f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50d1c7789e449a0" /><Relationship Type="http://schemas.openxmlformats.org/officeDocument/2006/relationships/notesMaster" Target="/ppt/notesMasters/notesMaster1.xml" Id="R5e7287512b29430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7ca4695a5641ae" /><Relationship Type="http://schemas.openxmlformats.org/officeDocument/2006/relationships/notesMaster" Target="/ppt/notesMasters/notesMaster1.xml" Id="R679952c081694df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323d03eff834ed0" /><Relationship Type="http://schemas.openxmlformats.org/officeDocument/2006/relationships/notesMaster" Target="/ppt/notesMasters/notesMaster1.xml" Id="R7a61bf55a085446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754cad120044cab" /><Relationship Type="http://schemas.openxmlformats.org/officeDocument/2006/relationships/notesMaster" Target="/ppt/notesMasters/notesMaster1.xml" Id="R8accd05befd04ea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2865eaee01c4c33" /><Relationship Type="http://schemas.openxmlformats.org/officeDocument/2006/relationships/notesMaster" Target="/ppt/notesMasters/notesMaster1.xml" Id="R38e363cbd15d46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bcdf376521640f0" /><Relationship Type="http://schemas.openxmlformats.org/officeDocument/2006/relationships/notesMaster" Target="/ppt/notesMasters/notesMaster1.xml" Id="Ra7508c54e5ef46f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42ef31dd623436f" /><Relationship Type="http://schemas.openxmlformats.org/officeDocument/2006/relationships/notesMaster" Target="/ppt/notesMasters/notesMaster1.xml" Id="R2758247b4342453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7fab075e89041a8" /><Relationship Type="http://schemas.openxmlformats.org/officeDocument/2006/relationships/notesMaster" Target="/ppt/notesMasters/notesMaster1.xml" Id="R8f47a03eaf794af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49bcdb4b97043f1" /><Relationship Type="http://schemas.openxmlformats.org/officeDocument/2006/relationships/notesMaster" Target="/ppt/notesMasters/notesMaster1.xml" Id="R45e164b46b6a4e9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26fcba87d504baf" /><Relationship Type="http://schemas.openxmlformats.org/officeDocument/2006/relationships/notesMaster" Target="/ppt/notesMasters/notesMaster1.xml" Id="R2e707c10906f40b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83024ce8ebf4305" /><Relationship Type="http://schemas.openxmlformats.org/officeDocument/2006/relationships/notesMaster" Target="/ppt/notesMasters/notesMaster1.xml" Id="R3cb9aca6220e40b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e48145d6db742d8" /><Relationship Type="http://schemas.openxmlformats.org/officeDocument/2006/relationships/notesMaster" Target="/ppt/notesMasters/notesMaster1.xml" Id="R4ac8621f58d0482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eee34e1471f4bd2" /><Relationship Type="http://schemas.openxmlformats.org/officeDocument/2006/relationships/notesMaster" Target="/ppt/notesMasters/notesMaster1.xml" Id="R13f79d673d7a47c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8dda6219dd14992" /><Relationship Type="http://schemas.openxmlformats.org/officeDocument/2006/relationships/notesMaster" Target="/ppt/notesMasters/notesMaster1.xml" Id="Rf79359bc10894e5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e44e2594dbd4037" /><Relationship Type="http://schemas.openxmlformats.org/officeDocument/2006/relationships/notesMaster" Target="/ppt/notesMasters/notesMaster1.xml" Id="Rbe0dd2037e174ca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ddf3210660541c3" /><Relationship Type="http://schemas.openxmlformats.org/officeDocument/2006/relationships/notesMaster" Target="/ppt/notesMasters/notesMaster1.xml" Id="R604abc3848c3411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7cceb10249248e1" /><Relationship Type="http://schemas.openxmlformats.org/officeDocument/2006/relationships/notesMaster" Target="/ppt/notesMasters/notesMaster1.xml" Id="R75f08414824f460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94792631f3545be" /><Relationship Type="http://schemas.openxmlformats.org/officeDocument/2006/relationships/notesMaster" Target="/ppt/notesMasters/notesMaster1.xml" Id="Ref0a83e114d7415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570625169484308" /><Relationship Type="http://schemas.openxmlformats.org/officeDocument/2006/relationships/notesMaster" Target="/ppt/notesMasters/notesMaster1.xml" Id="R79ae4290b64e45b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dc8382ec2cd4b47" /><Relationship Type="http://schemas.openxmlformats.org/officeDocument/2006/relationships/notesMaster" Target="/ppt/notesMasters/notesMaster1.xml" Id="Rf848e4e30fb0475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673f6823e304a1d" /><Relationship Type="http://schemas.openxmlformats.org/officeDocument/2006/relationships/notesMaster" Target="/ppt/notesMasters/notesMaster1.xml" Id="R1aa85733ae944a0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05ab4aac26d4daa" /><Relationship Type="http://schemas.openxmlformats.org/officeDocument/2006/relationships/notesMaster" Target="/ppt/notesMasters/notesMaster1.xml" Id="Re3e0a0bad69640d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3e52fb7aab447bc" /><Relationship Type="http://schemas.openxmlformats.org/officeDocument/2006/relationships/notesMaster" Target="/ppt/notesMasters/notesMaster1.xml" Id="R9636aa53d67a4ca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fb55f70d35f4939" /><Relationship Type="http://schemas.openxmlformats.org/officeDocument/2006/relationships/notesMaster" Target="/ppt/notesMasters/notesMaster1.xml" Id="Rf61ed43c1ffc4e7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dd1d4dd7cb443a7" /><Relationship Type="http://schemas.openxmlformats.org/officeDocument/2006/relationships/notesMaster" Target="/ppt/notesMasters/notesMaster1.xml" Id="R7cf8e05eadce48a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1416999cf6f40e1" /><Relationship Type="http://schemas.openxmlformats.org/officeDocument/2006/relationships/notesMaster" Target="/ppt/notesMasters/notesMaster1.xml" Id="R2b2abc71757e4a3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0cc25c0689248ca" /><Relationship Type="http://schemas.openxmlformats.org/officeDocument/2006/relationships/notesMaster" Target="/ppt/notesMasters/notesMaster1.xml" Id="R431689b3aa5f4ac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d4b8d47d20642ab" /><Relationship Type="http://schemas.openxmlformats.org/officeDocument/2006/relationships/notesMaster" Target="/ppt/notesMasters/notesMaster1.xml" Id="R091b4a3123ee416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810fecd8d3341db" /><Relationship Type="http://schemas.openxmlformats.org/officeDocument/2006/relationships/notesMaster" Target="/ppt/notesMasters/notesMaster1.xml" Id="Rb57b16a7e8e8446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439762574a444d1" /><Relationship Type="http://schemas.openxmlformats.org/officeDocument/2006/relationships/notesMaster" Target="/ppt/notesMasters/notesMaster1.xml" Id="Re73d572ef4744f2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6bd69569f4d4275" /><Relationship Type="http://schemas.openxmlformats.org/officeDocument/2006/relationships/notesMaster" Target="/ppt/notesMasters/notesMaster1.xml" Id="R1ff73fafe44e4e1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eee873737ae405a" /><Relationship Type="http://schemas.openxmlformats.org/officeDocument/2006/relationships/notesMaster" Target="/ppt/notesMasters/notesMaster1.xml" Id="R72a48c54b3484c4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d4808d7066a4250" /><Relationship Type="http://schemas.openxmlformats.org/officeDocument/2006/relationships/notesMaster" Target="/ppt/notesMasters/notesMaster1.xml" Id="Rc4d9e8683d984bc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d378bdc7f7043ee" /><Relationship Type="http://schemas.openxmlformats.org/officeDocument/2006/relationships/notesMaster" Target="/ppt/notesMasters/notesMaster1.xml" Id="R1162b89ffaf64a8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070b5b34cfc420e" /><Relationship Type="http://schemas.openxmlformats.org/officeDocument/2006/relationships/notesMaster" Target="/ppt/notesMasters/notesMaster1.xml" Id="Rb7fb5317cfe5480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d04e846dde3434f" /><Relationship Type="http://schemas.openxmlformats.org/officeDocument/2006/relationships/notesMaster" Target="/ppt/notesMasters/notesMaster1.xml" Id="Rb8d4fc0522b1482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0b8d35b43774a49" /><Relationship Type="http://schemas.openxmlformats.org/officeDocument/2006/relationships/notesMaster" Target="/ppt/notesMasters/notesMaster1.xml" Id="R04759e5e863b46d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385e294aacc4a46" /><Relationship Type="http://schemas.openxmlformats.org/officeDocument/2006/relationships/notesMaster" Target="/ppt/notesMasters/notesMaster1.xml" Id="Ra816ac508e6e45f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294b2d1d9cb4c0c" /><Relationship Type="http://schemas.openxmlformats.org/officeDocument/2006/relationships/notesMaster" Target="/ppt/notesMasters/notesMaster1.xml" Id="R5e0e1eae865840a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7c55d57489e4c54" /><Relationship Type="http://schemas.openxmlformats.org/officeDocument/2006/relationships/notesMaster" Target="/ppt/notesMasters/notesMaster1.xml" Id="R6aedbb553a68465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92445399fe347da" /><Relationship Type="http://schemas.openxmlformats.org/officeDocument/2006/relationships/notesMaster" Target="/ppt/notesMasters/notesMaster1.xml" Id="Rf47cd9c28401427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5b2567a94a443d1" /><Relationship Type="http://schemas.openxmlformats.org/officeDocument/2006/relationships/notesMaster" Target="/ppt/notesMasters/notesMaster1.xml" Id="R09a52d3a570144f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58b1ca658ff649da" /><Relationship Type="http://schemas.openxmlformats.org/officeDocument/2006/relationships/notesMaster" Target="/ppt/notesMasters/notesMaster1.xml" Id="Re962bdb58ef4428f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38b232a7378456b" /><Relationship Type="http://schemas.openxmlformats.org/officeDocument/2006/relationships/notesMaster" Target="/ppt/notesMasters/notesMaster1.xml" Id="R8a3cc3581f61415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9d0b4f6d8af54c7d" /><Relationship Type="http://schemas.openxmlformats.org/officeDocument/2006/relationships/notesMaster" Target="/ppt/notesMasters/notesMaster1.xml" Id="R074aefbc9b6d42d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75f0d2e652ff4bf1" /><Relationship Type="http://schemas.openxmlformats.org/officeDocument/2006/relationships/notesMaster" Target="/ppt/notesMasters/notesMaster1.xml" Id="Rb913fdeabe3d4ca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092bc65c8da4d82" /><Relationship Type="http://schemas.openxmlformats.org/officeDocument/2006/relationships/notesMaster" Target="/ppt/notesMasters/notesMaster1.xml" Id="R63e7e8af98ac475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848a7e10e3f476c" /><Relationship Type="http://schemas.openxmlformats.org/officeDocument/2006/relationships/notesMaster" Target="/ppt/notesMasters/notesMaster1.xml" Id="R16ad110efb1d400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5a18fa25764f479f" /><Relationship Type="http://schemas.openxmlformats.org/officeDocument/2006/relationships/notesMaster" Target="/ppt/notesMasters/notesMaster1.xml" Id="R771887a801f9408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537729c0b0f4ad2" /><Relationship Type="http://schemas.openxmlformats.org/officeDocument/2006/relationships/notesMaster" Target="/ppt/notesMasters/notesMaster1.xml" Id="R8d0bb3af8959471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f309c7124724e6f" /><Relationship Type="http://schemas.openxmlformats.org/officeDocument/2006/relationships/notesMaster" Target="/ppt/notesMasters/notesMaster1.xml" Id="R157a0e206e994e4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6ec8fe0b26a4f40" /><Relationship Type="http://schemas.openxmlformats.org/officeDocument/2006/relationships/notesMaster" Target="/ppt/notesMasters/notesMaster1.xml" Id="R8a1214a505c2418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0b1710895d44ef3" /><Relationship Type="http://schemas.openxmlformats.org/officeDocument/2006/relationships/notesMaster" Target="/ppt/notesMasters/notesMaster1.xml" Id="R5fe06cd6092b462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ce1f3b6de6864813" /><Relationship Type="http://schemas.openxmlformats.org/officeDocument/2006/relationships/notesMaster" Target="/ppt/notesMasters/notesMaster1.xml" Id="R811eb61c39ea486f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d2fc591091c946c8" /><Relationship Type="http://schemas.openxmlformats.org/officeDocument/2006/relationships/notesMaster" Target="/ppt/notesMasters/notesMaster1.xml" Id="R4315ec21f5b54f26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5556793e276f44fa" /><Relationship Type="http://schemas.openxmlformats.org/officeDocument/2006/relationships/notesMaster" Target="/ppt/notesMasters/notesMaster1.xml" Id="R8304666a15bd499f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d96c0bb6e7ed4320" /><Relationship Type="http://schemas.openxmlformats.org/officeDocument/2006/relationships/notesMaster" Target="/ppt/notesMasters/notesMaster1.xml" Id="R20d23c9db82e47e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b7bcc5d313d44cb3" /><Relationship Type="http://schemas.openxmlformats.org/officeDocument/2006/relationships/notesMaster" Target="/ppt/notesMasters/notesMaster1.xml" Id="R825b1e4209ea497e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389cc8036e514908" /><Relationship Type="http://schemas.openxmlformats.org/officeDocument/2006/relationships/notesMaster" Target="/ppt/notesMasters/notesMaster1.xml" Id="R7a5ed9f9a87e465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878fb00332e04ea8" /><Relationship Type="http://schemas.openxmlformats.org/officeDocument/2006/relationships/notesMaster" Target="/ppt/notesMasters/notesMaster1.xml" Id="R64ac748fe23a4ff8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29ee9b0ce2f4811" /><Relationship Type="http://schemas.openxmlformats.org/officeDocument/2006/relationships/notesMaster" Target="/ppt/notesMasters/notesMaster1.xml" Id="R936516636df247c2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23fe5c7761924963" /><Relationship Type="http://schemas.openxmlformats.org/officeDocument/2006/relationships/notesMaster" Target="/ppt/notesMasters/notesMaster1.xml" Id="R94f51fc41ab74016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6a5d30bdb9c04080" /><Relationship Type="http://schemas.openxmlformats.org/officeDocument/2006/relationships/notesMaster" Target="/ppt/notesMasters/notesMaster1.xml" Id="R630a9e472b584ac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fcb8fc0c3c14416" /><Relationship Type="http://schemas.openxmlformats.org/officeDocument/2006/relationships/notesMaster" Target="/ppt/notesMasters/notesMaster1.xml" Id="R8fd7b126761a458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862257e2a0f427c" /><Relationship Type="http://schemas.openxmlformats.org/officeDocument/2006/relationships/notesMaster" Target="/ppt/notesMasters/notesMaster1.xml" Id="Rfdea7025924f48b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4f2f6a287da54a3c" /><Relationship Type="http://schemas.openxmlformats.org/officeDocument/2006/relationships/notesMaster" Target="/ppt/notesMasters/notesMaster1.xml" Id="Recb0ca48226f48f1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113245087034637" /><Relationship Type="http://schemas.openxmlformats.org/officeDocument/2006/relationships/notesMaster" Target="/ppt/notesMasters/notesMaster1.xml" Id="R38b712745d434cd0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a114b341c34b476c" /><Relationship Type="http://schemas.openxmlformats.org/officeDocument/2006/relationships/notesMaster" Target="/ppt/notesMasters/notesMaster1.xml" Id="Rdf8da0c2aac54f1c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9fc212bdd96f4650" /><Relationship Type="http://schemas.openxmlformats.org/officeDocument/2006/relationships/notesMaster" Target="/ppt/notesMasters/notesMaster1.xml" Id="R014220e5cf88483b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63647a396e4041a0" /><Relationship Type="http://schemas.openxmlformats.org/officeDocument/2006/relationships/notesMaster" Target="/ppt/notesMasters/notesMaster1.xml" Id="Rc228c9633e6e425f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3c0d8239d9c4406f" /><Relationship Type="http://schemas.openxmlformats.org/officeDocument/2006/relationships/notesMaster" Target="/ppt/notesMasters/notesMaster1.xml" Id="R4eb0f3444c904b6b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a7358438ddda4e6b" /><Relationship Type="http://schemas.openxmlformats.org/officeDocument/2006/relationships/notesMaster" Target="/ppt/notesMasters/notesMaster1.xml" Id="R37bffbfd86694348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9a54cc5cda8b4e81" /><Relationship Type="http://schemas.openxmlformats.org/officeDocument/2006/relationships/notesMaster" Target="/ppt/notesMasters/notesMaster1.xml" Id="R910e7ba22a3c44df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94551f42a4754feb" /><Relationship Type="http://schemas.openxmlformats.org/officeDocument/2006/relationships/notesMaster" Target="/ppt/notesMasters/notesMaster1.xml" Id="R3be1841a8b2249a1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a5de8b2b170e4f49" /><Relationship Type="http://schemas.openxmlformats.org/officeDocument/2006/relationships/notesMaster" Target="/ppt/notesMasters/notesMaster1.xml" Id="Rfa90ae563e5b40ec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935056e22870436b" /><Relationship Type="http://schemas.openxmlformats.org/officeDocument/2006/relationships/notesMaster" Target="/ppt/notesMasters/notesMaster1.xml" Id="Ra5b7382c32a04934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6d2762bed14423c" /><Relationship Type="http://schemas.openxmlformats.org/officeDocument/2006/relationships/notesMaster" Target="/ppt/notesMasters/notesMaster1.xml" Id="Rf76d4ddde80c4545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65015670eff84668" /><Relationship Type="http://schemas.openxmlformats.org/officeDocument/2006/relationships/notesMaster" Target="/ppt/notesMasters/notesMaster1.xml" Id="Rd04d7b0f77074b6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dd8939a9af034b8e" /><Relationship Type="http://schemas.openxmlformats.org/officeDocument/2006/relationships/notesMaster" Target="/ppt/notesMasters/notesMaster1.xml" Id="R6d92bdbafd514356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07c63ee58154c2d" /><Relationship Type="http://schemas.openxmlformats.org/officeDocument/2006/relationships/notesMaster" Target="/ppt/notesMasters/notesMaster1.xml" Id="Rf6d48d889c7e4d55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4ac370a30d684c6d" /><Relationship Type="http://schemas.openxmlformats.org/officeDocument/2006/relationships/notesMaster" Target="/ppt/notesMasters/notesMaster1.xml" Id="R7c6f423873074b1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5689be27349e4f1b" /><Relationship Type="http://schemas.openxmlformats.org/officeDocument/2006/relationships/notesMaster" Target="/ppt/notesMasters/notesMaster1.xml" Id="R96bd2695734a47f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e1232bd8273140f4" /><Relationship Type="http://schemas.openxmlformats.org/officeDocument/2006/relationships/notesMaster" Target="/ppt/notesMasters/notesMaster1.xml" Id="R599e53bf93914060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69fa523507924939" /><Relationship Type="http://schemas.openxmlformats.org/officeDocument/2006/relationships/notesMaster" Target="/ppt/notesMasters/notesMaster1.xml" Id="R10e8752777ae4fba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8178a9ae961f4bbc" /><Relationship Type="http://schemas.openxmlformats.org/officeDocument/2006/relationships/notesMaster" Target="/ppt/notesMasters/notesMaster1.xml" Id="R30ab439c6df94f2b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acf711e9e4924966" /><Relationship Type="http://schemas.openxmlformats.org/officeDocument/2006/relationships/notesMaster" Target="/ppt/notesMasters/notesMaster1.xml" Id="R764563425d2c4f0f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ffb01506350a40dd" /><Relationship Type="http://schemas.openxmlformats.org/officeDocument/2006/relationships/notesMaster" Target="/ppt/notesMasters/notesMaster1.xml" Id="R996180f7f08a4c27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92213edc1f93436c" /><Relationship Type="http://schemas.openxmlformats.org/officeDocument/2006/relationships/notesMaster" Target="/ppt/notesMasters/notesMaster1.xml" Id="R9ad4e315dd914d3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fcd638295ccb49bd" /><Relationship Type="http://schemas.openxmlformats.org/officeDocument/2006/relationships/notesMaster" Target="/ppt/notesMasters/notesMaster1.xml" Id="R7f529a3e3a8f4fca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a89cf60a4cf645de" /><Relationship Type="http://schemas.openxmlformats.org/officeDocument/2006/relationships/notesMaster" Target="/ppt/notesMasters/notesMaster1.xml" Id="R78651bec75064147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249e119a0fa6409b" /><Relationship Type="http://schemas.openxmlformats.org/officeDocument/2006/relationships/notesMaster" Target="/ppt/notesMasters/notesMaster1.xml" Id="R128f2b3ea71b4169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7efe47e62fdf44d9" /><Relationship Type="http://schemas.openxmlformats.org/officeDocument/2006/relationships/notesMaster" Target="/ppt/notesMasters/notesMaster1.xml" Id="R6a85bce37c574660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af82efda292c48ca" /><Relationship Type="http://schemas.openxmlformats.org/officeDocument/2006/relationships/notesMaster" Target="/ppt/notesMasters/notesMaster1.xml" Id="Rab5cf21e52b64137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99c8124cc09043d8" /><Relationship Type="http://schemas.openxmlformats.org/officeDocument/2006/relationships/notesMaster" Target="/ppt/notesMasters/notesMaster1.xml" Id="R0ee911e4b9bf4979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25ad4a7171cd4ecc" /><Relationship Type="http://schemas.openxmlformats.org/officeDocument/2006/relationships/notesMaster" Target="/ppt/notesMasters/notesMaster1.xml" Id="R090030e51a5c440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42459e430d1b477b" /><Relationship Type="http://schemas.openxmlformats.org/officeDocument/2006/relationships/notesMaster" Target="/ppt/notesMasters/notesMaster1.xml" Id="Rdeb22a2b4f254881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17f955d5f6aa45ff" /><Relationship Type="http://schemas.openxmlformats.org/officeDocument/2006/relationships/notesMaster" Target="/ppt/notesMasters/notesMaster1.xml" Id="R5622d330b67b423c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45360f8b682d4793" /><Relationship Type="http://schemas.openxmlformats.org/officeDocument/2006/relationships/notesMaster" Target="/ppt/notesMasters/notesMaster1.xml" Id="Rf6be0eb71bea4358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634ec42c12974e20" /><Relationship Type="http://schemas.openxmlformats.org/officeDocument/2006/relationships/notesMaster" Target="/ppt/notesMasters/notesMaster1.xml" Id="R6309d5df53bf4678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96dea5f63474854" /><Relationship Type="http://schemas.openxmlformats.org/officeDocument/2006/relationships/notesMaster" Target="/ppt/notesMasters/notesMaster1.xml" Id="R73b3f6ddb1b94afc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8817f5cdee014b0e" /><Relationship Type="http://schemas.openxmlformats.org/officeDocument/2006/relationships/notesMaster" Target="/ppt/notesMasters/notesMaster1.xml" Id="R5e6b6898e5f0442f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43951c11f0c341b6" /><Relationship Type="http://schemas.openxmlformats.org/officeDocument/2006/relationships/notesMaster" Target="/ppt/notesMasters/notesMaster1.xml" Id="R07939c09e8cb45f3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9391df76a934ab9" /><Relationship Type="http://schemas.openxmlformats.org/officeDocument/2006/relationships/notesMaster" Target="/ppt/notesMasters/notesMaster1.xml" Id="Raadb584cce794dd6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2b7073ba2a2d4b96" /><Relationship Type="http://schemas.openxmlformats.org/officeDocument/2006/relationships/notesMaster" Target="/ppt/notesMasters/notesMaster1.xml" Id="Ra839c6940dd74514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b7d4b68209f04dd6" /><Relationship Type="http://schemas.openxmlformats.org/officeDocument/2006/relationships/notesMaster" Target="/ppt/notesMasters/notesMaster1.xml" Id="R14eb77bdf3ef4f5d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db3444423c3f4fdc" /><Relationship Type="http://schemas.openxmlformats.org/officeDocument/2006/relationships/notesMaster" Target="/ppt/notesMasters/notesMaster1.xml" Id="R64c00b399f1141d3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02472e2a4d304e54" /><Relationship Type="http://schemas.openxmlformats.org/officeDocument/2006/relationships/notesMaster" Target="/ppt/notesMasters/notesMaster1.xml" Id="R8901b3cf36864636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f71b2693d1ff4ae6" /><Relationship Type="http://schemas.openxmlformats.org/officeDocument/2006/relationships/notesMaster" Target="/ppt/notesMasters/notesMaster1.xml" Id="R972c4efcfba9456c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adba3fa3669b4163" /><Relationship Type="http://schemas.openxmlformats.org/officeDocument/2006/relationships/notesMaster" Target="/ppt/notesMasters/notesMaster1.xml" Id="R36a0f3d6bf434026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17b95d41962941bc" /><Relationship Type="http://schemas.openxmlformats.org/officeDocument/2006/relationships/notesMaster" Target="/ppt/notesMasters/notesMaster1.xml" Id="Re8790e2ed467449e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799d0a4584db4023" /><Relationship Type="http://schemas.openxmlformats.org/officeDocument/2006/relationships/notesMaster" Target="/ppt/notesMasters/notesMaster1.xml" Id="R7e3ecf35dc1d4732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c10922b2958c4ba3" /><Relationship Type="http://schemas.openxmlformats.org/officeDocument/2006/relationships/notesMaster" Target="/ppt/notesMasters/notesMaster1.xml" Id="R8d36b4f241b94cb7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bdc05a436dee4a31" /><Relationship Type="http://schemas.openxmlformats.org/officeDocument/2006/relationships/notesMaster" Target="/ppt/notesMasters/notesMaster1.xml" Id="Ra9154a56b94e47c4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6647c2a388664c4f" /><Relationship Type="http://schemas.openxmlformats.org/officeDocument/2006/relationships/notesMaster" Target="/ppt/notesMasters/notesMaster1.xml" Id="R24aea003fb234150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e8c2a213261b4a6c" /><Relationship Type="http://schemas.openxmlformats.org/officeDocument/2006/relationships/notesMaster" Target="/ppt/notesMasters/notesMaster1.xml" Id="R3d52363efd3a427a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9f83712b020442c1" /><Relationship Type="http://schemas.openxmlformats.org/officeDocument/2006/relationships/notesMaster" Target="/ppt/notesMasters/notesMaster1.xml" Id="R2b22d30e1a9a4cf6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be287e124d2d45f9" /><Relationship Type="http://schemas.openxmlformats.org/officeDocument/2006/relationships/notesMaster" Target="/ppt/notesMasters/notesMaster1.xml" Id="Rf9796d97256c4868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0ae6201161794ae0" /><Relationship Type="http://schemas.openxmlformats.org/officeDocument/2006/relationships/notesMaster" Target="/ppt/notesMasters/notesMaster1.xml" Id="R4930d7da5a7444f0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a1f7637b00c1417e" /><Relationship Type="http://schemas.openxmlformats.org/officeDocument/2006/relationships/notesMaster" Target="/ppt/notesMasters/notesMaster1.xml" Id="Ra35f73208b0a4d2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8d25aab185d94e40" /><Relationship Type="http://schemas.openxmlformats.org/officeDocument/2006/relationships/notesMaster" Target="/ppt/notesMasters/notesMaster1.xml" Id="Ra16f29d4aa0944bb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45495452bafb4df8" /><Relationship Type="http://schemas.openxmlformats.org/officeDocument/2006/relationships/notesMaster" Target="/ppt/notesMasters/notesMaster1.xml" Id="R0b939315903345c2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4b4b2bbc277c44e5" /><Relationship Type="http://schemas.openxmlformats.org/officeDocument/2006/relationships/notesMaster" Target="/ppt/notesMasters/notesMaster1.xml" Id="Ra279c5079cbb4dd1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4d1d872bdd514f77" /><Relationship Type="http://schemas.openxmlformats.org/officeDocument/2006/relationships/notesMaster" Target="/ppt/notesMasters/notesMaster1.xml" Id="R85083432c0ee4aef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bbff60d98b2447fc" /><Relationship Type="http://schemas.openxmlformats.org/officeDocument/2006/relationships/notesMaster" Target="/ppt/notesMasters/notesMaster1.xml" Id="R77c480bb836b44f9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af4db75e6bd4436f" /><Relationship Type="http://schemas.openxmlformats.org/officeDocument/2006/relationships/notesMaster" Target="/ppt/notesMasters/notesMaster1.xml" Id="R53947fbe3ea44a1c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5edb082717d749a6" /><Relationship Type="http://schemas.openxmlformats.org/officeDocument/2006/relationships/notesMaster" Target="/ppt/notesMasters/notesMaster1.xml" Id="Rd3ace47309874465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7e8216c8078c4bd1" /><Relationship Type="http://schemas.openxmlformats.org/officeDocument/2006/relationships/notesMaster" Target="/ppt/notesMasters/notesMaster1.xml" Id="Racbde4574ffa4120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88fafd33b0c14ae1" /><Relationship Type="http://schemas.openxmlformats.org/officeDocument/2006/relationships/notesMaster" Target="/ppt/notesMasters/notesMaster1.xml" Id="R118769be410a43cc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2876979161bd474d" /><Relationship Type="http://schemas.openxmlformats.org/officeDocument/2006/relationships/notesMaster" Target="/ppt/notesMasters/notesMaster1.xml" Id="Racdf5c9dc69a44b7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b9f0f2d3afd74469" /><Relationship Type="http://schemas.openxmlformats.org/officeDocument/2006/relationships/notesMaster" Target="/ppt/notesMasters/notesMaster1.xml" Id="R087691cf367145b9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730bedbd3e214f5f" /><Relationship Type="http://schemas.openxmlformats.org/officeDocument/2006/relationships/notesMaster" Target="/ppt/notesMasters/notesMaster1.xml" Id="R96e9e3bbab6c45d9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24a8bdd8dc6d4770" /><Relationship Type="http://schemas.openxmlformats.org/officeDocument/2006/relationships/notesMaster" Target="/ppt/notesMasters/notesMaster1.xml" Id="R3d8f0b14f3a2444a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1656334b30774925" /><Relationship Type="http://schemas.openxmlformats.org/officeDocument/2006/relationships/notesMaster" Target="/ppt/notesMasters/notesMaster1.xml" Id="Re89babb063674f1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a78862f1b64f45f5" /><Relationship Type="http://schemas.openxmlformats.org/officeDocument/2006/relationships/notesMaster" Target="/ppt/notesMasters/notesMaster1.xml" Id="R1f04579babed493f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1d426a01fb3e4ead" /><Relationship Type="http://schemas.openxmlformats.org/officeDocument/2006/relationships/notesMaster" Target="/ppt/notesMasters/notesMaster1.xml" Id="Ra7d33f8de56d4c0f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9557d65f317248c8" /><Relationship Type="http://schemas.openxmlformats.org/officeDocument/2006/relationships/notesMaster" Target="/ppt/notesMasters/notesMaster1.xml" Id="R25ef145a91684cd2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3ed486548ab94c95" /><Relationship Type="http://schemas.openxmlformats.org/officeDocument/2006/relationships/notesMaster" Target="/ppt/notesMasters/notesMaster1.xml" Id="R8fa86df71a8648ec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e9db5b950b0f47a3" /><Relationship Type="http://schemas.openxmlformats.org/officeDocument/2006/relationships/notesMaster" Target="/ppt/notesMasters/notesMaster1.xml" Id="Rcb772c6e0a674f7b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1f6393a50b404090" /><Relationship Type="http://schemas.openxmlformats.org/officeDocument/2006/relationships/notesMaster" Target="/ppt/notesMasters/notesMaster1.xml" Id="Ra7bcae82662840ff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a166d0ac02854cf3" /><Relationship Type="http://schemas.openxmlformats.org/officeDocument/2006/relationships/notesMaster" Target="/ppt/notesMasters/notesMaster1.xml" Id="R53b62334c17948f6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8eed957195804da0" /><Relationship Type="http://schemas.openxmlformats.org/officeDocument/2006/relationships/notesMaster" Target="/ppt/notesMasters/notesMaster1.xml" Id="Rd3e248139a9b4e09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7d6256042e6d437e" /><Relationship Type="http://schemas.openxmlformats.org/officeDocument/2006/relationships/notesMaster" Target="/ppt/notesMasters/notesMaster1.xml" Id="R160daed1b518448d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66d84795af2f4478" /><Relationship Type="http://schemas.openxmlformats.org/officeDocument/2006/relationships/notesMaster" Target="/ppt/notesMasters/notesMaster1.xml" Id="R7990421210024201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c88e6f992ecc4085" /><Relationship Type="http://schemas.openxmlformats.org/officeDocument/2006/relationships/notesMaster" Target="/ppt/notesMasters/notesMaster1.xml" Id="R9a9436d0e43e4371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4ec44720a3c84dc5" /><Relationship Type="http://schemas.openxmlformats.org/officeDocument/2006/relationships/notesMaster" Target="/ppt/notesMasters/notesMaster1.xml" Id="R5120dcb2c64e42cc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ac05984b0a704fcd" /><Relationship Type="http://schemas.openxmlformats.org/officeDocument/2006/relationships/notesMaster" Target="/ppt/notesMasters/notesMaster1.xml" Id="R8f9d758765394536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66f419c3a8184eda" /><Relationship Type="http://schemas.openxmlformats.org/officeDocument/2006/relationships/notesMaster" Target="/ppt/notesMasters/notesMaster1.xml" Id="R9cbbdddc64024fbf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e9f51f0a92a440e5" /><Relationship Type="http://schemas.openxmlformats.org/officeDocument/2006/relationships/notesMaster" Target="/ppt/notesMasters/notesMaster1.xml" Id="Rf27a399931934c49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fb6ced3641764750" /><Relationship Type="http://schemas.openxmlformats.org/officeDocument/2006/relationships/notesMaster" Target="/ppt/notesMasters/notesMaster1.xml" Id="R8c0547a10ee64631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f16f15ddb6774266" /><Relationship Type="http://schemas.openxmlformats.org/officeDocument/2006/relationships/notesMaster" Target="/ppt/notesMasters/notesMaster1.xml" Id="Rae860a82bd1846ba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6f8598a7b935425e" /><Relationship Type="http://schemas.openxmlformats.org/officeDocument/2006/relationships/notesMaster" Target="/ppt/notesMasters/notesMaster1.xml" Id="R9bbee67936434968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61025a640b984441" /><Relationship Type="http://schemas.openxmlformats.org/officeDocument/2006/relationships/notesMaster" Target="/ppt/notesMasters/notesMaster1.xml" Id="R4c8b525c01f74e83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45da6b3733a44964" /><Relationship Type="http://schemas.openxmlformats.org/officeDocument/2006/relationships/notesMaster" Target="/ppt/notesMasters/notesMaster1.xml" Id="Re741e3d9012c4285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21e2ef5b13d14840" /><Relationship Type="http://schemas.openxmlformats.org/officeDocument/2006/relationships/notesMaster" Target="/ppt/notesMasters/notesMaster1.xml" Id="Rc0725f31bf644e7f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284705df6f3f49eb" /><Relationship Type="http://schemas.openxmlformats.org/officeDocument/2006/relationships/notesMaster" Target="/ppt/notesMasters/notesMaster1.xml" Id="R8a4b7aa32d624c96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a4bde98801e74a0b" /><Relationship Type="http://schemas.openxmlformats.org/officeDocument/2006/relationships/notesMaster" Target="/ppt/notesMasters/notesMaster1.xml" Id="R5054193892234e12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ba2c3a24c02b4a8f" /><Relationship Type="http://schemas.openxmlformats.org/officeDocument/2006/relationships/notesMaster" Target="/ppt/notesMasters/notesMaster1.xml" Id="Rf1060526620041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2026-09-08 작업 폴더 기준. Windows와 Unreal Engine 5.6 환경의 실제 코드, 교육용 예제, 개념도를 구분하여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예제를 실제 서버에 실행하지 않아도 종이 위의 값 추적과 코드 읽기만으로 필수 문제를 풀 수 있습니다. 필수 학습에는 AI나 인터넷 연결이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 사이의 경계를 알았으므로 한 프로그램 안에서 값과 수명을 전달하는 C++ 문법을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 사이의 경계를 알았으므로 한 프로그램 안에서 값과 수명을 전달하는 C++ 문법을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함수들의 역할을 알았으므로 실제로 어느 프로그램과 실행 흐름이 이 함수들을 호출하는지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docs/study/lessons/D01-one-day-project-guide.md:112-180  1. 전체 구조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bool USimCoreClientComponent::GetLatestState(</a:t>
            </a:r>
          </a:p>
          <a:p xmlns:a="http://schemas.openxmlformats.org/drawingml/2006/main">
            <a:r>
              <a:t>	SimCoreProtocol::FVehicleState&amp; OutState,</a:t>
            </a:r>
          </a:p>
          <a:p xmlns:a="http://schemas.openxmlformats.org/drawingml/2006/main">
            <a:r>
              <a:t>	float&amp; OutStateAgeSeconds) const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if (!bHasState) return false;</a:t>
            </a:r>
          </a:p>
          <a:p xmlns:a="http://schemas.openxmlformats.org/drawingml/2006/main">
            <a:r>
              <a:t>	OutState = LatestState;</a:t>
            </a:r>
          </a:p>
          <a:p xmlns:a="http://schemas.openxmlformats.org/drawingml/2006/main">
            <a:r>
              <a:t>	OutStateAgeSeconds = static_cast&lt;float&gt;(FMath::Max(</a:t>
            </a:r>
          </a:p>
          <a:p xmlns:a="http://schemas.openxmlformats.org/drawingml/2006/main">
            <a:r>
              <a:t>		0.0,</a:t>
            </a:r>
          </a:p>
          <a:p xmlns:a="http://schemas.openxmlformats.org/drawingml/2006/main">
            <a:r>
              <a:t>		FPlatformTime::Seconds() - LatestStateReceiveTimeSeconds));</a:t>
            </a:r>
          </a:p>
          <a:p xmlns:a="http://schemas.openxmlformats.org/drawingml/2006/main">
            <a:r>
              <a:t>	return true;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unreal/DriveIntegration/Source/DriveIntegration/SimCoreClientComponent.cpp:139-149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 흐름을 알았으므로 함수가 받는 참조와 포인터가 어떤 값 전달 약속인지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Microsoft: About Processes and Threads: https://learn.microsoft.com/en-us/windows/win32/procthread/about-processes-and-threads</a:t>
            </a:r>
          </a:p>
          <a:p xmlns:a="http://schemas.openxmlformats.org/drawingml/2006/main">
            <a:r>
              <a:t>cpp/host/src/main.cpp:299-311  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SimulationHostCallbacks callbacks;</a:t>
            </a:r>
          </a:p>
          <a:p xmlns:a="http://schemas.openxmlformats.org/drawingml/2006/main">
            <a:r>
              <a:t>    callbacks.broadcast_world_state = [&amp;ws_server, &amp;ioc, &amp;physics_replay](const std::string&amp; message) {</a:t>
            </a:r>
          </a:p>
          <a:p xmlns:a="http://schemas.openxmlformats.org/drawingml/2006/main">
            <a:r>
              <a:t>        ws_server-&gt;broadcast_binary(message);</a:t>
            </a:r>
          </a:p>
          <a:p xmlns:a="http://schemas.openxmlformats.org/drawingml/2006/main">
            <a:r>
              <a:t>        if (physics_replay &amp;&amp; physics_replay-&gt;complete()) ioc.stop();</a:t>
            </a:r>
          </a:p>
          <a:p xmlns:a="http://schemas.openxmlformats.org/drawingml/2006/main">
            <a:r>
              <a:t>   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cpp/host/src/main.cpp:307-311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net::signal_set shutdown_signals(ioc, SIGINT, SIGTERM);</a:t>
            </a:r>
          </a:p>
          <a:p xmlns:a="http://schemas.openxmlformats.org/drawingml/2006/main">
            <a:r>
              <a:t>    shutdown_signals.async_wait([&amp;ioc](const boost::system::error_code&amp; error, int) {</a:t>
            </a:r>
          </a:p>
          <a:p xmlns:a="http://schemas.openxmlformats.org/drawingml/2006/main">
            <a:r>
              <a:t>        if (!error) ioc.stop();</a:t>
            </a:r>
          </a:p>
          <a:p xmlns:a="http://schemas.openxmlformats.org/drawingml/2006/main">
            <a:r>
              <a:t>    });</a:t>
            </a:r>
          </a:p>
          <a:p xmlns:a="http://schemas.openxmlformats.org/drawingml/2006/main">
            <a:r>
              <a:t>    ioc.run();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cpp/host/src/main.cpp:409-413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Microsoft: About Processes and Threads: https://learn.microsoft.com/en-us/windows/win32/procthread/about-processes-and-threads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Microsoft: About Processes and Threads: https://learn.microsoft.com/en-us/windows/win32/procthread/about-processes-and-threads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메모리의 값을 다른 프로세스에 전달하려면 공통 바이트 표현이 필요하므로 통신 계층을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메모리의 값을 다른 프로세스에 전달하려면 공통 바이트 표현이 필요하므로 통신 계층을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값 전달 약속을 배운 다음에는 빌린 메모리의 수명과 동시에 접근하는 공유 입력을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void start();</a:t>
            </a:r>
          </a:p>
          <a:p xmlns:a="http://schemas.openxmlformats.org/drawingml/2006/main">
            <a:r>
              <a:t>    void stop();</a:t>
            </a:r>
          </a:p>
          <a:p xmlns:a="http://schemas.openxmlformats.org/drawingml/2006/main">
            <a:r>
              <a:t>    ClientMessageResult handle_client_message(</a:t>
            </a:r>
          </a:p>
          <a:p xmlns:a="http://schemas.openxmlformats.org/drawingml/2006/main">
            <a:r>
              <a:t>        std::string_view message,</a:t>
            </a:r>
          </a:p>
          <a:p xmlns:a="http://schemas.openxmlformats.org/drawingml/2006/main">
            <a:r>
              <a:t>        std::uint64_t connection_generation = 0,</a:t>
            </a:r>
          </a:p>
          <a:p xmlns:a="http://schemas.openxmlformats.org/drawingml/2006/main">
            <a:r>
              <a:t>        Clock::time_point received_at = Clock::now());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cpp/host/src/simulation_host.hpp:132-137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VehiclePhysics::set_input(const VehicleInput&amp; input) {</a:t>
            </a:r>
          </a:p>
          <a:p xmlns:a="http://schemas.openxmlformats.org/drawingml/2006/main">
            <a:r>
              <a:t>    std::lock_guard lock(input_mutex_);</a:t>
            </a:r>
          </a:p>
          <a:p xmlns:a="http://schemas.openxmlformats.org/drawingml/2006/main">
            <a:r>
              <a:t>    input_ = input;</a:t>
            </a:r>
          </a:p>
          <a:p xmlns:a="http://schemas.openxmlformats.org/drawingml/2006/main">
            <a:r>
              <a:t>    input_.throttle = std::isfinite(input_.throttle)</a:t>
            </a:r>
          </a:p>
          <a:p xmlns:a="http://schemas.openxmlformats.org/drawingml/2006/main">
            <a:r>
              <a:t>        ? std::clamp(input_.throttle, 0.f, 1.f) : 0.f;</a:t>
            </a:r>
          </a:p>
          <a:p xmlns:a="http://schemas.openxmlformats.org/drawingml/2006/main">
            <a:r>
              <a:t>    input_.brake = std::isfinite(input_.brake)</a:t>
            </a:r>
          </a:p>
          <a:p xmlns:a="http://schemas.openxmlformats.org/drawingml/2006/main">
            <a:r>
              <a:t>        ? std::clamp(input_.brake, 0.f, 1.f) : 0.f;</a:t>
            </a:r>
          </a:p>
          <a:p xmlns:a="http://schemas.openxmlformats.org/drawingml/2006/main">
            <a:r>
              <a:t>    input_.steering = std::isfinite(input_.steering)</a:t>
            </a:r>
          </a:p>
          <a:p xmlns:a="http://schemas.openxmlformats.org/drawingml/2006/main">
            <a:r>
              <a:t>        ? std::clamp(input_.steering, -1.f, 1.f) : 0.f;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cpp/host/src/physics/vehicle_physics.cpp:629-637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set_error(std::string* error, std::string_view message)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if (error) {</a:t>
            </a:r>
          </a:p>
          <a:p xmlns:a="http://schemas.openxmlformats.org/drawingml/2006/main">
            <a:r>
              <a:t>        *error = std::string(message);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cpp/host/src/protocol/vehicle_message_decoder.cpp:21-26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cpp/host/src/protocol/vehicle_message_decoder.cpp:21-26  set_error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cpp/host/src/protocol/vehicle_message_decoder.cpp:21-26  set_error</a:t>
            </a:r>
          </a:p>
          <a:p xmlns:a="http://schemas.openxmlformats.org/drawingml/2006/main">
            <a:r>
              <a:t>cpp/host/src/terrain/ground_query.hpp:65-70  GroundQuery::query_down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double distance = request.origin_enu.up_m - height_enu_m_;</a:t>
            </a:r>
          </a:p>
          <a:p xmlns:a="http://schemas.openxmlformats.org/drawingml/2006/main">
            <a:r>
              <a:t>        if (distance &lt; 0.0 || distance &gt; request.max_distance_m) {</a:t>
            </a:r>
          </a:p>
          <a:p xmlns:a="http://schemas.openxmlformats.org/drawingml/2006/main">
            <a:r>
              <a:t>            return std::nullopt;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return GroundHit{</a:t>
            </a:r>
          </a:p>
          <a:p xmlns:a="http://schemas.openxmlformats.org/drawingml/2006/main">
            <a:r>
              <a:t>            {request.origin_enu.east_m, request.origin_enu.north_m, height_enu_m_},</a:t>
            </a:r>
          </a:p>
          <a:p xmlns:a="http://schemas.openxmlformats.org/drawingml/2006/main">
            <a:r>
              <a:t>            {0.0, 0.0, 1.0},</a:t>
            </a:r>
          </a:p>
          <a:p xmlns:a="http://schemas.openxmlformats.org/drawingml/2006/main">
            <a:r>
              <a:t>            distance};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cpp/host/src/terrain/ground_query.hpp:94-102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cpp/host/src/terrain/ground_query.hpp:65-70  GroundQuery::query_down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  <a:p xmlns:a="http://schemas.openxmlformats.org/drawingml/2006/main">
            <a:r>
              <a:t>cpp/host/src/protocol/vehicle_message_decoder.cpp:21-26  set_error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  <a:p xmlns:a="http://schemas.openxmlformats.org/drawingml/2006/main">
            <a:r>
              <a:t>cpp/host/src/protocol/vehicle_message_decoder.cpp:21-26  set_error</a:t>
            </a:r>
          </a:p>
          <a:p xmlns:a="http://schemas.openxmlformats.org/drawingml/2006/main">
            <a:r>
              <a:t>cpp/host/src/terrain/ground_query.hpp:65-70  GroundQuery::query_down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메모리 내부의 안전한 전달을 알았으므로 다른 프로세스에 바이트를 보내는 통신 계층을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cpp/host/src/physics/vehicle_physics.cpp:680-695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VehicleInput in;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std::lock_guard lock(input_mutex_);</a:t>
            </a:r>
          </a:p>
          <a:p xmlns:a="http://schemas.openxmlformats.org/drawingml/2006/main">
            <a:r>
              <a:t>        in = input_;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const float fdt = static_cast&lt;float&gt;(dt);</a:t>
            </a:r>
          </a:p>
          <a:p xmlns:a="http://schemas.openxmlformats.org/drawingml/2006/main">
            <a:r>
              <a:t>    refresh_runtime_tire_supports(dynamic_proxies);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cpp/host/src/physics/vehicle_physics.cpp:685-692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  <a:p xmlns:a="http://schemas.openxmlformats.org/drawingml/2006/main">
            <a:r>
              <a:t>cpp/host/src/terrain/ground_query.hpp:94-102  FlatGroundQuery::query_down</a:t>
            </a:r>
          </a:p>
          <a:p xmlns:a="http://schemas.openxmlformats.org/drawingml/2006/main">
            <a:r>
              <a:t>cpp/host/src/main.cpp:307-311  callbacks.broadcast_world_state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계약을 바이트로 표현하는 방법을 이해하기 위해 태그와 varint부터 직접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계약을 바이트로 표현하는 방법을 이해하기 위해 태그와 varint부터 직접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공통 바이트 표현이 왜 필요한지 이해했으므로 그 약속을 선언하는 vehicle.proto를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IncomingMessage.Append(Fragment);</a:t>
            </a:r>
          </a:p>
          <a:p xmlns:a="http://schemas.openxmlformats.org/drawingml/2006/main">
            <a:r>
              <a:t>	if (!bIsLastFragment)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	TArray&lt;uint8&gt; CompleteMessage = MoveTemp(IncomingMessage);</a:t>
            </a:r>
          </a:p>
          <a:p xmlns:a="http://schemas.openxmlformats.org/drawingml/2006/main">
            <a:r>
              <a:t>	IncomingMessage.Reset();</a:t>
            </a:r>
          </a:p>
          <a:p xmlns:a="http://schemas.openxmlformats.org/drawingml/2006/main">
            <a:r>
              <a:t>	SimCoreProtocol::FHelloInfo Hello;</a:t>
            </a:r>
          </a:p>
          <a:p xmlns:a="http://schemas.openxmlformats.org/drawingml/2006/main">
            <a:r>
              <a:t>	bool bIsHello = false;</a:t>
            </a:r>
          </a:p>
          <a:p xmlns:a="http://schemas.openxmlformats.org/drawingml/2006/main">
            <a:r>
              <a:t>	FString Error;</a:t>
            </a:r>
          </a:p>
          <a:p xmlns:a="http://schemas.openxmlformats.org/drawingml/2006/main">
            <a:r>
              <a:t>	if (!SimCoreProtocol::TryParseHelloEnvelope(</a:t>
            </a:r>
          </a:p>
          <a:p xmlns:a="http://schemas.openxmlformats.org/drawingml/2006/main">
            <a:r>
              <a:t>		CompleteMessage,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unreal/DriveIntegration/Source/DriveIntegration/SimCoreClientComponent.cpp:940-949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unreal/DriveIntegration/Source/DriveIntegration/SimCoreClientComponent.cpp:940-949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unreal/DriveIntegration/Source/DriveIntegration/SimCoreClientComponent.cpp:940-949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계약의 선언을 읽었으므로 다음에는 그 선언이 실제 태그와 바이트가 되는 과정을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message Vector3d {</a:t>
            </a:r>
          </a:p>
          <a:p xmlns:a="http://schemas.openxmlformats.org/drawingml/2006/main">
            <a:r>
              <a:t>    double x = 1;</a:t>
            </a:r>
          </a:p>
          <a:p xmlns:a="http://schemas.openxmlformats.org/drawingml/2006/main">
            <a:r>
              <a:t>    double y = 2;</a:t>
            </a:r>
          </a:p>
          <a:p xmlns:a="http://schemas.openxmlformats.org/drawingml/2006/main">
            <a:r>
              <a:t>    double z = 3;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protocol/vehicle.proto:46-50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protobuf_generate(</a:t>
            </a:r>
          </a:p>
          <a:p xmlns:a="http://schemas.openxmlformats.org/drawingml/2006/main">
            <a:r>
              <a:t>    TARGET simcore_protocol</a:t>
            </a:r>
          </a:p>
          <a:p xmlns:a="http://schemas.openxmlformats.org/drawingml/2006/main">
            <a:r>
              <a:t>    PROTOS "${SIMCORE_VEHICLE_PROTO}"</a:t>
            </a:r>
          </a:p>
          <a:p xmlns:a="http://schemas.openxmlformats.org/drawingml/2006/main">
            <a:r>
              <a:t>    LANGUAGE cpp</a:t>
            </a:r>
          </a:p>
          <a:p xmlns:a="http://schemas.openxmlformats.org/drawingml/2006/main">
            <a:r>
              <a:t>    IMPORT_DIRS "${SIMCORE_PROTOCOL_DIR}"</a:t>
            </a:r>
          </a:p>
          <a:p xmlns:a="http://schemas.openxmlformats.org/drawingml/2006/main">
            <a:r>
              <a:t>    PROTOC_OUT_DIR ${CMAKE_CURRENT_BINARY_DIR}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cpp/host/CMakeLists.txt:39-45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cpp/host/CMakeLists.txt:19-45  protobuf_generate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cpp/host/CMakeLists.txt:19-45  protobuf_generate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uint64 sequence = 2;</a:t>
            </a:r>
          </a:p>
          <a:p xmlns:a="http://schemas.openxmlformats.org/drawingml/2006/main">
            <a:r>
              <a:t>    uint64 simulation_time_ns = 3;</a:t>
            </a:r>
          </a:p>
          <a:p xmlns:a="http://schemas.openxmlformats.org/drawingml/2006/main">
            <a:r>
              <a:t>    string source_id = 4;</a:t>
            </a:r>
          </a:p>
          <a:p xmlns:a="http://schemas.openxmlformats.org/drawingml/2006/main">
            <a:r>
              <a:t>    string map_package_checksum = 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protocol/vehicle.proto:277-280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protocol/vehicle.proto:275-290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protocol/vehicle.proto:106-123  EntityState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cpp/host/CMakeLists.txt:19-45  protobuf_generate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protocol/vehicle.proto:106-123  EntityState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바이트 구조를 배웠으므로 목록·선택·부재처럼 스키마가 표현하는 의미를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바이트 구조를 배웠으므로 목록·선택·부재처럼 스키마가 표현하는 의미를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길이가 달라지는 정수를 배운 뒤 고정 32비트와 LEN을 비교합니다.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  <a:p xmlns:a="http://schemas.openxmlformats.org/drawingml/2006/main">
            <a:r>
              <a:t>unreal/DriveIntegration/Source/DriveIntegration/SimCoreProtocol.cpp:84-109  FReader::ReadFixed32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unreal/DriveIntegration/Source/DriveIntegration/SimCoreProtocol.cpp:84-109  FReader::ReadFixed32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bool ReadTag(uint32&amp; Field, uint8&amp; WireType)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uint64 Tag = 0;</a:t>
            </a:r>
          </a:p>
          <a:p xmlns:a="http://schemas.openxmlformats.org/drawingml/2006/main">
            <a:r>
              <a:t>			if (!ReadVarint(Tag) || Tag == 0) return false;</a:t>
            </a:r>
          </a:p>
          <a:p xmlns:a="http://schemas.openxmlformats.org/drawingml/2006/main">
            <a:r>
              <a:t>			const uint64 FieldValue = Tag &gt;&gt; 3;</a:t>
            </a:r>
          </a:p>
          <a:p xmlns:a="http://schemas.openxmlformats.org/drawingml/2006/main">
            <a:r>
              <a:t>			if (FieldValue == 0 || FieldValue &gt; 0x1fffffffULL) return false;</a:t>
            </a:r>
          </a:p>
          <a:p xmlns:a="http://schemas.openxmlformats.org/drawingml/2006/main">
            <a:r>
              <a:t>			Field = static_cast&lt;uint32&gt;(FieldValue);</a:t>
            </a:r>
          </a:p>
          <a:p xmlns:a="http://schemas.openxmlformats.org/drawingml/2006/main">
            <a:r>
              <a:t>			WireType = static_cast&lt;uint8&gt;(Tag &amp; 7);</a:t>
            </a:r>
          </a:p>
          <a:p xmlns:a="http://schemas.openxmlformats.org/drawingml/2006/main">
            <a:r>
              <a:t>			return true;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unreal/DriveIntegration/Source/DriveIntegration/SimCoreProtocol.cpp:73-82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WriteVarint(TArray&lt;uint8&gt;&amp; Out, uint64 Value)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while (Value &gt;= 0x80)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Out.Add(static_cast&lt;uint8&gt;(Value) | 0x80);</a:t>
            </a:r>
          </a:p>
          <a:p xmlns:a="http://schemas.openxmlformats.org/drawingml/2006/main">
            <a:r>
              <a:t>			Value &gt;&gt;= 7;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>		Out.Add(static_cast&lt;uint8&gt;(Value));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unreal/DriveIntegration/Source/DriveIntegration/SimCoreProtocol.cpp:9-17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bool ReadVarint(uint64&amp; Out)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Out = 0;</a:t>
            </a:r>
          </a:p>
          <a:p xmlns:a="http://schemas.openxmlformats.org/drawingml/2006/main">
            <a:r>
              <a:t>			for (uint32 Shift = 0; Shift &lt; 64 &amp;&amp; Offset &lt; Data.Num(); Shift += 7)</a:t>
            </a:r>
          </a:p>
          <a:p xmlns:a="http://schemas.openxmlformats.org/drawingml/2006/main">
            <a:r>
              <a:t>			{</a:t>
            </a:r>
          </a:p>
          <a:p xmlns:a="http://schemas.openxmlformats.org/drawingml/2006/main">
            <a:r>
              <a:t>				const uint8 Byte = Data[Offset++];</a:t>
            </a:r>
          </a:p>
          <a:p xmlns:a="http://schemas.openxmlformats.org/drawingml/2006/main">
            <a:r>
              <a:t>				if (Shift == 63 &amp;&amp; (Byte &amp; 0xfe) != 0)</a:t>
            </a:r>
          </a:p>
          <a:p xmlns:a="http://schemas.openxmlformats.org/drawingml/2006/main">
            <a:r>
              <a:t>				{</a:t>
            </a:r>
          </a:p>
          <a:p xmlns:a="http://schemas.openxmlformats.org/drawingml/2006/main">
            <a:r>
              <a:t>					return false;</a:t>
            </a:r>
          </a:p>
          <a:p xmlns:a="http://schemas.openxmlformats.org/drawingml/2006/main">
            <a:r>
              <a:t>				}</a:t>
            </a:r>
          </a:p>
          <a:p xmlns:a="http://schemas.openxmlformats.org/drawingml/2006/main">
            <a:r>
              <a:t>				Out |= static_cast&lt;uint64&gt;(Byte &amp; 0x7f) &lt;&lt; Shift;</a:t>
            </a:r>
          </a:p>
          <a:p xmlns:a="http://schemas.openxmlformats.org/drawingml/2006/main">
            <a:r>
              <a:t>				if ((Byte &amp; 0x80) == 0) 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unreal/DriveIntegration/Source/DriveIntegration/SimCoreProtocol.cpp:57-68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중첩 구조를 이해했으므로 같은 번호가 반복되는 목록과 payload 선택의 의미를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unreal/DriveIntegration/Source/DriveIntegration/SimCoreProtocol.cpp:934-945  SerializeControlEnvelope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WriteFixed32(TArray&lt;uint8&gt;&amp; Out, float Value)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uint32 Bits = 0;</a:t>
            </a:r>
          </a:p>
          <a:p xmlns:a="http://schemas.openxmlformats.org/drawingml/2006/main">
            <a:r>
              <a:t>		static_assert(sizeof(Bits) == sizeof(Value));</a:t>
            </a:r>
          </a:p>
          <a:p xmlns:a="http://schemas.openxmlformats.org/drawingml/2006/main">
            <a:r>
              <a:t>		FMemory::Memcpy(&amp;Bits, &amp;Value, sizeof(Bits));</a:t>
            </a:r>
          </a:p>
          <a:p xmlns:a="http://schemas.openxmlformats.org/drawingml/2006/main">
            <a:r>
              <a:t>		for (int32 Index = 0; Index &lt; 4; ++Index)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Out.Add(static_cast&lt;uint8&gt;(Bits &gt;&gt; (Index * 8)));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unreal/DriveIntegration/Source/DriveIntegration/SimCoreProtocol.cpp:24-33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WriteBytes(TArray&lt;uint8&gt;&amp; Out, uint32 Field, TArrayView&lt;const uint8&gt; Bytes)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WriteTag(Out, Field, 2);</a:t>
            </a:r>
          </a:p>
          <a:p xmlns:a="http://schemas.openxmlformats.org/drawingml/2006/main">
            <a:r>
              <a:t>		WriteVarint(Out, Bytes.Num());</a:t>
            </a:r>
          </a:p>
          <a:p xmlns:a="http://schemas.openxmlformats.org/drawingml/2006/main">
            <a:r>
              <a:t>		Out.Append(Bytes.GetData(), Bytes.Num());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unreal/DriveIntegration/Source/DriveIntegration/SimCoreProtocol.cpp:35-40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unreal/DriveIntegration/Source/DriveIntegration/SimCoreProtocol.cpp:35-40  WriteBytes</a:t>
            </a:r>
          </a:p>
          <a:p xmlns:a="http://schemas.openxmlformats.org/drawingml/2006/main">
            <a:r>
              <a:t>unreal/DriveIntegration/Source/DriveIntegration/SimCoreProtocol.cpp:947-955  SerializeControlEnvelope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unreal/DriveIntegration/Source/DriveIntegration/SimCoreProtocol.cpp:35-40  WriteBytes</a:t>
            </a:r>
          </a:p>
          <a:p xmlns:a="http://schemas.openxmlformats.org/drawingml/2006/main">
            <a:r>
              <a:t>unreal/DriveIntegration/Source/DriveIntegration/SimCoreProtocol.cpp:947-955  SerializeControlEnvelope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bool ReadMessage(TArrayView&lt;const uint8&gt;&amp; Out)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uint64 Length = 0;</a:t>
            </a:r>
          </a:p>
          <a:p xmlns:a="http://schemas.openxmlformats.org/drawingml/2006/main">
            <a:r>
              <a:t>			if (!ReadVarint(Length) || Length &gt; static_cast&lt;uint64&gt;(Data.Num() - Offset)) return false;</a:t>
            </a:r>
          </a:p>
          <a:p xmlns:a="http://schemas.openxmlformats.org/drawingml/2006/main">
            <a:r>
              <a:t>			Out = Data.Slice(Offset, static_cast&lt;int32&gt;(Length));</a:t>
            </a:r>
          </a:p>
          <a:p xmlns:a="http://schemas.openxmlformats.org/drawingml/2006/main">
            <a:r>
              <a:t>			Offset += static_cast&lt;int32&gt;(Length);</a:t>
            </a:r>
          </a:p>
          <a:p xmlns:a="http://schemas.openxmlformats.org/drawingml/2006/main">
            <a:r>
              <a:t>			return true;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unreal/DriveIntegration/Source/DriveIntegration/SimCoreProtocol.cpp:102-109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  <a:p xmlns:a="http://schemas.openxmlformats.org/drawingml/2006/main">
            <a:r>
              <a:t>unreal/DriveIntegration/Source/DriveIntegration/SimCoreProtocol.cpp:35-40  WriteBytes</a:t>
            </a:r>
          </a:p>
          <a:p xmlns:a="http://schemas.openxmlformats.org/drawingml/2006/main">
            <a:r>
              <a:t>unreal/DriveIntegration/Source/DriveIntegration/SimCoreProtocol.cpp:947-955  SerializeControlEnvelope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unreal/DriveIntegration/Source/DriveIntegration/SimCoreProtocol.cpp:934-945  SerializeControlEnvelope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unreal/DriveIntegration/Source/DriveIntegration/SimCoreProtocol.cpp:934-945  SerializeControlEnvelope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유효한 값이라도 현재 세계와 제어권에 속해야 하므로 연결·Play·시간 검증으로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유효한 값이라도 현재 세계와 제어권에 속해야 하므로 연결·Play·시간 검증으로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여러 값의 구조를 알았으므로 다음에는 값이 없는 상태와 기본값, 호환성 문제를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protocol/vehicle.proto:52-64  WheelState::wheel_index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message WheelState {</a:t>
            </a:r>
          </a:p>
          <a:p xmlns:a="http://schemas.openxmlformats.org/drawingml/2006/main">
            <a:r>
              <a:t>    uint32 wheel_index = 1; // 0=front-left, 1=front-right, 2=rear-left, 3=rear-right</a:t>
            </a:r>
          </a:p>
          <a:p xmlns:a="http://schemas.openxmlformats.org/drawingml/2006/main">
            <a:r>
              <a:t>    bool in_contact = 2;</a:t>
            </a:r>
          </a:p>
          <a:p xmlns:a="http://schemas.openxmlformats.org/drawingml/2006/main">
            <a:r>
              <a:t>    float steering_angle = 3; // wheel-local radians, positive = left</a:t>
            </a:r>
          </a:p>
          <a:p xmlns:a="http://schemas.openxmlformats.org/drawingml/2006/main">
            <a:r>
              <a:t>    float angular_speed = 4; // rad/s, signed in the vehicle's forward direction</a:t>
            </a:r>
          </a:p>
          <a:p xmlns:a="http://schemas.openxmlformats.org/drawingml/2006/main">
            <a:r>
              <a:t>    float normal_load = 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protocol/vehicle.proto:52-57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protocol/vehicle.proto:52-57  WheelState</a:t>
            </a:r>
          </a:p>
          <a:p xmlns:a="http://schemas.openxmlformats.org/drawingml/2006/main">
            <a:r>
              <a:t>protocol/vehicle.proto:52-64  WheelState::wheel_index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protocol/vehicle.proto:52-64  WheelState::wheel_index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case 21: {</a:t>
            </a:r>
          </a:p>
          <a:p xmlns:a="http://schemas.openxmlformats.org/drawingml/2006/main">
            <a:r>
              <a:t>				if (State.Wheels.Num() &gt;= 32) return false;</a:t>
            </a:r>
          </a:p>
          <a:p xmlns:a="http://schemas.openxmlformats.org/drawingml/2006/main">
            <a:r>
              <a:t>				if (Wire != 2) return false; TArrayView&lt;const uint8&gt; WheelData;</a:t>
            </a:r>
          </a:p>
          <a:p xmlns:a="http://schemas.openxmlformats.org/drawingml/2006/main">
            <a:r>
              <a:t>				if (!Reader.ReadMessage(WheelData)) return false;</a:t>
            </a:r>
          </a:p>
          <a:p xmlns:a="http://schemas.openxmlformats.org/drawingml/2006/main">
            <a:r>
              <a:t>				FVehicleState::FWheelState Wheel;</a:t>
            </a:r>
          </a:p>
          <a:p xmlns:a="http://schemas.openxmlformats.org/drawingml/2006/main">
            <a:r>
              <a:t>				if (!ParseWheel(WheelData, Wheel)) return false;</a:t>
            </a:r>
          </a:p>
          <a:p xmlns:a="http://schemas.openxmlformats.org/drawingml/2006/main">
            <a:r>
              <a:t>				State.Wheels.Add(Wheel); break;</a:t>
            </a:r>
          </a:p>
          <a:p xmlns:a="http://schemas.openxmlformats.org/drawingml/2006/main">
            <a:r>
              <a:t>	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unreal/DriveIntegration/Source/DriveIntegration/SimCoreProtocol.cpp:542-549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oneof payload {</a:t>
            </a:r>
          </a:p>
          <a:p xmlns:a="http://schemas.openxmlformats.org/drawingml/2006/main">
            <a:r>
              <a:t>        Hello hello = 10;</a:t>
            </a:r>
          </a:p>
          <a:p xmlns:a="http://schemas.openxmlformats.org/drawingml/2006/main">
            <a:r>
              <a:t>        ControlCommand control_command = 11;</a:t>
            </a:r>
          </a:p>
          <a:p xmlns:a="http://schemas.openxmlformats.org/drawingml/2006/main">
            <a:r>
              <a:t>        WorldState world_state = 12;</a:t>
            </a:r>
          </a:p>
          <a:p xmlns:a="http://schemas.openxmlformats.org/drawingml/2006/main">
            <a:r>
              <a:t>        Health health = 13;</a:t>
            </a:r>
          </a:p>
          <a:p xmlns:a="http://schemas.openxmlformats.org/drawingml/2006/main">
            <a:r>
              <a:t>        SimulationReset simulation_reset = 14;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protocol/vehicle.proto:284-290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protocol/vehicle.proto:52-64  WheelState::wheel_index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protocol/vehicle.proto:52-64  WheelState::wheel_index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유효한 값이라도 현재 지도와 조종 연결에 속해야 하므로 Hello와 세션 검사를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protocol/vehicle.proto:5-9  VehicleGear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float brake = 3;         // 0 ~ 1</a:t>
            </a:r>
          </a:p>
          <a:p xmlns:a="http://schemas.openxmlformats.org/drawingml/2006/main">
            <a:r>
              <a:t>    float steering = 4;      // -1(right) ~ 1(left), canonical FLU contract</a:t>
            </a:r>
          </a:p>
          <a:p xmlns:a="http://schemas.openxmlformats.org/drawingml/2006/main">
            <a:r>
              <a:t>    bool handbrake = 5;</a:t>
            </a:r>
          </a:p>
          <a:p xmlns:a="http://schemas.openxmlformats.org/drawingml/2006/main">
            <a:r>
              <a:t>    optional VehicleGear gear = 6;</a:t>
            </a:r>
          </a:p>
          <a:p xmlns:a="http://schemas.openxmlformats.org/drawingml/2006/main">
            <a:r>
              <a:t>    bool estop = 7;</a:t>
            </a:r>
          </a:p>
          <a:p xmlns:a="http://schemas.openxmlformats.org/drawingml/2006/main">
            <a:r>
              <a:t>    uint64 client_time_ns = 8;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protocol/vehicle.proto:237-242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protocol/vehicle.proto:5-9  VehicleGear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input.throttle = command.throttle();</a:t>
            </a:r>
          </a:p>
          <a:p xmlns:a="http://schemas.openxmlformats.org/drawingml/2006/main">
            <a:r>
              <a:t>        input.brake = command.brake();</a:t>
            </a:r>
          </a:p>
          <a:p xmlns:a="http://schemas.openxmlformats.org/drawingml/2006/main">
            <a:r>
              <a:t>        input.steering = command.steering();</a:t>
            </a:r>
          </a:p>
          <a:p xmlns:a="http://schemas.openxmlformats.org/drawingml/2006/main">
            <a:r>
              <a:t>        input.handbrake = command.handbrake();</a:t>
            </a:r>
          </a:p>
          <a:p xmlns:a="http://schemas.openxmlformats.org/drawingml/2006/main">
            <a:r>
              <a:t>        if (command.has_gear()) {</a:t>
            </a:r>
          </a:p>
          <a:p xmlns:a="http://schemas.openxmlformats.org/drawingml/2006/main">
            <a:r>
              <a:t>            input.gear = to_host_gear(command.gear());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return ParsedClientMessage{std::move(parsed)};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cpp/host/src/protocol/vehicle_message_decoder.cpp:75-83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protocol/vehicle.proto:251-262  Health</a:t>
            </a:r>
          </a:p>
          <a:p xmlns:a="http://schemas.openxmlformats.org/drawingml/2006/main">
            <a:r>
              <a:t>cpp/host/src/protocol/vehicle_messages.cpp:160-164  fill_health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protocol/vehicle.proto:123-151  EntityState</a:t>
            </a:r>
          </a:p>
          <a:p xmlns:a="http://schemas.openxmlformats.org/drawingml/2006/main">
            <a:r>
              <a:t>cpp/host/src/simulation_host_session.cpp:248-259  SimulationHost::handle_hello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switch (WireType)</a:t>
            </a:r>
          </a:p>
          <a:p xmlns:a="http://schemas.openxmlformats.org/drawingml/2006/main">
            <a:r>
              <a:t>			{</a:t>
            </a:r>
          </a:p>
          <a:p xmlns:a="http://schemas.openxmlformats.org/drawingml/2006/main">
            <a:r>
              <a:t>			case 0: { uint64 Ignored; return ReadVarint(Ignored); }</a:t>
            </a:r>
          </a:p>
          <a:p xmlns:a="http://schemas.openxmlformats.org/drawingml/2006/main">
            <a:r>
              <a:t>			case 1: if (Offset + 8 &gt; Data.Num()) return false; Offset += 8; return true;</a:t>
            </a:r>
          </a:p>
          <a:p xmlns:a="http://schemas.openxmlformats.org/drawingml/2006/main">
            <a:r>
              <a:t>			case 2: { TArrayView&lt;const uint8&gt; Ignored; return ReadMessage(Ignored); }</a:t>
            </a:r>
          </a:p>
          <a:p xmlns:a="http://schemas.openxmlformats.org/drawingml/2006/main">
            <a:r>
              <a:t>			case 5: if (Offset + 4 &gt; Data.Num()) return false; Offset += 4; return true;</a:t>
            </a:r>
          </a:p>
          <a:p xmlns:a="http://schemas.openxmlformats.org/drawingml/2006/main">
            <a:r>
              <a:t>			default: return false;</a:t>
            </a:r>
          </a:p>
          <a:p xmlns:a="http://schemas.openxmlformats.org/drawingml/2006/main">
            <a:r>
              <a:t>			}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unreal/DriveIntegration/Source/DriveIntegration/SimCoreProtocol.cpp:130-138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simcore::Envelope envelope;</a:t>
            </a:r>
          </a:p>
          <a:p xmlns:a="http://schemas.openxmlformats.org/drawingml/2006/main">
            <a:r>
              <a:t>    if (!envelope.ParseFromArray(data.data(), static_cast&lt;int&gt;(data.size()))) {</a:t>
            </a:r>
          </a:p>
          <a:p xmlns:a="http://schemas.openxmlformats.org/drawingml/2006/main">
            <a:r>
              <a:t>        set_error(error, "failed to parse protobuf Envelope");</a:t>
            </a:r>
          </a:p>
          <a:p xmlns:a="http://schemas.openxmlformats.org/drawingml/2006/main">
            <a:r>
              <a:t>        return std::nullopt;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cpp/host/src/protocol/vehicle_message_decoder.cpp:39-43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protocol/vehicle.proto:5-9  VehicleGear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  <a:p xmlns:a="http://schemas.openxmlformats.org/drawingml/2006/main">
            <a:r>
              <a:t>protocol/vehicle.proto:251-262  Health</a:t>
            </a:r>
          </a:p>
          <a:p xmlns:a="http://schemas.openxmlformats.org/drawingml/2006/main">
            <a:r>
              <a:t>cpp/host/src/protocol/vehicle_messages.cpp:160-164  fill_health</a:t>
            </a:r>
          </a:p>
          <a:p xmlns:a="http://schemas.openxmlformats.org/drawingml/2006/main">
            <a:r>
              <a:t>protocol/vehicle.proto:123-151  EntityState</a:t>
            </a:r>
          </a:p>
          <a:p xmlns:a="http://schemas.openxmlformats.org/drawingml/2006/main">
            <a:r>
              <a:t>cpp/host/src/simulation_host_session.cpp:248-259  SimulationHost::handle_hello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  <a:p xmlns:a="http://schemas.openxmlformats.org/drawingml/2006/main">
            <a:r>
              <a:t>protocol/vehicle.proto:251-262  Health</a:t>
            </a:r>
          </a:p>
          <a:p xmlns:a="http://schemas.openxmlformats.org/drawingml/2006/main">
            <a:r>
              <a:t>cpp/host/src/protocol/vehicle_messages.cpp:160-164  fill_health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  <a:p xmlns:a="http://schemas.openxmlformats.org/drawingml/2006/main">
            <a:r>
              <a:t>protocol/vehicle.proto:123-151  EntityState</a:t>
            </a:r>
          </a:p>
          <a:p xmlns:a="http://schemas.openxmlformats.org/drawingml/2006/main">
            <a:r>
              <a:t>cpp/host/src/simulation_host_session.cpp:248-259  SimulationHost::handle_hello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권에서는 여기서 배운 계약을 전제로 Unreal 표시와 서버 시뮬레이션의 세부 동작을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권에서는 여기서 배운 계약을 전제로 Unreal 표시와 서버 시뮬레이션의 세부 동작을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주체의 순서 있는 명령도 너무 늦으면 위험하므로 마지막 수락 시각과 ControlLease를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constexpr std::string_view required_capabilities[] = {</a:t>
            </a:r>
          </a:p>
          <a:p xmlns:a="http://schemas.openxmlformats.org/drawingml/2006/main">
            <a:r>
              <a:t>        "world-state.v2",</a:t>
            </a:r>
          </a:p>
          <a:p xmlns:a="http://schemas.openxmlformats.org/drawingml/2006/main">
            <a:r>
              <a:t>        "control.v2",</a:t>
            </a:r>
          </a:p>
          <a:p xmlns:a="http://schemas.openxmlformats.org/drawingml/2006/main">
            <a:r>
              <a:t>        "simulation-reset.v1",</a:t>
            </a:r>
          </a:p>
          <a:p xmlns:a="http://schemas.openxmlformats.org/drawingml/2006/main">
            <a:r>
              <a:t>        "map-package-checksum.v1",</a:t>
            </a:r>
          </a:p>
          <a:p xmlns:a="http://schemas.openxmlformats.org/drawingml/2006/main">
            <a:r>
              <a:t>    };</a:t>
            </a:r>
          </a:p>
          <a:p xmlns:a="http://schemas.openxmlformats.org/drawingml/2006/main">
            <a:r>
              <a:t>    for (const auto required : required_capabilities) {</a:t>
            </a:r>
          </a:p>
          <a:p xmlns:a="http://schemas.openxmlformats.org/drawingml/2006/main">
            <a:r>
              <a:t>        if (!has_capability(hello.capabilities, required)) {</a:t>
            </a:r>
          </a:p>
          <a:p xmlns:a="http://schemas.openxmlformats.org/drawingml/2006/main">
            <a:r>
              <a:t>            std::cerr &lt;&lt; "[Hello] rejected missing capability=" &lt;&lt; required &lt;&lt; "\n";</a:t>
            </a:r>
          </a:p>
          <a:p xmlns:a="http://schemas.openxmlformats.org/drawingml/2006/main">
            <a:r>
              <a:t>            return ClientMessageResult::Rejected;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cpp/host/src/simulation_host_session.cpp:248-257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cpp/host/src/simulation_host_session.cpp:455-475  SimulationHost::handle_simulation_reset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cpp/host/src/simulation_host_session.cpp:455-475  SimulationHost::handle_simulation_reset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auto reconnect = control_lease_.reset_for_reconnect(</a:t>
            </a:r>
          </a:p>
          <a:p xmlns:a="http://schemas.openxmlformats.org/drawingml/2006/main">
            <a:r>
              <a:t>            reset.source_id, reset.session_id);</a:t>
            </a:r>
          </a:p>
          <a:p xmlns:a="http://schemas.openxmlformats.org/drawingml/2006/main">
            <a:r>
              <a:t>        if (reconnect == ControlLeaseResetDecision::RetiredSession) {</a:t>
            </a:r>
          </a:p>
          <a:p xmlns:a="http://schemas.openxmlformats.org/drawingml/2006/main">
            <a:r>
              <a:t>            std::cerr &lt;&lt; "[Lifecycle] reset from retired connection rejected source="</a:t>
            </a:r>
          </a:p>
          <a:p xmlns:a="http://schemas.openxmlformats.org/drawingml/2006/main">
            <a:r>
              <a:t>                      &lt;&lt; reset.source_id &lt;&lt; " session=" &lt;&lt; reset.session_id &lt;&lt; "\n";</a:t>
            </a:r>
          </a:p>
          <a:p xmlns:a="http://schemas.openxmlformats.org/drawingml/2006/main">
            <a:r>
              <a:t>            return ClientMessageResult::Rejected;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if (reconnect == ControlLeaseResetDecision::Ready) {</a:t>
            </a:r>
          </a:p>
          <a:p xmlns:a="http://schemas.openxmlformats.org/drawingml/2006/main">
            <a:r>
              <a:t>            last_logged_input_ = make_safe_stop_input();</a:t>
            </a:r>
          </a:p>
          <a:p xmlns:a="http://schemas.openxmlformats.org/drawingml/2006/main">
            <a:r>
              <a:t>            apply_vehicle_input(last_logged_input_);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cpp/host/src/simulation_host_session.cpp:509-518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cpp/host/src/simulation_host_session.cpp:509-518  SimulationHost::handle_simulation_reset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cpp/host/src/simulation_host_session.cpp:509-535  SimulationHost::handle_simulation_reset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reset_player_vehicle(requested_class);</a:t>
            </a:r>
          </a:p>
          <a:p xmlns:a="http://schemas.openxmlformats.org/drawingml/2006/main">
            <a:r>
              <a:t>    if (config_.physics_replay) {</a:t>
            </a:r>
          </a:p>
          <a:p xmlns:a="http://schemas.openxmlformats.org/drawingml/2006/main">
            <a:r>
              <a:t>        config_.physics_replay-&gt;event(</a:t>
            </a:r>
          </a:p>
          <a:p xmlns:a="http://schemas.openxmlformats.org/drawingml/2006/main">
            <a:r>
              <a:t>            simcore_host::PhysicsReplayEvent::Reset, requested_class);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runtime_entities_ = initial_runtime_entities_;</a:t>
            </a:r>
          </a:p>
          <a:p xmlns:a="http://schemas.openxmlformats.org/drawingml/2006/main">
            <a:r>
              <a:t>    structure_damage_.reset();</a:t>
            </a:r>
          </a:p>
          <a:p xmlns:a="http://schemas.openxmlformats.org/drawingml/2006/main">
            <a:r>
              <a:t>    rebuild_lane_npc();</a:t>
            </a:r>
          </a:p>
          <a:p xmlns:a="http://schemas.openxmlformats.org/drawingml/2006/main">
            <a:r>
              <a:t>    rebuild_pedestrians();</a:t>
            </a:r>
          </a:p>
          <a:p xmlns:a="http://schemas.openxmlformats.org/drawingml/2006/main">
            <a:r>
              <a:t>    last_logged_input_ = make_safe_stop_input();</a:t>
            </a:r>
          </a:p>
          <a:p xmlns:a="http://schemas.openxmlformats.org/drawingml/2006/main">
            <a:r>
              <a:t>    apply_vehicle_input(last_logged_input_);</a:t>
            </a:r>
          </a:p>
          <a:p xmlns:a="http://schemas.openxmlformats.org/drawingml/2006/main">
            <a:r>
              <a:t>    simulation_clock_.reset_elapsed();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cpp/host/src/simulation_host_session.cpp:551-562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cpp/host/src/simulation_host_session.cpp:551-562  SimulationHost::handle_simulation_reset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std::uint64_t previous_client_time_ns = same_session ? last_client_time_ns_ : 0;</a:t>
            </a:r>
          </a:p>
          <a:p xmlns:a="http://schemas.openxmlformats.org/drawingml/2006/main">
            <a:r>
              <a:t>        const Clock::time_point previous_receive_time = same_session</a:t>
            </a:r>
          </a:p>
          <a:p xmlns:a="http://schemas.openxmlformats.org/drawingml/2006/main">
            <a:r>
              <a:t>            ? last_receive_time_</a:t>
            </a:r>
          </a:p>
          <a:p xmlns:a="http://schemas.openxmlformats.org/drawingml/2006/main">
            <a:r>
              <a:t>            : Clock::time_point::min();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if (command.sequence &lt;= previous_sequence) {</a:t>
            </a:r>
          </a:p>
          <a:p xmlns:a="http://schemas.openxmlformats.org/drawingml/2006/main">
            <a:r>
              <a:t>            return ControlLeaseDecision::StaleSequence;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cpp/host/src/control/control_lease.hpp:109-116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cpp/host/src/control/control_lease.hpp:109-116  ControlLease::accept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 수락 조건을 모두 배웠으므로 마지막 단원에서 송신부터 화면 반영까지 한 명령을 전체 경로로 추적합니다.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const auto server_elapsed = received_at - previous_receive_time;</a:t>
            </a:r>
          </a:p>
          <a:p xmlns:a="http://schemas.openxmlformats.org/drawingml/2006/main">
            <a:r>
              <a:t>            const auto client_elapsed = std::chrono::nanoseconds(</a:t>
            </a:r>
          </a:p>
          <a:p xmlns:a="http://schemas.openxmlformats.org/drawingml/2006/main">
            <a:r>
              <a:t>                command.client_time_ns - previous_client_time_ns);</a:t>
            </a:r>
          </a:p>
          <a:p xmlns:a="http://schemas.openxmlformats.org/drawingml/2006/main">
            <a:r>
              <a:t>            const auto estimated_queue_age = server_elapsed &gt; client_elapsed</a:t>
            </a:r>
          </a:p>
          <a:p xmlns:a="http://schemas.openxmlformats.org/drawingml/2006/main">
            <a:r>
              <a:t>                ? std::chrono::duration_cast&lt;std::chrono::nanoseconds&gt;(</a:t>
            </a:r>
          </a:p>
          <a:p xmlns:a="http://schemas.openxmlformats.org/drawingml/2006/main">
            <a:r>
              <a:t>                      server_elapsed - client_elapsed)</a:t>
            </a:r>
          </a:p>
          <a:p xmlns:a="http://schemas.openxmlformats.org/drawingml/2006/main">
            <a:r>
              <a:t>                : std::chrono::nanoseconds::zero();</a:t>
            </a:r>
          </a:p>
          <a:p xmlns:a="http://schemas.openxmlformats.org/drawingml/2006/main">
            <a:r>
              <a:t>            if (estimated_queue_age &gt; max_queue_age_) {</a:t>
            </a:r>
          </a:p>
          <a:p xmlns:a="http://schemas.openxmlformats.org/drawingml/2006/main">
            <a:r>
              <a:t>                return ControlLeaseDecision::ExcessiveQueueAge;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cpp/host/src/control/control_lease.hpp:123-132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(safe_stop_active_ || last_receive_time_ == Clock::time_point::min())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if (now - last_receive_time_ &lt;= 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cpp/host/src/control/control_lease.hpp:155-165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cpp/host/src/control/control_lease.hpp:155-165  ControlLease::update_timeout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cpp/host/src/control/control_lease.hpp:155-165  ControlLease::update_timeout</a:t>
            </a:r>
          </a:p>
          <a:p xmlns:a="http://schemas.openxmlformats.org/drawingml/2006/main">
            <a:r>
              <a:t>cpp/host/src/simulation_host.cpp:315-321  SimulationHost::make_safe_stop_input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VehicleInput SimulationHost::make_safe_stop_input()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VehicleInput input;</a:t>
            </a:r>
          </a:p>
          <a:p xmlns:a="http://schemas.openxmlformats.org/drawingml/2006/main">
            <a:r>
              <a:t>    input.brake = 1.f;</a:t>
            </a:r>
          </a:p>
          <a:p xmlns:a="http://schemas.openxmlformats.org/drawingml/2006/main">
            <a:r>
              <a:t>    input.handbrake = true;</a:t>
            </a:r>
          </a:p>
          <a:p xmlns:a="http://schemas.openxmlformats.org/drawingml/2006/main">
            <a:r>
              <a:t>    return input;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cpp/host/src/simulation_host.cpp:315-321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cpp/host/src/simulation_host.cpp:315-321  SimulationHost::make_safe_stop_input</a:t>
            </a:r>
          </a:p>
          <a:p xmlns:a="http://schemas.openxmlformats.org/drawingml/2006/main">
            <a:r>
              <a:t>cpp/host/src/simulation_host.cpp:635-648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update_hard_timeout(Clock::time_point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(last_receive_time_ == Clock::time_point::min()</a:t>
            </a:r>
          </a:p>
          <a:p xmlns:a="http://schemas.openxmlformats.org/drawingml/2006/main">
            <a:r>
              <a:t>            || active_key_.empty()</a:t>
            </a:r>
          </a:p>
          <a:p xmlns:a="http://schemas.openxmlformats.org/drawingml/2006/main">
            <a:r>
              <a:t>            || now - last_receive_time_ &lt;= hard_timeout_)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retired_sessions_.insert(active_key_);</a:t>
            </a:r>
          </a:p>
          <a:p xmlns:a="http://schemas.openxmlformats.org/drawingml/2006/main">
            <a:r>
              <a:t>        active_key_.clear();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cpp/host/src/control/control_lease.hpp:170-180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cpp/host/src/control/control_lease.hpp:170-180  ControlLease::update_hard_timeout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cpp/host/src/control/control_lease.hpp:170-180  ControlLease::update_hard_timeout</a:t>
            </a:r>
          </a:p>
          <a:p xmlns:a="http://schemas.openxmlformats.org/drawingml/2006/main">
            <a:r>
              <a:t>cpp/host/src/simulation_host.cpp:649-663  SimulationHost::run_tick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cpp/host/src/control/control_lease.hpp:155-180  ControlLease::update_timeout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highest_sequence_ = command.sequence;</a:t>
            </a:r>
          </a:p>
          <a:p xmlns:a="http://schemas.openxmlformats.org/drawingml/2006/main">
            <a:r>
              <a:t>        last_client_time_ns_ = command.client_time_ns;</a:t>
            </a:r>
          </a:p>
          <a:p xmlns:a="http://schemas.openxmlformats.org/drawingml/2006/main">
            <a:r>
              <a:t>        last_receive_time_ = received_at;</a:t>
            </a:r>
          </a:p>
          <a:p xmlns:a="http://schemas.openxmlformats.org/drawingml/2006/main">
            <a:r>
              <a:t>        safe_stop_active_ = false;</a:t>
            </a:r>
          </a:p>
          <a:p xmlns:a="http://schemas.openxmlformats.org/drawingml/2006/main">
            <a:r>
              <a:t>        return ControlLeaseDecision::Accepted;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cpp/host/src/control/control_lease.hpp:145-149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cpp/host/src/control/control_lease.hpp:145-149  ControlLease::accept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복습할 때는 왕복을 먼저 설명한 뒤 막힌 함수만 찾아 읽습니다. 다음 권은 이 계약 위에서 클라이언트와 시뮬레이션의 실제 동작을 확장해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  <a:p xmlns:a="http://schemas.openxmlformats.org/drawingml/2006/main">
            <a:r>
              <a:t>unreal/DriveIntegration/Source/DriveIntegration/SimCoreClientComponent.cpp:749-765  USimCoreClientComponent::SendControl</a:t>
            </a:r>
          </a:p>
          <a:p xmlns:a="http://schemas.openxmlformats.org/drawingml/2006/main">
            <a:r>
              <a:t>cpp/host/src/websocket/ws_server.cpp:155-172  WsSession::do_read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TArray&lt;uint8&gt; Message = SimCoreProtocol::SerializeControlEnvelope(</a:t>
            </a:r>
          </a:p>
          <a:p xmlns:a="http://schemas.openxmlformats.org/drawingml/2006/main">
            <a:r>
              <a:t>		PendingControl,</a:t>
            </a:r>
          </a:p>
          <a:p xmlns:a="http://schemas.openxmlformats.org/drawingml/2006/main">
            <a:r>
              <a:t>		OutgoingSequence++,</a:t>
            </a:r>
          </a:p>
          <a:p xmlns:a="http://schemas.openxmlformats.org/drawingml/2006/main">
            <a:r>
              <a:t>		SourceId,</a:t>
            </a:r>
          </a:p>
          <a:p xmlns:a="http://schemas.openxmlformats.org/drawingml/2006/main">
            <a:r>
              <a:t>		SessionId,</a:t>
            </a:r>
          </a:p>
          <a:p xmlns:a="http://schemas.openxmlformats.org/drawingml/2006/main">
            <a:r>
              <a:t>		MapPackageChecksum);</a:t>
            </a:r>
          </a:p>
          <a:p xmlns:a="http://schemas.openxmlformats.org/drawingml/2006/main">
            <a:r>
              <a:t>	Socket-&gt;Send(Message.GetData(), Message.Num(), true);</a:t>
            </a:r>
          </a:p>
          <a:p xmlns:a="http://schemas.openxmlformats.org/drawingml/2006/main">
            <a:r>
              <a:t>	LastSentControl = PendingControl;</a:t>
            </a:r>
          </a:p>
          <a:p xmlns:a="http://schemas.openxmlformats.org/drawingml/2006/main">
            <a:r>
              <a:t>	bHasSentControl = true;</a:t>
            </a:r>
          </a:p>
          <a:p xmlns:a="http://schemas.openxmlformats.org/drawingml/2006/main">
            <a:r>
              <a:t>	bControlDirty = false;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unreal/DriveIntegration/Source/DriveIntegration/SimCoreClientComponent.cpp:754-763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  <a:p xmlns:a="http://schemas.openxmlformats.org/drawingml/2006/main">
            <a:r>
              <a:t>unreal/DriveIntegration/Source/DriveIntegration/SimCoreClientComponent.cpp:749-765  USimCoreClientComponent::SendControl</a:t>
            </a:r>
          </a:p>
          <a:p xmlns:a="http://schemas.openxmlformats.org/drawingml/2006/main">
            <a:r>
              <a:t>cpp/host/src/websocket/ws_server.cpp:155-172  WsSession::do_read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  <a:p xmlns:a="http://schemas.openxmlformats.org/drawingml/2006/main">
            <a:r>
              <a:t>unreal/DriveIntegration/Source/DriveIntegration/SimCoreClientComponent.cpp:749-765  USimCoreClientComponent::SendControl</a:t>
            </a:r>
          </a:p>
          <a:p xmlns:a="http://schemas.openxmlformats.org/drawingml/2006/main">
            <a:r>
              <a:t>cpp/host/src/websocket/ws_server.cpp:155-172  WsSession::do_read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bool was_safe_stopped = control_lease_.safe_stop_active();</a:t>
            </a:r>
          </a:p>
          <a:p xmlns:a="http://schemas.openxmlformats.org/drawingml/2006/main">
            <a:r>
              <a:t>    const auto decision = control_lease_.accept(</a:t>
            </a:r>
          </a:p>
          <a:p xmlns:a="http://schemas.openxmlformats.org/drawingml/2006/main">
            <a:r>
              <a:t>        {command.source_id, command.session_id, command.sequence,</a:t>
            </a:r>
          </a:p>
          <a:p xmlns:a="http://schemas.openxmlformats.org/drawingml/2006/main">
            <a:r>
              <a:t>         command.client_time_ns},</a:t>
            </a:r>
          </a:p>
          <a:p xmlns:a="http://schemas.openxmlformats.org/drawingml/2006/main">
            <a:r>
              <a:t>        received_at);</a:t>
            </a:r>
          </a:p>
          <a:p xmlns:a="http://schemas.openxmlformats.org/drawingml/2006/main">
            <a:r>
              <a:t>    if (decision != ControlLeaseDecision::Accepted) {</a:t>
            </a:r>
          </a:p>
          <a:p xmlns:a="http://schemas.openxmlformats.org/drawingml/2006/main">
            <a:r>
              <a:t>        std::cerr &lt;&lt; "[Input] rejected source=" &lt;&lt; command.source_id</a:t>
            </a:r>
          </a:p>
          <a:p xmlns:a="http://schemas.openxmlformats.org/drawingml/2006/main">
            <a:r>
              <a:t>                  &lt;&lt; " session=" &lt;&lt; command.session_id</a:t>
            </a:r>
          </a:p>
          <a:p xmlns:a="http://schemas.openxmlformats.org/drawingml/2006/main">
            <a:r>
              <a:t>                  &lt;&lt; " sequence=" &lt;&lt; command.sequence &lt;&lt; ": "</a:t>
            </a:r>
          </a:p>
          <a:p xmlns:a="http://schemas.openxmlformats.org/drawingml/2006/main">
            <a:r>
              <a:t>                  &lt;&lt; control_lease_decision_message(decision) &lt;&lt; "\n";</a:t>
            </a:r>
          </a:p>
          <a:p xmlns:a="http://schemas.openxmlformats.org/drawingml/2006/main">
            <a:r>
              <a:t>        return ClientMessageResult::Rejected;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cpp/host/src/simulation_host_session.cpp:375-385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simcore::Envelope envelope;</a:t>
            </a:r>
          </a:p>
          <a:p xmlns:a="http://schemas.openxmlformats.org/drawingml/2006/main">
            <a:r>
              <a:t>    fill_envelope(envelope, metadata);</a:t>
            </a:r>
          </a:p>
          <a:p xmlns:a="http://schemas.openxmlformats.org/drawingml/2006/main">
            <a:r>
              <a:t>    auto* world_state = envelope.mutable_world_state();</a:t>
            </a:r>
          </a:p>
          <a:p xmlns:a="http://schemas.openxmlformats.org/drawingml/2006/main">
            <a:r>
              <a:t>    fill_entity_state(*world_state-&gt;add_entities(), state, ego_vehicle_class);</a:t>
            </a:r>
          </a:p>
          <a:p xmlns:a="http://schemas.openxmlformats.org/drawingml/2006/main">
            <a:r>
              <a:t>    if (health) {</a:t>
            </a:r>
          </a:p>
          <a:p xmlns:a="http://schemas.openxmlformats.org/drawingml/2006/main">
            <a:r>
              <a:t>        fill_health(*world_state-&gt;mutable_health(), *health);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cpp/host/src/protocol/vehicle_messages.cpp:443-449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LastStateArrivalTimeSeconds = ArrivalTimeSeconds;</a:t>
            </a:r>
          </a:p>
          <a:p xmlns:a="http://schemas.openxmlformats.org/drawingml/2006/main">
            <a:r>
              <a:t>	PerformanceCapture.ObserveAcceptedState(ArrivalTimeSeconds, Parsed.Sequence);</a:t>
            </a:r>
          </a:p>
          <a:p xmlns:a="http://schemas.openxmlformats.org/drawingml/2006/main">
            <a:r>
              <a:t>	++ReceivedStateCount;</a:t>
            </a:r>
          </a:p>
          <a:p xmlns:a="http://schemas.openxmlformats.org/drawingml/2006/main">
            <a:r>
              <a:t>	LatestState = MoveTemp(Parsed);</a:t>
            </a:r>
          </a:p>
          <a:p xmlns:a="http://schemas.openxmlformats.org/drawingml/2006/main">
            <a:r>
              <a:t>	LatestStateReceiveTimeSeconds = ArrivalTimeSeconds;</a:t>
            </a:r>
          </a:p>
          <a:p xmlns:a="http://schemas.openxmlformats.org/drawingml/2006/main">
            <a:r>
              <a:t>	bHasState = true;</a:t>
            </a:r>
          </a:p>
          <a:p xmlns:a="http://schemas.openxmlformats.org/drawingml/2006/main">
            <a:r>
              <a:t>	bTrafficSnapshotAccepted = true;</a:t>
            </a:r>
          </a:p>
          <a:p xmlns:a="http://schemas.openxmlformats.org/drawingml/2006/main">
            <a:r>
              <a:t>	SyncRuntimeProxyActors(ParsedEntities, ArrivalTimeSeconds);</a:t>
            </a:r>
          </a:p>
          <a:p xmlns:a="http://schemas.openxmlformats.org/drawingml/2006/main">
            <a:r>
              <a:t>	TickTrafficSignals();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unreal/DriveIntegration/Source/DriveIntegration/SimCoreClientComponent.cpp:1099-1107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cpp/host/src/simulation_host_session.cpp:509-535  SimulationHost::handle_simulation_reset</a:t>
            </a:r>
          </a:p>
          <a:p xmlns:a="http://schemas.openxmlformats.org/drawingml/2006/main">
            <a:r>
              <a:t>docs/study/lessons/D01-one-day-project-guide.md:673-702  5-3. 안전 정지와 강제 재접속은 다릅니다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cpp/host/src/simulation_host_session.cpp:509-535  SimulationHost::handle_simulation_reset</a:t>
            </a:r>
          </a:p>
          <a:p xmlns:a="http://schemas.openxmlformats.org/drawingml/2006/main">
            <a:r>
              <a:t>docs/study/lessons/D01-one-day-project-guide.md:673-702  5-3. 안전 정지와 강제 재접속은 다릅니다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simcore::Envelope envelope;</a:t>
            </a:r>
          </a:p>
          <a:p xmlns:a="http://schemas.openxmlformats.org/drawingml/2006/main">
            <a:r>
              <a:t>    envelope.set_schema_version(simcore_host::kProtocolSchemaVersion);</a:t>
            </a:r>
          </a:p>
          <a:p xmlns:a="http://schemas.openxmlformats.org/drawingml/2006/main">
            <a:r>
              <a:t>    envelope.mutable_control_command()-&gt;set_throttle(0.5f);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std::string error;</a:t>
            </a:r>
          </a:p>
          <a:p xmlns:a="http://schemas.openxmlformats.org/drawingml/2006/main">
            <a:r>
              <a:t>    const auto input = simcore_host::parse_control_command_envelope(</a:t>
            </a:r>
          </a:p>
          <a:p xmlns:a="http://schemas.openxmlformats.org/drawingml/2006/main">
            <a:r>
              <a:t>        envelope.SerializeAsString(), &amp;error);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require(input.has_value(), "ControlCommand must parse: " + error);</a:t>
            </a:r>
          </a:p>
          <a:p xmlns:a="http://schemas.openxmlformats.org/drawingml/2006/main">
            <a:r>
              <a:t>    require(input-&gt;input.gear == VehicleGear::Drive,</a:t>
            </a:r>
          </a:p>
          <a:p xmlns:a="http://schemas.openxmlformats.org/drawingml/2006/main">
            <a:r>
              <a:t>            "missing gear must keep VehicleInput default Drive");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cpp/host/tests/vehicle_protocol_test.cpp:954-965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unreal/DriveIntegration/Source/DriveIntegration/SimCoreProtocol.cpp:934-955  SerializeControlEnvelope</a:t>
            </a:r>
          </a:p>
          <a:p xmlns:a="http://schemas.openxmlformats.org/drawingml/2006/main">
            <a:r>
              <a:t>cpp/host/src/protocol/vehicle_message_decoder.cpp:30-83  parse_client_message_envelope</a:t>
            </a:r>
          </a:p>
          <a:p xmlns:a="http://schemas.openxmlformats.org/drawingml/2006/main">
            <a:r>
              <a:t>cpp/host/src/control/control_lease.hpp:75-149  ControlLease::accept</a:t>
            </a:r>
          </a:p>
          <a:p xmlns:a="http://schemas.openxmlformats.org/drawingml/2006/main">
            <a:r>
              <a:t>cpp/host/src/simulation_host_session.cpp:496-569  SimulationHost::handle_simulation_reset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fe0ac14e44b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b6f45acdb47ec" /><Relationship Type="http://schemas.openxmlformats.org/officeDocument/2006/relationships/slideLayout" Target="/ppt/slideLayouts/slideLayout1.xml" Id="Rc865d5d036f947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65d5d036f947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99d45d0734255" /><Relationship Type="http://schemas.openxmlformats.org/officeDocument/2006/relationships/notesSlide" Target="/ppt/notesSlides/notesSlide1.xml" Id="Rbf46d159b2e245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e9a17f7d64c39" /><Relationship Type="http://schemas.openxmlformats.org/officeDocument/2006/relationships/notesSlide" Target="/ppt/notesSlides/notesSlide2.xml" Id="Rc026acf192cf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1c5a85cf04f80" /><Relationship Type="http://schemas.openxmlformats.org/officeDocument/2006/relationships/notesSlide" Target="/ppt/notesSlides/notesSlide3.xml" Id="R841939551a8743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d2a4ab4da43e9" /><Relationship Type="http://schemas.openxmlformats.org/officeDocument/2006/relationships/notesSlide" Target="/ppt/notesSlides/notesSlide4.xml" Id="Ra9edfc3907fc45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28578b1c44d1c" /><Relationship Type="http://schemas.openxmlformats.org/officeDocument/2006/relationships/notesSlide" Target="/ppt/notesSlides/notesSlide5.xml" Id="Rc89c72dc564445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bf37c5bf84627" /><Relationship Type="http://schemas.openxmlformats.org/officeDocument/2006/relationships/notesSlide" Target="/ppt/notesSlides/notesSlide6.xml" Id="Red15e7df6f0f4f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ab8fca95b4b45" /><Relationship Type="http://schemas.openxmlformats.org/officeDocument/2006/relationships/notesSlide" Target="/ppt/notesSlides/notesSlide7.xml" Id="Ra16543c5afa542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8532792214183" /><Relationship Type="http://schemas.openxmlformats.org/officeDocument/2006/relationships/notesSlide" Target="/ppt/notesSlides/notesSlide8.xml" Id="R34cccb2bddb64e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ca86f1c347f2" /><Relationship Type="http://schemas.openxmlformats.org/officeDocument/2006/relationships/image" Target="/ppt/media/image.png" Id="R73c9f04942164fdb" /><Relationship Type="http://schemas.openxmlformats.org/officeDocument/2006/relationships/notesSlide" Target="/ppt/notesSlides/notesSlide9.xml" Id="R0781f3123b124d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816aee95a4708" /><Relationship Type="http://schemas.openxmlformats.org/officeDocument/2006/relationships/notesSlide" Target="/ppt/notesSlides/notesSlide10.xml" Id="Rbec398d5191f4a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6011c3b14fa3" /><Relationship Type="http://schemas.openxmlformats.org/officeDocument/2006/relationships/notesSlide" Target="/ppt/notesSlides/notesSlide11.xml" Id="R5e92e9488af149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56c88f8bb44c8" /><Relationship Type="http://schemas.openxmlformats.org/officeDocument/2006/relationships/notesSlide" Target="/ppt/notesSlides/notesSlide12.xml" Id="Rf0ecbdc26d314c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a5ebd158f4d4f" /><Relationship Type="http://schemas.openxmlformats.org/officeDocument/2006/relationships/notesSlide" Target="/ppt/notesSlides/notesSlide13.xml" Id="Rc237bb0983bf4d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00a0b141c4d34" /><Relationship Type="http://schemas.openxmlformats.org/officeDocument/2006/relationships/notesSlide" Target="/ppt/notesSlides/notesSlide14.xml" Id="R6728b07cb52d49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9152ce2724f8c" /><Relationship Type="http://schemas.openxmlformats.org/officeDocument/2006/relationships/notesSlide" Target="/ppt/notesSlides/notesSlide15.xml" Id="R42d7ce641fcb46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ba0cc609c44ec" /><Relationship Type="http://schemas.openxmlformats.org/officeDocument/2006/relationships/notesSlide" Target="/ppt/notesSlides/notesSlide16.xml" Id="R815f7a256a7949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ef25bc00c419c" /><Relationship Type="http://schemas.openxmlformats.org/officeDocument/2006/relationships/notesSlide" Target="/ppt/notesSlides/notesSlide17.xml" Id="R815216e89ff04f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fa72af2054c1a" /><Relationship Type="http://schemas.openxmlformats.org/officeDocument/2006/relationships/notesSlide" Target="/ppt/notesSlides/notesSlide18.xml" Id="Rd110ed689c664b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e70dc18d5427a" /><Relationship Type="http://schemas.openxmlformats.org/officeDocument/2006/relationships/notesSlide" Target="/ppt/notesSlides/notesSlide19.xml" Id="R878b2bdd910643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1397a09164bc7" /><Relationship Type="http://schemas.openxmlformats.org/officeDocument/2006/relationships/notesSlide" Target="/ppt/notesSlides/notesSlide20.xml" Id="R34898e13aa4645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6400978584887" /><Relationship Type="http://schemas.openxmlformats.org/officeDocument/2006/relationships/notesSlide" Target="/ppt/notesSlides/notesSlide21.xml" Id="R9c12b697856d44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9a497d8764d35" /><Relationship Type="http://schemas.openxmlformats.org/officeDocument/2006/relationships/notesSlide" Target="/ppt/notesSlides/notesSlide22.xml" Id="R6c4ae4a18deb40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06712d9834c6a" /><Relationship Type="http://schemas.openxmlformats.org/officeDocument/2006/relationships/notesSlide" Target="/ppt/notesSlides/notesSlide23.xml" Id="R965a9aac358b426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486e1db294b0d" /><Relationship Type="http://schemas.openxmlformats.org/officeDocument/2006/relationships/notesSlide" Target="/ppt/notesSlides/notesSlide24.xml" Id="R7f56c989385149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4acbe86314396" /><Relationship Type="http://schemas.openxmlformats.org/officeDocument/2006/relationships/notesSlide" Target="/ppt/notesSlides/notesSlide25.xml" Id="R2f8451c53b3e4c8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7b4029e034fa0" /><Relationship Type="http://schemas.openxmlformats.org/officeDocument/2006/relationships/notesSlide" Target="/ppt/notesSlides/notesSlide26.xml" Id="R9925a0ba686449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61b537c744116" /><Relationship Type="http://schemas.openxmlformats.org/officeDocument/2006/relationships/notesSlide" Target="/ppt/notesSlides/notesSlide27.xml" Id="Rb7c0efa80af342d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5ce224fd54ce1" /><Relationship Type="http://schemas.openxmlformats.org/officeDocument/2006/relationships/notesSlide" Target="/ppt/notesSlides/notesSlide28.xml" Id="Rc08bdd7d08e241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fb2d86a754e2d" /><Relationship Type="http://schemas.openxmlformats.org/officeDocument/2006/relationships/notesSlide" Target="/ppt/notesSlides/notesSlide29.xml" Id="R56da79f2e85942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51604d19f4cfc" /><Relationship Type="http://schemas.openxmlformats.org/officeDocument/2006/relationships/notesSlide" Target="/ppt/notesSlides/notesSlide30.xml" Id="Re32a3f11a23043c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caea20762427f" /><Relationship Type="http://schemas.openxmlformats.org/officeDocument/2006/relationships/notesSlide" Target="/ppt/notesSlides/notesSlide31.xml" Id="R20d164f6ad984c8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37199c97f4c00" /><Relationship Type="http://schemas.openxmlformats.org/officeDocument/2006/relationships/notesSlide" Target="/ppt/notesSlides/notesSlide32.xml" Id="Rda4c366d00b94c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65bfe77474292" /><Relationship Type="http://schemas.openxmlformats.org/officeDocument/2006/relationships/notesSlide" Target="/ppt/notesSlides/notesSlide33.xml" Id="R74423e06a2a74dc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ae0b3cd9848b9" /><Relationship Type="http://schemas.openxmlformats.org/officeDocument/2006/relationships/notesSlide" Target="/ppt/notesSlides/notesSlide34.xml" Id="R1a34bae60ffa4ff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9910bf6e64fb7" /><Relationship Type="http://schemas.openxmlformats.org/officeDocument/2006/relationships/notesSlide" Target="/ppt/notesSlides/notesSlide35.xml" Id="R6fd1c86e183f44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064b2232c465c" /><Relationship Type="http://schemas.openxmlformats.org/officeDocument/2006/relationships/notesSlide" Target="/ppt/notesSlides/notesSlide36.xml" Id="R3029aa02ced5416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16020a1fd4c78" /><Relationship Type="http://schemas.openxmlformats.org/officeDocument/2006/relationships/notesSlide" Target="/ppt/notesSlides/notesSlide37.xml" Id="R164f9f7d8e0c495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14ce9aeca4c0c" /><Relationship Type="http://schemas.openxmlformats.org/officeDocument/2006/relationships/notesSlide" Target="/ppt/notesSlides/notesSlide38.xml" Id="R52b5a33e7c8d42c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f549ef6ab4ff2" /><Relationship Type="http://schemas.openxmlformats.org/officeDocument/2006/relationships/notesSlide" Target="/ppt/notesSlides/notesSlide39.xml" Id="R900a461aef3845f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138397780473b" /><Relationship Type="http://schemas.openxmlformats.org/officeDocument/2006/relationships/notesSlide" Target="/ppt/notesSlides/notesSlide40.xml" Id="R4b884e2fbe5944c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6d87e57b44d9e" /><Relationship Type="http://schemas.openxmlformats.org/officeDocument/2006/relationships/notesSlide" Target="/ppt/notesSlides/notesSlide41.xml" Id="Ra6f5e3ba10d240f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eef5d8f9240c5" /><Relationship Type="http://schemas.openxmlformats.org/officeDocument/2006/relationships/notesSlide" Target="/ppt/notesSlides/notesSlide42.xml" Id="Rd78fc001d854481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3adef77ea4802" /><Relationship Type="http://schemas.openxmlformats.org/officeDocument/2006/relationships/notesSlide" Target="/ppt/notesSlides/notesSlide43.xml" Id="Radd03bf4cdd14d1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a3ed8f9f04aab" /><Relationship Type="http://schemas.openxmlformats.org/officeDocument/2006/relationships/notesSlide" Target="/ppt/notesSlides/notesSlide44.xml" Id="R36f67b064e94483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7599a167446ed" /><Relationship Type="http://schemas.openxmlformats.org/officeDocument/2006/relationships/image" Target="/ppt/media/image2.png" Id="R15ff3ee70b6748fe" /><Relationship Type="http://schemas.openxmlformats.org/officeDocument/2006/relationships/notesSlide" Target="/ppt/notesSlides/notesSlide45.xml" Id="Raf9dd4bc7ed645d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cfe98328440c8" /><Relationship Type="http://schemas.openxmlformats.org/officeDocument/2006/relationships/notesSlide" Target="/ppt/notesSlides/notesSlide46.xml" Id="Rbffb51a0acfb405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7a525b60148e6" /><Relationship Type="http://schemas.openxmlformats.org/officeDocument/2006/relationships/notesSlide" Target="/ppt/notesSlides/notesSlide47.xml" Id="R78d2ea98725c49b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3657ba113418d" /><Relationship Type="http://schemas.openxmlformats.org/officeDocument/2006/relationships/notesSlide" Target="/ppt/notesSlides/notesSlide48.xml" Id="R103fd4b7d031487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38098d866449c" /><Relationship Type="http://schemas.openxmlformats.org/officeDocument/2006/relationships/notesSlide" Target="/ppt/notesSlides/notesSlide49.xml" Id="Rd6fe1928ce5a4ae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edf27de3f439c" /><Relationship Type="http://schemas.openxmlformats.org/officeDocument/2006/relationships/notesSlide" Target="/ppt/notesSlides/notesSlide50.xml" Id="R53ffa2110594404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116765c894564" /><Relationship Type="http://schemas.openxmlformats.org/officeDocument/2006/relationships/notesSlide" Target="/ppt/notesSlides/notesSlide51.xml" Id="R9e51a343286640e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56d132a464eea" /><Relationship Type="http://schemas.openxmlformats.org/officeDocument/2006/relationships/notesSlide" Target="/ppt/notesSlides/notesSlide52.xml" Id="Rb2c76f0ee19149d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a441564244844" /><Relationship Type="http://schemas.openxmlformats.org/officeDocument/2006/relationships/notesSlide" Target="/ppt/notesSlides/notesSlide53.xml" Id="R23cef57e6f0846b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ab5365c3c4cfe" /><Relationship Type="http://schemas.openxmlformats.org/officeDocument/2006/relationships/notesSlide" Target="/ppt/notesSlides/notesSlide54.xml" Id="R7120452ba4314fe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26ea902ad4f13" /><Relationship Type="http://schemas.openxmlformats.org/officeDocument/2006/relationships/notesSlide" Target="/ppt/notesSlides/notesSlide55.xml" Id="R6b6e54979a8f4fe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5e3d90af445e2" /><Relationship Type="http://schemas.openxmlformats.org/officeDocument/2006/relationships/notesSlide" Target="/ppt/notesSlides/notesSlide56.xml" Id="Rdd87d44f554040d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13a42e67840e0" /><Relationship Type="http://schemas.openxmlformats.org/officeDocument/2006/relationships/notesSlide" Target="/ppt/notesSlides/notesSlide57.xml" Id="R13fffe389e244a2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da224b224e1b" /><Relationship Type="http://schemas.openxmlformats.org/officeDocument/2006/relationships/notesSlide" Target="/ppt/notesSlides/notesSlide58.xml" Id="Rebd9f97f6672431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be5650bb0492d" /><Relationship Type="http://schemas.openxmlformats.org/officeDocument/2006/relationships/notesSlide" Target="/ppt/notesSlides/notesSlide59.xml" Id="R603cf78db928435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acd71a0dc4614" /><Relationship Type="http://schemas.openxmlformats.org/officeDocument/2006/relationships/image" Target="/ppt/media/image3.png" Id="R1bf170e311764d48" /><Relationship Type="http://schemas.openxmlformats.org/officeDocument/2006/relationships/notesSlide" Target="/ppt/notesSlides/notesSlide60.xml" Id="R60dadc37f4fc457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c419ddf2840b1" /><Relationship Type="http://schemas.openxmlformats.org/officeDocument/2006/relationships/notesSlide" Target="/ppt/notesSlides/notesSlide61.xml" Id="Re33c55b8e87941c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2b7711614423" /><Relationship Type="http://schemas.openxmlformats.org/officeDocument/2006/relationships/notesSlide" Target="/ppt/notesSlides/notesSlide62.xml" Id="R4734fd65800b4c4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4573a3e8c4173" /><Relationship Type="http://schemas.openxmlformats.org/officeDocument/2006/relationships/notesSlide" Target="/ppt/notesSlides/notesSlide63.xml" Id="R6100db1bc3c3485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9abd37b45470b" /><Relationship Type="http://schemas.openxmlformats.org/officeDocument/2006/relationships/notesSlide" Target="/ppt/notesSlides/notesSlide64.xml" Id="R7ef098067d0c4b5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dea90b11343a9" /><Relationship Type="http://schemas.openxmlformats.org/officeDocument/2006/relationships/notesSlide" Target="/ppt/notesSlides/notesSlide65.xml" Id="R80d837f2d4b04af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1129e5b244956" /><Relationship Type="http://schemas.openxmlformats.org/officeDocument/2006/relationships/notesSlide" Target="/ppt/notesSlides/notesSlide66.xml" Id="R49c2f4dc980a4bf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2d95b5c5c47a1" /><Relationship Type="http://schemas.openxmlformats.org/officeDocument/2006/relationships/notesSlide" Target="/ppt/notesSlides/notesSlide67.xml" Id="Rc328c821ffb04ae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41bf2d697448a" /><Relationship Type="http://schemas.openxmlformats.org/officeDocument/2006/relationships/notesSlide" Target="/ppt/notesSlides/notesSlide68.xml" Id="R701c2655edae4ba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d776c882f4c16" /><Relationship Type="http://schemas.openxmlformats.org/officeDocument/2006/relationships/notesSlide" Target="/ppt/notesSlides/notesSlide69.xml" Id="Re7d3b6eae5e5403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12afae79d4c24" /><Relationship Type="http://schemas.openxmlformats.org/officeDocument/2006/relationships/notesSlide" Target="/ppt/notesSlides/notesSlide70.xml" Id="R174113df3117403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ab49a9493499c" /><Relationship Type="http://schemas.openxmlformats.org/officeDocument/2006/relationships/image" Target="/ppt/media/image4.png" Id="Rdcdec57b59b14c90" /><Relationship Type="http://schemas.openxmlformats.org/officeDocument/2006/relationships/notesSlide" Target="/ppt/notesSlides/notesSlide71.xml" Id="R7bf68da639fe4b6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86d368b6744ba" /><Relationship Type="http://schemas.openxmlformats.org/officeDocument/2006/relationships/notesSlide" Target="/ppt/notesSlides/notesSlide72.xml" Id="R6113100343454ea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e79183fd4ed2" /><Relationship Type="http://schemas.openxmlformats.org/officeDocument/2006/relationships/notesSlide" Target="/ppt/notesSlides/notesSlide73.xml" Id="Rd03a199dba734f27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ed5e834094370" /><Relationship Type="http://schemas.openxmlformats.org/officeDocument/2006/relationships/notesSlide" Target="/ppt/notesSlides/notesSlide74.xml" Id="Rb3709ea57f1a430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0391999e24d6d" /><Relationship Type="http://schemas.openxmlformats.org/officeDocument/2006/relationships/notesSlide" Target="/ppt/notesSlides/notesSlide75.xml" Id="Rab4ddd20232b4e0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a862f03174f96" /><Relationship Type="http://schemas.openxmlformats.org/officeDocument/2006/relationships/notesSlide" Target="/ppt/notesSlides/notesSlide76.xml" Id="R8f15094d47ef4397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16cfce2574070" /><Relationship Type="http://schemas.openxmlformats.org/officeDocument/2006/relationships/notesSlide" Target="/ppt/notesSlides/notesSlide77.xml" Id="R3e70d1463c4e4287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644e7c284108" /><Relationship Type="http://schemas.openxmlformats.org/officeDocument/2006/relationships/notesSlide" Target="/ppt/notesSlides/notesSlide78.xml" Id="Rea7903e40cdf45f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4f14634b54499" /><Relationship Type="http://schemas.openxmlformats.org/officeDocument/2006/relationships/notesSlide" Target="/ppt/notesSlides/notesSlide79.xml" Id="Rcacff9eea6a9465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c70b9a9dc448c" /><Relationship Type="http://schemas.openxmlformats.org/officeDocument/2006/relationships/notesSlide" Target="/ppt/notesSlides/notesSlide80.xml" Id="Rfc7d27c39bc9408d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77e448b6f465e" /><Relationship Type="http://schemas.openxmlformats.org/officeDocument/2006/relationships/notesSlide" Target="/ppt/notesSlides/notesSlide81.xml" Id="R254f7862785e4cb9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c1b6747dc4383" /><Relationship Type="http://schemas.openxmlformats.org/officeDocument/2006/relationships/notesSlide" Target="/ppt/notesSlides/notesSlide82.xml" Id="R5cb8f92b4d8b4e6b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5444ceab4cf8" /><Relationship Type="http://schemas.openxmlformats.org/officeDocument/2006/relationships/notesSlide" Target="/ppt/notesSlides/notesSlide83.xml" Id="Ra8dd8931dbad42f2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4f550e9e4930" /><Relationship Type="http://schemas.openxmlformats.org/officeDocument/2006/relationships/notesSlide" Target="/ppt/notesSlides/notesSlide84.xml" Id="Rbbeb382fe84d401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f10e9c4704cdb" /><Relationship Type="http://schemas.openxmlformats.org/officeDocument/2006/relationships/notesSlide" Target="/ppt/notesSlides/notesSlide85.xml" Id="Rcf6349b70eb248f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9c407b8ed4723" /><Relationship Type="http://schemas.openxmlformats.org/officeDocument/2006/relationships/notesSlide" Target="/ppt/notesSlides/notesSlide86.xml" Id="R838589808a3b446c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373beca074bab" /><Relationship Type="http://schemas.openxmlformats.org/officeDocument/2006/relationships/notesSlide" Target="/ppt/notesSlides/notesSlide87.xml" Id="R094025eb3c814f39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0403f4c0f4373" /><Relationship Type="http://schemas.openxmlformats.org/officeDocument/2006/relationships/notesSlide" Target="/ppt/notesSlides/notesSlide88.xml" Id="Rfb65a1f9a65042c9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35217bb804221" /><Relationship Type="http://schemas.openxmlformats.org/officeDocument/2006/relationships/notesSlide" Target="/ppt/notesSlides/notesSlide89.xml" Id="R2e45c6c2fa34423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3a5b49e904b09" /><Relationship Type="http://schemas.openxmlformats.org/officeDocument/2006/relationships/notesSlide" Target="/ppt/notesSlides/notesSlide90.xml" Id="Rca915a4c3c554c4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1029ae2664072" /><Relationship Type="http://schemas.openxmlformats.org/officeDocument/2006/relationships/notesSlide" Target="/ppt/notesSlides/notesSlide91.xml" Id="Rd41ec2f660e94172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2393aa9a64500" /><Relationship Type="http://schemas.openxmlformats.org/officeDocument/2006/relationships/notesSlide" Target="/ppt/notesSlides/notesSlide92.xml" Id="R9b582e56f1f64eaa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1701f37c348c6" /><Relationship Type="http://schemas.openxmlformats.org/officeDocument/2006/relationships/notesSlide" Target="/ppt/notesSlides/notesSlide93.xml" Id="Rb5f815a74f3d4a2f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1c649cb524ca3" /><Relationship Type="http://schemas.openxmlformats.org/officeDocument/2006/relationships/notesSlide" Target="/ppt/notesSlides/notesSlide94.xml" Id="R7f7a7539ca904af0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b0d2d13dc401f" /><Relationship Type="http://schemas.openxmlformats.org/officeDocument/2006/relationships/notesSlide" Target="/ppt/notesSlides/notesSlide95.xml" Id="R072c74ef3acd46d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43ca2d77d4399" /><Relationship Type="http://schemas.openxmlformats.org/officeDocument/2006/relationships/notesSlide" Target="/ppt/notesSlides/notesSlide96.xml" Id="R949a3fdee7724ba4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7a4daaaf64637" /><Relationship Type="http://schemas.openxmlformats.org/officeDocument/2006/relationships/notesSlide" Target="/ppt/notesSlides/notesSlide97.xml" Id="R1411740f927846e6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0efc5ed6a488d" /><Relationship Type="http://schemas.openxmlformats.org/officeDocument/2006/relationships/notesSlide" Target="/ppt/notesSlides/notesSlide98.xml" Id="R9d78f0f879994d2b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a7c4ecbd44c42" /><Relationship Type="http://schemas.openxmlformats.org/officeDocument/2006/relationships/notesSlide" Target="/ppt/notesSlides/notesSlide99.xml" Id="R35f6a9b449d8483f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a25422374b1e" /><Relationship Type="http://schemas.openxmlformats.org/officeDocument/2006/relationships/notesSlide" Target="/ppt/notesSlides/notesSlide100.xml" Id="R6aedc9b3bd9e453e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70df825a44e26" /><Relationship Type="http://schemas.openxmlformats.org/officeDocument/2006/relationships/notesSlide" Target="/ppt/notesSlides/notesSlide101.xml" Id="R4867311644584b52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bc89ee95e4b62" /><Relationship Type="http://schemas.openxmlformats.org/officeDocument/2006/relationships/notesSlide" Target="/ppt/notesSlides/notesSlide102.xml" Id="Rc9873a878bb64927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4cb89320e4d14" /><Relationship Type="http://schemas.openxmlformats.org/officeDocument/2006/relationships/notesSlide" Target="/ppt/notesSlides/notesSlide103.xml" Id="R01901487f17248c7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59185552a464f" /><Relationship Type="http://schemas.openxmlformats.org/officeDocument/2006/relationships/notesSlide" Target="/ppt/notesSlides/notesSlide104.xml" Id="Rbce1ca96c55d462d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59e8920924bd4" /><Relationship Type="http://schemas.openxmlformats.org/officeDocument/2006/relationships/notesSlide" Target="/ppt/notesSlides/notesSlide105.xml" Id="R04707d2c3c884be6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ab77126cf4e4a" /><Relationship Type="http://schemas.openxmlformats.org/officeDocument/2006/relationships/notesSlide" Target="/ppt/notesSlides/notesSlide106.xml" Id="Re622bedfd97246ef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b93bac0b348bf" /><Relationship Type="http://schemas.openxmlformats.org/officeDocument/2006/relationships/notesSlide" Target="/ppt/notesSlides/notesSlide107.xml" Id="Ra807ac84edd2421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cf1e2d6624683" /><Relationship Type="http://schemas.openxmlformats.org/officeDocument/2006/relationships/notesSlide" Target="/ppt/notesSlides/notesSlide108.xml" Id="R086e659377924ff5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8b3c6d41a4a99" /><Relationship Type="http://schemas.openxmlformats.org/officeDocument/2006/relationships/notesSlide" Target="/ppt/notesSlides/notesSlide109.xml" Id="R89caa4d3724d45b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ef7813e64f49" /><Relationship Type="http://schemas.openxmlformats.org/officeDocument/2006/relationships/notesSlide" Target="/ppt/notesSlides/notesSlide110.xml" Id="R20ef917afab44ea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30e83925c4c39" /><Relationship Type="http://schemas.openxmlformats.org/officeDocument/2006/relationships/notesSlide" Target="/ppt/notesSlides/notesSlide111.xml" Id="R927f2da0b1574609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97f06aa264556" /><Relationship Type="http://schemas.openxmlformats.org/officeDocument/2006/relationships/notesSlide" Target="/ppt/notesSlides/notesSlide112.xml" Id="R613840245cee4f9e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a27449b964836" /><Relationship Type="http://schemas.openxmlformats.org/officeDocument/2006/relationships/notesSlide" Target="/ppt/notesSlides/notesSlide113.xml" Id="R2e5b2ed1bd944d5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bc2fcbe924124" /><Relationship Type="http://schemas.openxmlformats.org/officeDocument/2006/relationships/notesSlide" Target="/ppt/notesSlides/notesSlide114.xml" Id="R484b4b32d84f4823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52a469ab140d2" /><Relationship Type="http://schemas.openxmlformats.org/officeDocument/2006/relationships/notesSlide" Target="/ppt/notesSlides/notesSlide115.xml" Id="R0c4477b6b7b942de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2b81732574ffd" /><Relationship Type="http://schemas.openxmlformats.org/officeDocument/2006/relationships/notesSlide" Target="/ppt/notesSlides/notesSlide116.xml" Id="R7d22fcd03df347a9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84085dd16433f" /><Relationship Type="http://schemas.openxmlformats.org/officeDocument/2006/relationships/notesSlide" Target="/ppt/notesSlides/notesSlide117.xml" Id="R3160030aa6f845d0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959919f764b35" /><Relationship Type="http://schemas.openxmlformats.org/officeDocument/2006/relationships/notesSlide" Target="/ppt/notesSlides/notesSlide118.xml" Id="R6fc37bf5bb16478e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37155e3fd4e0c" /><Relationship Type="http://schemas.openxmlformats.org/officeDocument/2006/relationships/notesSlide" Target="/ppt/notesSlides/notesSlide119.xml" Id="Re07753357851400a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6d7a4574744fb" /><Relationship Type="http://schemas.openxmlformats.org/officeDocument/2006/relationships/notesSlide" Target="/ppt/notesSlides/notesSlide120.xml" Id="Re01b342704a24c59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161a3debf427b" /><Relationship Type="http://schemas.openxmlformats.org/officeDocument/2006/relationships/notesSlide" Target="/ppt/notesSlides/notesSlide121.xml" Id="R0c107f520eed4b81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a954c8aa348e9" /><Relationship Type="http://schemas.openxmlformats.org/officeDocument/2006/relationships/notesSlide" Target="/ppt/notesSlides/notesSlide122.xml" Id="R7d7b7dac8dd447a0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56e494b9444df" /><Relationship Type="http://schemas.openxmlformats.org/officeDocument/2006/relationships/notesSlide" Target="/ppt/notesSlides/notesSlide123.xml" Id="Rc3072c6361194477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2fc3411404841" /><Relationship Type="http://schemas.openxmlformats.org/officeDocument/2006/relationships/notesSlide" Target="/ppt/notesSlides/notesSlide124.xml" Id="R65f27a7381ff48e3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707be2ecc49a5" /><Relationship Type="http://schemas.openxmlformats.org/officeDocument/2006/relationships/notesSlide" Target="/ppt/notesSlides/notesSlide125.xml" Id="R7f44780e18964425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dc935e198452a" /><Relationship Type="http://schemas.openxmlformats.org/officeDocument/2006/relationships/notesSlide" Target="/ppt/notesSlides/notesSlide126.xml" Id="R1119f54d807c4b37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75e58342f487d" /><Relationship Type="http://schemas.openxmlformats.org/officeDocument/2006/relationships/notesSlide" Target="/ppt/notesSlides/notesSlide127.xml" Id="Rdb53dc87eab04423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6e74abe1a4207" /><Relationship Type="http://schemas.openxmlformats.org/officeDocument/2006/relationships/notesSlide" Target="/ppt/notesSlides/notesSlide128.xml" Id="R58a2f1e2c5c1476b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6cd0b5cc64fa5" /><Relationship Type="http://schemas.openxmlformats.org/officeDocument/2006/relationships/notesSlide" Target="/ppt/notesSlides/notesSlide129.xml" Id="Rcc84fdc909cb4ec6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a1ee227d846e9" /><Relationship Type="http://schemas.openxmlformats.org/officeDocument/2006/relationships/notesSlide" Target="/ppt/notesSlides/notesSlide130.xml" Id="R96bd0c0a3f66490e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3d84bb7743a0" /><Relationship Type="http://schemas.openxmlformats.org/officeDocument/2006/relationships/notesSlide" Target="/ppt/notesSlides/notesSlide131.xml" Id="R6ac3ddec54a041a7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0e462ad4048f5" /><Relationship Type="http://schemas.openxmlformats.org/officeDocument/2006/relationships/notesSlide" Target="/ppt/notesSlides/notesSlide132.xml" Id="R3bbfc366d0224846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e9a14f131499d" /><Relationship Type="http://schemas.openxmlformats.org/officeDocument/2006/relationships/notesSlide" Target="/ppt/notesSlides/notesSlide133.xml" Id="R041eb90523fd485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fa6a710984dec" /><Relationship Type="http://schemas.openxmlformats.org/officeDocument/2006/relationships/notesSlide" Target="/ppt/notesSlides/notesSlide134.xml" Id="Rc6e35ab344c947d5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ae069778a4e88" /><Relationship Type="http://schemas.openxmlformats.org/officeDocument/2006/relationships/notesSlide" Target="/ppt/notesSlides/notesSlide135.xml" Id="Rd597a02f902140b2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49a080836486e" /><Relationship Type="http://schemas.openxmlformats.org/officeDocument/2006/relationships/notesSlide" Target="/ppt/notesSlides/notesSlide136.xml" Id="R655f8136fc974b33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8fa04350e4792" /><Relationship Type="http://schemas.openxmlformats.org/officeDocument/2006/relationships/notesSlide" Target="/ppt/notesSlides/notesSlide137.xml" Id="R7db531d2945e4a0f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4402da3d740a0" /><Relationship Type="http://schemas.openxmlformats.org/officeDocument/2006/relationships/notesSlide" Target="/ppt/notesSlides/notesSlide138.xml" Id="Raae86c5a0a3348a6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27747c56c4b3c" /><Relationship Type="http://schemas.openxmlformats.org/officeDocument/2006/relationships/notesSlide" Target="/ppt/notesSlides/notesSlide139.xml" Id="R7f5897d9953b46a1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572bc45034ceb" /><Relationship Type="http://schemas.openxmlformats.org/officeDocument/2006/relationships/notesSlide" Target="/ppt/notesSlides/notesSlide140.xml" Id="R98420553a1774aae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81193fc694ac5" /><Relationship Type="http://schemas.openxmlformats.org/officeDocument/2006/relationships/notesSlide" Target="/ppt/notesSlides/notesSlide141.xml" Id="R5056a408d467442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049321e54ab2" /><Relationship Type="http://schemas.openxmlformats.org/officeDocument/2006/relationships/notesSlide" Target="/ppt/notesSlides/notesSlide142.xml" Id="R23416e30143140d2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4af81a95d4c59" /><Relationship Type="http://schemas.openxmlformats.org/officeDocument/2006/relationships/image" Target="/ppt/media/image5.png" Id="Rf7f3b0a75db2420a" /><Relationship Type="http://schemas.openxmlformats.org/officeDocument/2006/relationships/notesSlide" Target="/ppt/notesSlides/notesSlide143.xml" Id="R4ed2908a66654c20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cdc5ed1634874" /><Relationship Type="http://schemas.openxmlformats.org/officeDocument/2006/relationships/notesSlide" Target="/ppt/notesSlides/notesSlide144.xml" Id="Rcfc85df2597f4f8d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0412c255f42d9" /><Relationship Type="http://schemas.openxmlformats.org/officeDocument/2006/relationships/notesSlide" Target="/ppt/notesSlides/notesSlide145.xml" Id="R03d581acd505487c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8e393ae0140cd" /><Relationship Type="http://schemas.openxmlformats.org/officeDocument/2006/relationships/notesSlide" Target="/ppt/notesSlides/notesSlide146.xml" Id="Rb50c6cf27d654af7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338d0901e469e" /><Relationship Type="http://schemas.openxmlformats.org/officeDocument/2006/relationships/notesSlide" Target="/ppt/notesSlides/notesSlide147.xml" Id="Re941d533e91c4355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d84d17892477a" /><Relationship Type="http://schemas.openxmlformats.org/officeDocument/2006/relationships/notesSlide" Target="/ppt/notesSlides/notesSlide148.xml" Id="Re2da16a7fd8743ca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a2580924b421a" /><Relationship Type="http://schemas.openxmlformats.org/officeDocument/2006/relationships/notesSlide" Target="/ppt/notesSlides/notesSlide149.xml" Id="Rd4be071191ac497a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63daa27924e3b" /><Relationship Type="http://schemas.openxmlformats.org/officeDocument/2006/relationships/notesSlide" Target="/ppt/notesSlides/notesSlide150.xml" Id="R171addfdb10f4109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f36c6c7294c9c" /><Relationship Type="http://schemas.openxmlformats.org/officeDocument/2006/relationships/notesSlide" Target="/ppt/notesSlides/notesSlide151.xml" Id="R2584eb2401c84caf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a79df8a414325" /><Relationship Type="http://schemas.openxmlformats.org/officeDocument/2006/relationships/notesSlide" Target="/ppt/notesSlides/notesSlide152.xml" Id="R7d2318a87d6e41f0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05f7a430b4399" /><Relationship Type="http://schemas.openxmlformats.org/officeDocument/2006/relationships/notesSlide" Target="/ppt/notesSlides/notesSlide153.xml" Id="R0dea582a8a7841a3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ed98a6346425e" /><Relationship Type="http://schemas.openxmlformats.org/officeDocument/2006/relationships/notesSlide" Target="/ppt/notesSlides/notesSlide154.xml" Id="R1d33fad98c444337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6c5cafa094bf7" /><Relationship Type="http://schemas.openxmlformats.org/officeDocument/2006/relationships/notesSlide" Target="/ppt/notesSlides/notesSlide155.xml" Id="R6dec3fd6c37b4b1d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7fbe0803d4a16" /><Relationship Type="http://schemas.openxmlformats.org/officeDocument/2006/relationships/notesSlide" Target="/ppt/notesSlides/notesSlide156.xml" Id="Rca91cb12786d4360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289c9a8fd494c" /><Relationship Type="http://schemas.openxmlformats.org/officeDocument/2006/relationships/image" Target="/ppt/media/image6.png" Id="Re6d70993dcf44c93" /><Relationship Type="http://schemas.openxmlformats.org/officeDocument/2006/relationships/notesSlide" Target="/ppt/notesSlides/notesSlide157.xml" Id="Rc539cb13556a476b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593de85de4ecd" /><Relationship Type="http://schemas.openxmlformats.org/officeDocument/2006/relationships/notesSlide" Target="/ppt/notesSlides/notesSlide158.xml" Id="Rb5401e6e77674adb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36dd8c0b74f15" /><Relationship Type="http://schemas.openxmlformats.org/officeDocument/2006/relationships/notesSlide" Target="/ppt/notesSlides/notesSlide159.xml" Id="Rbf609f38848d4f5d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30a8989db4fd0" /><Relationship Type="http://schemas.openxmlformats.org/officeDocument/2006/relationships/notesSlide" Target="/ppt/notesSlides/notesSlide160.xml" Id="R09ec248a5cf2420c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a466baae0486d" /><Relationship Type="http://schemas.openxmlformats.org/officeDocument/2006/relationships/notesSlide" Target="/ppt/notesSlides/notesSlide161.xml" Id="Ra1e149b7eda8441f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9efa6b2844a1b" /><Relationship Type="http://schemas.openxmlformats.org/officeDocument/2006/relationships/notesSlide" Target="/ppt/notesSlides/notesSlide162.xml" Id="Rc3c4e7a0da4a47e8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8f674500f478c" /><Relationship Type="http://schemas.openxmlformats.org/officeDocument/2006/relationships/notesSlide" Target="/ppt/notesSlides/notesSlide163.xml" Id="R031f2c5b328c409a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6e2e6387e4276" /><Relationship Type="http://schemas.openxmlformats.org/officeDocument/2006/relationships/notesSlide" Target="/ppt/notesSlides/notesSlide164.xml" Id="R543ea350b8a64fcb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21ce95a564e14" /><Relationship Type="http://schemas.openxmlformats.org/officeDocument/2006/relationships/notesSlide" Target="/ppt/notesSlides/notesSlide165.xml" Id="Ra67fa6e5aa1e4679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f62d0cab447c6" /><Relationship Type="http://schemas.openxmlformats.org/officeDocument/2006/relationships/notesSlide" Target="/ppt/notesSlides/notesSlide166.xml" Id="R38c7a02365bc4393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cefeb654b492f" /><Relationship Type="http://schemas.openxmlformats.org/officeDocument/2006/relationships/notesSlide" Target="/ppt/notesSlides/notesSlide167.xml" Id="R4c90e3118e8747ff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b04291d6f4a1d" /><Relationship Type="http://schemas.openxmlformats.org/officeDocument/2006/relationships/notesSlide" Target="/ppt/notesSlides/notesSlide168.xml" Id="Rdf740e5060184cb7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610e2f0c24d26" /><Relationship Type="http://schemas.openxmlformats.org/officeDocument/2006/relationships/notesSlide" Target="/ppt/notesSlides/notesSlide169.xml" Id="R5610594ae08f47ac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be2de24842b9" /><Relationship Type="http://schemas.openxmlformats.org/officeDocument/2006/relationships/notesSlide" Target="/ppt/notesSlides/notesSlide170.xml" Id="R0ce40fc164ec480d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0ee371a474bde" /><Relationship Type="http://schemas.openxmlformats.org/officeDocument/2006/relationships/notesSlide" Target="/ppt/notesSlides/notesSlide171.xml" Id="R51855402453c4bae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a119893b149a7" /><Relationship Type="http://schemas.openxmlformats.org/officeDocument/2006/relationships/notesSlide" Target="/ppt/notesSlides/notesSlide172.xml" Id="R013643b7e7154e99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a031d1a7f48e1" /><Relationship Type="http://schemas.openxmlformats.org/officeDocument/2006/relationships/notesSlide" Target="/ppt/notesSlides/notesSlide173.xml" Id="R82d43460586b4fd1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7b64bc45842d7" /><Relationship Type="http://schemas.openxmlformats.org/officeDocument/2006/relationships/notesSlide" Target="/ppt/notesSlides/notesSlide174.xml" Id="R8fb680c35f2e4238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fecb5a8644f76" /><Relationship Type="http://schemas.openxmlformats.org/officeDocument/2006/relationships/notesSlide" Target="/ppt/notesSlides/notesSlide175.xml" Id="R677135ee1a6c4aa7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310d0b8544766" /><Relationship Type="http://schemas.openxmlformats.org/officeDocument/2006/relationships/notesSlide" Target="/ppt/notesSlides/notesSlide176.xml" Id="R109336c430a94924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8dc4754cf4900" /><Relationship Type="http://schemas.openxmlformats.org/officeDocument/2006/relationships/notesSlide" Target="/ppt/notesSlides/notesSlide177.xml" Id="R58962bc2c2ee4ea1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5cae64aa84a57" /><Relationship Type="http://schemas.openxmlformats.org/officeDocument/2006/relationships/notesSlide" Target="/ppt/notesSlides/notesSlide178.xml" Id="Rbc29224ee32c4a86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6724dfec74256" /><Relationship Type="http://schemas.openxmlformats.org/officeDocument/2006/relationships/notesSlide" Target="/ppt/notesSlides/notesSlide179.xml" Id="Ra3c963b4c166463a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1b5fb97294ad5" /><Relationship Type="http://schemas.openxmlformats.org/officeDocument/2006/relationships/notesSlide" Target="/ppt/notesSlides/notesSlide180.xml" Id="R577f8cd6aa174861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e1587de8f4705" /><Relationship Type="http://schemas.openxmlformats.org/officeDocument/2006/relationships/notesSlide" Target="/ppt/notesSlides/notesSlide181.xml" Id="Radf8869bd4604c1c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5e0d0c1434165" /><Relationship Type="http://schemas.openxmlformats.org/officeDocument/2006/relationships/notesSlide" Target="/ppt/notesSlides/notesSlide182.xml" Id="Rf48943785eae40c4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8349751ea4d4d" /><Relationship Type="http://schemas.openxmlformats.org/officeDocument/2006/relationships/notesSlide" Target="/ppt/notesSlides/notesSlide183.xml" Id="Rd0e4078960474a14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7655a05ee47fb" /><Relationship Type="http://schemas.openxmlformats.org/officeDocument/2006/relationships/notesSlide" Target="/ppt/notesSlides/notesSlide184.xml" Id="R43b316b8fc284703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5978ee3e64052" /><Relationship Type="http://schemas.openxmlformats.org/officeDocument/2006/relationships/notesSlide" Target="/ppt/notesSlides/notesSlide185.xml" Id="R5e18a14d293b4de6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9df047af346ea" /><Relationship Type="http://schemas.openxmlformats.org/officeDocument/2006/relationships/notesSlide" Target="/ppt/notesSlides/notesSlide186.xml" Id="R63861df9178c4fb1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465fd80bc466d" /><Relationship Type="http://schemas.openxmlformats.org/officeDocument/2006/relationships/notesSlide" Target="/ppt/notesSlides/notesSlide187.xml" Id="Rf928fbb50cb54367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b9025958440b5" /><Relationship Type="http://schemas.openxmlformats.org/officeDocument/2006/relationships/notesSlide" Target="/ppt/notesSlides/notesSlide188.xml" Id="R8f2167a01df34b4d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bdd4ecea24054" /><Relationship Type="http://schemas.openxmlformats.org/officeDocument/2006/relationships/notesSlide" Target="/ppt/notesSlides/notesSlide189.xml" Id="Rac41558f0db54a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0CFCD3-4EA0-48B9-A878-5A3198B8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기초와 Protobuf</a:t>
            </a:r>
          </a:p>
        </p:txBody>
      </p:sp>
      <p:sp>
        <p:nvSpPr>
          <p:cNvPr id="2" name="cover-230">
            <a:extLst xmlns:a="http://schemas.openxmlformats.org/drawingml/2006/main">
              <a:ext uri="{FF2B5EF4-FFF2-40B4-BE49-F238E27FC236}">
                <a16:creationId xmlns:a16="http://schemas.microsoft.com/office/drawing/2014/main" id="{43938DDF-AAD9-4C28-91A5-399ABE56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01권  Drive Integration</a:t>
            </a:r>
          </a:p>
        </p:txBody>
      </p:sp>
      <p:sp>
        <p:nvSpPr>
          <p:cNvPr id="3" name="cover-313.28">
            <a:extLst xmlns:a="http://schemas.openxmlformats.org/drawingml/2006/main">
              <a:ext uri="{FF2B5EF4-FFF2-40B4-BE49-F238E27FC236}">
                <a16:creationId xmlns:a16="http://schemas.microsoft.com/office/drawing/2014/main" id="{83A44D8F-323C-4F0F-8925-3A5C8A6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3992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문제의 이유를 이해하고 코드와 값으로 따라가는 독학 교재</a:t>
            </a:r>
          </a:p>
        </p:txBody>
      </p:sp>
      <p:sp>
        <p:nvSpPr>
          <p:cNvPr id="4" name="cover-396.55999999999995">
            <a:extLst xmlns:a="http://schemas.openxmlformats.org/drawingml/2006/main">
              <a:ext uri="{FF2B5EF4-FFF2-40B4-BE49-F238E27FC236}">
                <a16:creationId xmlns:a16="http://schemas.microsoft.com/office/drawing/2014/main" id="{9A16C1A0-18CA-4B0A-B2F2-D16F387D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7234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단원별 해설과 소스코드 실습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E4B21CC-F2D0-4A7F-84A7-C876EA4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1 / 189</a:t>
            </a:r>
          </a:p>
        </p:txBody>
      </p:sp>
    </p:spTree>
    <p:extLst>
      <p:ext uri="{BB962C8B-B14F-4D97-AF65-F5344CB8AC3E}">
        <p14:creationId xmlns:p14="http://schemas.microsoft.com/office/powerpoint/2010/main" val="458678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56B899E-BCB2-469F-AA11-6B022FC1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학습과 확인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F7897F9-9714-470E-B825-0D864DF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 단원은 먼저 실제 운전·통신 문제를 제시합니다. 왜 그 문제가 생기며 어떤 개념이 해결에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필요한지 확인한 뒤 코드를 읽습니다. 사용 목적과 핵심 해설은 슬라이드 본문에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27AC118-652C-47D8-8A96-EC879E6C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페이지의 경로와 줄 번호는 현재 소스의 연속 구간을 가리킵니다. 바로 다음 풀이에서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입력, 조건, 상태 변경과 결과를 연결합니다. 교육용 계산은 실제 설정값·측정값과 구분합니다.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B9D0151-8E20-4024-B555-A11DCC79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문제는 답을 보지 않고 먼저 풀어 보세요. 결과 숫자뿐 아니라 왜 그 분기를 선택했는지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설명해야 합니다. 틀린 경우 같은 단원의 예시와 코드 풀이를 다시 읽고 다음 단원으로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넘어갑니다.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FB16A0F-F3D7-4F50-95FA-B977DD80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799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목차의 시작 쪽과 각 장의 학습 순서로 현재 위치를 찾습니다. HTML 교재에는 장·단원별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바로가기와 같은 본문이 있습니다. 노트의 추가 설명은 보충 자료이므로 본문만으로도 핵심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수업을 따라갈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3DE54F6-7FD5-4D7C-9EDD-F0878D3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2 / 189</a:t>
            </a:r>
          </a:p>
        </p:txBody>
      </p:sp>
    </p:spTree>
    <p:extLst>
      <p:ext uri="{BB962C8B-B14F-4D97-AF65-F5344CB8AC3E}">
        <p14:creationId xmlns:p14="http://schemas.microsoft.com/office/powerpoint/2010/main" val="1978504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9F6B816-D231-438D-9F9B-4606AC5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5CAAA62-933E-4096-B388-F5547E73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1장 실행 구조와 코드 읽기의 출발점 · 5쪽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움직이지 않을 때 어느 프로그램의 어느 책임부터 확인할지 판단하기 위해 전체 왕복과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 단위를 배웁니다.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87A44E0-BAEA-4C3C-BD7F-8C5655E9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값을 안전하게 전달하는 C++ · 28쪽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참조와 포인터를 단순 문법으로 외우지 않고, 누가 값을 소유하며 언제 사용할 수 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판단하도록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746AE7F-D72D-4504-A633-68D336A5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통신 통로와 메시지 계약 · 55쪽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연결은 됐는데 조작이 안 되는 상황을 통로·메시지 경계·데이터 해석·입력 수락 단계로 나누어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77D290-BF74-4BB8-A4BA-94A21EE3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3 / 189</a:t>
            </a:r>
          </a:p>
        </p:txBody>
      </p:sp>
    </p:spTree>
    <p:extLst>
      <p:ext uri="{BB962C8B-B14F-4D97-AF65-F5344CB8AC3E}">
        <p14:creationId xmlns:p14="http://schemas.microsoft.com/office/powerpoint/2010/main" val="1226498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4EFD33-D93E-40CD-8A56-66CB9E29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2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4D42646-3FA9-4226-A636-988035C9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4장 Protobuf 바이트의 실제 구조 · 82쪽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파서가 무엇을 읽고 어디서 실패하는지 이해하도록 실제 바이트를 필드 번호와 값으로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손계산합니다.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D47E2BC-3DEF-4EFA-8BF4-7654B503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목록, 존재 여부와 호환성 · 109쪽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바이트를 읽는 데 성공했어도 바퀴 위치나 기어 의미를 잘못 해석할 수 있는 이유를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2FE7455-E155-4631-B6A3-DCE34B75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현재 입력을 안전하게 수락하는 조건 · 136쪽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과거 입력이나 끊어진 조종 연결이 차량을 계속 움직이지 않도록 하는 실제 제어 수락 정책을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5362766-CEE1-454C-B01F-79A784AB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4 / 189</a:t>
            </a:r>
          </a:p>
        </p:txBody>
      </p:sp>
    </p:spTree>
    <p:extLst>
      <p:ext uri="{BB962C8B-B14F-4D97-AF65-F5344CB8AC3E}">
        <p14:creationId xmlns:p14="http://schemas.microsoft.com/office/powerpoint/2010/main" val="300119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B988185-853E-40DD-B2F9-DBE4910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1장 실행 구조와 코드 읽기의 출발점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F3DB973-1709-41CC-BF6B-BEC9938D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차가 움직이지 않을 때 어느 프로그램의 어느 책임부터 확인할지 판단하기 위해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전체 왕복과 실행 단위를 배웁니다.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8132E22-81A7-4FC4-B005-08631D0D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Unreal의 Play와 별도 서버 실행이 서로 다른 작업이라는 경험만 있으면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C++ 문법은 다음 장에서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DB3EADF-D7E0-4D57-ADFE-08E579E4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운전 요청과 계산된 차량 상태의 책임을 구분합니다. 프로세스, 이벤트 루프, 콜백이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main에서 어떤 관계인지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C8826D7-44CA-490D-901E-643B71D4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입력 한 개의 왕복을 말로 설명하고, 함수의 입력·실패·출력을 찾아 읽을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7FCEEB4-7DF9-4029-8679-E15EE67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   5 / 189</a:t>
            </a:r>
          </a:p>
        </p:txBody>
      </p:sp>
    </p:spTree>
    <p:extLst>
      <p:ext uri="{BB962C8B-B14F-4D97-AF65-F5344CB8AC3E}">
        <p14:creationId xmlns:p14="http://schemas.microsoft.com/office/powerpoint/2010/main" val="1297035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0CDF1A6-31EE-4542-8837-35365C2D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1B18575-3CCA-480E-AB6F-64ABE8A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L01 W 입력 한 개의 왕복과 함수 읽기 · 7쪽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운전 요청이 계산된 상태로 돌아오는 경로를 설명하고 GetLatestState의 실패와 출력 약속을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2124BE7-FDB0-4A53-8DA2-3C43BA33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L02 프로세스, 이벤트 루프와 콜백 · 18쪽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main의 io_context와 방송 콜백을 읽고 등록 시점·호출 시점·객체 수명을 구분합니다.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19CC07D-307F-4E57-845D-3547FD3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   6 / 189</a:t>
            </a:r>
          </a:p>
        </p:txBody>
      </p:sp>
    </p:spTree>
    <p:extLst>
      <p:ext uri="{BB962C8B-B14F-4D97-AF65-F5344CB8AC3E}">
        <p14:creationId xmlns:p14="http://schemas.microsoft.com/office/powerpoint/2010/main" val="522925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16E0806-DB66-4B22-8C12-8572A61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 입력 한 개의 왕복과 함수 읽기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73AA9D9-11CE-44E3-935E-BCA682D1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Unreal은 60fps인데 키 반응이 늦습니다. 화면 주사율만으로 서버 입력이 최신인지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판단할 수 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4AD65AA-A58A-438C-92E4-F705175C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입력·계산·표시의 책임을 먼저 나누어야 카메라나 메시지 형식만 고치며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원인과 다른 곳을 수정하는 일을 줄일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25E55AE-1280-4FEA-B39B-9B5899B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운전 요청이 계산된 상태로 돌아오는 경로를 설명하고 GetLatestState의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실패와 출력 약속을 읽습니다.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120BCA8-43F0-4926-9080-51B78928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Play를 눌러 서버에 연결해 본 경험이 있으면 됩니다. 함수의 세부 문법은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다시 풉니다.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C9CD41C-842B-4F4E-BEB0-A585EF42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7 / 189</a:t>
            </a:r>
          </a:p>
        </p:txBody>
      </p:sp>
    </p:spTree>
    <p:extLst>
      <p:ext uri="{BB962C8B-B14F-4D97-AF65-F5344CB8AC3E}">
        <p14:creationId xmlns:p14="http://schemas.microsoft.com/office/powerpoint/2010/main" val="736721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ECE0E1A-D833-492D-A889-F6AC4ACF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화면은 부드러운데 조작은 늦은 상황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D5388A8-2F7F-4DA8-A6A8-00EAF98F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카메라가 부드럽게 움직여도 운전 입력이 서버에 늦게 도착하면 차는 늦게 반응합니다. 화면을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그리는 횟수와 서버가 최신 입력으로 계산하는 시점은 서로 다른 관찰값이기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C98F164-970D-4A69-9322-49A5AC76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프로젝트에서 Unreal은 스로틀과 조향이라는 운전 의도를 보냅니다. 서버는 그 의도를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수락한 뒤 힘과 차량 상태를 계산합니다. 따라서 W 입력을 보냈다는 사실만으로 차량 위치가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바뀌었다고 판단할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B74A104-EED5-4253-9DC7-8D725730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읽을 때는 입력 생성, 서버 수락, 계산 결과 수신, 화면 표시를 나누어 질문합니다.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단계까지 정상인지 확인하면 지연 원인을 좁힐 수 있습니다. 이 왕복이 앞으로 읽을 함수들의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위치를 정해 줍니다.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4458E7-A7D5-483B-8665-C2F7A13C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8 / 189</a:t>
            </a:r>
          </a:p>
        </p:txBody>
      </p:sp>
    </p:spTree>
    <p:extLst>
      <p:ext uri="{BB962C8B-B14F-4D97-AF65-F5344CB8AC3E}">
        <p14:creationId xmlns:p14="http://schemas.microsoft.com/office/powerpoint/2010/main" val="276673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97C7B0-C31E-453C-B853-81FD246E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왕복 그림을 읽는 기준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9f04942164fdb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FCF25052-1581-4BE7-96FE-F7526D2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95FF7DA-975E-4394-86A6-8CE5590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9 / 189</a:t>
            </a:r>
          </a:p>
        </p:txBody>
      </p:sp>
    </p:spTree>
    <p:extLst>
      <p:ext uri="{BB962C8B-B14F-4D97-AF65-F5344CB8AC3E}">
        <p14:creationId xmlns:p14="http://schemas.microsoft.com/office/powerpoint/2010/main" val="14996307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35B7A9-876C-4527-BF9B-C1ABFA3C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왕복 그림을 읽는 기준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778451A-C7BA-4534-9EB3-5E3C3FAE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왼쪽 Unreal은 운전 의도를 ControlCommand에 담아 보내고, 오른쪽 C++ 서버는 계산된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WorldState를 돌려줍니다. 화살표 방향은 데이터를 누가 만들고 누가 소비하는지 나타냅니다.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8F651D7-6E96-47B1-B998-1F1EF11F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 보간은 받은 상태 사이를 부드럽게 보여 주는 작업입니다. 서버의 권한 있는 위치는 서버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계산이 갱신합니다. 이 그림을 보고 입력 메시지와 결과 메시지를 서로 바꾸어 설명하지 않는지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5E1EC76-EE53-4933-9B50-81F6C721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10 / 189</a:t>
            </a:r>
          </a:p>
        </p:txBody>
      </p:sp>
    </p:spTree>
    <p:extLst>
      <p:ext uri="{BB962C8B-B14F-4D97-AF65-F5344CB8AC3E}">
        <p14:creationId xmlns:p14="http://schemas.microsoft.com/office/powerpoint/2010/main" val="1425781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DCB6349-2557-4749-874E-E0B3131B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자료와 접지 계산의 책임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D7C5BA6-6BF4-4CA4-822D-AC6FD4B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Unreal이 지면을 측정한다는 말은 노면 위치와 높이 같은 자료를 만든다는 뜻입니다. 서버는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자료와 바퀴 위치를 사용하여 접촉을 판단하고 힘을 계산합니다. 자료 작성과 물리 계산은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연결되지만 서로 다른 책임입니다.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366A83A-C928-470F-A451-1983920B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경로에서는 측정 자료를 MapPackage로 내보내고 서버의 GroundQuery가 질의합니다. 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틱 서버가 Unreal에 레이를 요청한 뒤 응답을 기다리는 구조로 이해하면 실제 코드와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흐름을 상상하게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C7A97C6-15DB-4598-AA4A-A989BFF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카메라 회전이 답답하면 표시 계층을 먼저 보고, 지면을 뚫으면 측정 자료와 서버 접촉 계산의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연결을 봅니다. 이렇게 관찰한 증상을 책임에 배치하는 이유는 관련 없는 부분까지 한꺼번에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고치지 않기 위해서입니다.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D086ED4-C53D-4DFD-AB9E-B912B061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11 / 189</a:t>
            </a:r>
          </a:p>
        </p:txBody>
      </p:sp>
    </p:spTree>
    <p:extLst>
      <p:ext uri="{BB962C8B-B14F-4D97-AF65-F5344CB8AC3E}">
        <p14:creationId xmlns:p14="http://schemas.microsoft.com/office/powerpoint/2010/main" val="16586075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31780D4-2E81-4A00-A951-321B61F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상태를 요청하는 실제 함수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8ABD7AF-24F7-4202-9742-5AEEB81B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unreal/DriveIntegration/Source/DriveIntegration/SimCoreClientComponent.cpp:139-149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D7FC7AE-AE86-40A8-8D37-45C7DD93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EE73DEF-78B5-405B-9B90-D9C917AD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DD1374A-33F6-401A-8A7C-2DE592B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USimCoreClientComponent::GetLatestState(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SimCoreProtocol::FVehicleState&amp; OutState,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float&amp; OutStateAgeSeconds) const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(!bHasState)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OutState = LatestState;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OutStateAgeSeconds = static_cast&lt;float&gt;(FMath::Max(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FPlatformTime::Seconds() - LatestStateReceiveTimeSeconds));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2EB38E3-8F39-4D08-A9D0-2FF15095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bool 반환값은 성공 여부이고, OutState와 OutStateAgeSeconds는 결과를 써 주는 통로입니다.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9FCED77B-977E-4B75-92AA-262D702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143행의 실패 경로와 144~148행의 성공 경로를 나누어 읽습니다.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A6D9F5A-E704-49E6-9CEB-445E20AB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12 / 189</a:t>
            </a:r>
          </a:p>
        </p:txBody>
      </p:sp>
    </p:spTree>
    <p:extLst>
      <p:ext uri="{BB962C8B-B14F-4D97-AF65-F5344CB8AC3E}">
        <p14:creationId xmlns:p14="http://schemas.microsoft.com/office/powerpoint/2010/main" val="3705508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5224E11-E5E9-4CD1-B28E-B712440C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GetLatestState의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D3DAE95-0BAC-4287-ACBA-E7CC5564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139~141행은 호출자가 상태와 상태 나이를 받을 수 있다는 약속입니다. 두 출력 매개변수의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&amp;는 호출자가 준비한 변수에 결과를 쓸 수 있게 합니다. 함수 뒤 const는 이 호출이 일반 멤버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바꾸지 않는다는 제한입니다.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DDA2E15-77D0-4BB4-B9AD-B511D787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143행에서 아직 받은 상태가 없으면 즉시 false를 반환합니다. 이 경로는 출력 변수에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결과를 쓰지 않습니다. 호출자가 이전 값이 남은 변수를 그대로 읽으면 없는 최신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있다고 착각할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78D0846-EAE7-4CAE-B25F-3B8D9231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144행은 저장된 상태를 복사합니다. 145~147행은 현재 시각에서 마지막 수신 시각을 빼고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음수는 0으로 제한합니다. 148행의 true는 이 출력이 이번 성공 경로에서 채워졌다는 뜻이며,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차량이 움직였다는 뜻은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EFB209A-B772-4C4C-9BB8-88272359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13 / 189</a:t>
            </a:r>
          </a:p>
        </p:txBody>
      </p:sp>
    </p:spTree>
    <p:extLst>
      <p:ext uri="{BB962C8B-B14F-4D97-AF65-F5344CB8AC3E}">
        <p14:creationId xmlns:p14="http://schemas.microsoft.com/office/powerpoint/2010/main" val="18387615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394E974-DBFF-406D-93A1-6F612A7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숫자를 넣어 읽는 성공과 실패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8579034-CCE8-43C9-8946-96B6536E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마지막 상태 수신 시각을 10.0초, 현재 시각을 10.2초라고 두겠습니다.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bHasState가 참이면 함수는 저장 상태를 복사하고 나이 0.2초를 돌려줍니다. 0.2초는 서버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 시간 자체가 아니라 수신 후 경과입니다.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D4D41E5-F17F-4EC3-8F96-AE5E594F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숫자를 준비해도 bHasState가 거짓이면 143행에서 끝납니다. 출력 변수에 이전 호출의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5가 남았더라도 이번 결과로 채택할 수 없습니다. 성공 여부를 먼저 확인해야 하는 이유가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실패 경로에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484A64F-4F0B-49ED-956B-FB95B45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긴 함수도 이 방법으로 읽습니다. 먼저 반환형을 보고, 결과를 쓰는 줄과 조기 반환을 찾은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호출만 따라갑니다. 이름을 모두 외우는 것보다 어떤 조건에서 어떤 값이 유효한지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설명하는 것이 우선입니다.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C98EF4D-BD9D-45DB-B7AA-66130E83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14 / 189</a:t>
            </a:r>
          </a:p>
        </p:txBody>
      </p:sp>
    </p:spTree>
    <p:extLst>
      <p:ext uri="{BB962C8B-B14F-4D97-AF65-F5344CB8AC3E}">
        <p14:creationId xmlns:p14="http://schemas.microsoft.com/office/powerpoint/2010/main" val="10678117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F00026-7EF2-47DC-9183-D45B0165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상태의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E3FF5C2-86BB-443C-9D11-EB715FD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W를 눌러 ControlCommand를 보낸 직후 서버 위치도 반드시 바뀌었다고 말할 수 있나요?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계산과 수락 단계 중 필요한 단계를 적어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68C3B6D-310C-4D19-9E4B-6832E371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GetLatestState가 false를 반환했는데 OutState.Speed에 5가 남아 있습니다. HUD에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5로 표시해도 되는지 실패 경로를 근거로 설명하세요.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E46A350-0441-49C0-AA0D-F5FDD291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카메라 보간과 노면 접지 힘을 각각 어느 책임에 연결해야 하나요? 단순히 Unreal 또는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서버라고 답하지 말고 무엇을 만들거나 계산하는지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C3E586-3D51-491D-A5B5-7BFAF43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15 / 189</a:t>
            </a:r>
          </a:p>
        </p:txBody>
      </p:sp>
    </p:spTree>
    <p:extLst>
      <p:ext uri="{BB962C8B-B14F-4D97-AF65-F5344CB8AC3E}">
        <p14:creationId xmlns:p14="http://schemas.microsoft.com/office/powerpoint/2010/main" val="6673136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339788A-8AB0-4DF6-8EFC-E22F672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유효한 결과를 고르는 기준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1EE32D5-EDDB-4593-AF9B-635DD058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답은 즉시 확정할 수 없다는 것입니다. 메시지가 도착한 뒤 서버가 현재 연결의 입력인지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검증해야 하고, 수락한 입력으로 물리 계산을 진행해야 합니다. 요청과 결과를 나누어야 통신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문제를 물리 문제로 오해하지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F8B5E2D-6757-4940-BB31-E9E4968B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최신 상태로 표시하면 안 됩니다. 143행의 false 경로는 출력값을 채우지 않으므로 숫자 5는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이전 데이터일 수 있습니다. C에서 카메라는 화면 표시 책임이고 접지 힘은 측정 지면 자료를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소비하는 서버 계산 책임입니다.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EB02472-9013-4695-A418-F7583099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왕복을 설명할 때 함수 이름만 나열하지 말고 각 함수가 받는 값과 보장하는 결과를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말해 보세요. 다음 단원에서는 이 함수들이 실행되는 프로세스와 이벤트 루프를 구분하여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지연이 생길 수 있는 위치를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D0D6DC-50EE-4F75-9199-A3BDD5ED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16 / 189</a:t>
            </a:r>
          </a:p>
        </p:txBody>
      </p:sp>
    </p:spTree>
    <p:extLst>
      <p:ext uri="{BB962C8B-B14F-4D97-AF65-F5344CB8AC3E}">
        <p14:creationId xmlns:p14="http://schemas.microsoft.com/office/powerpoint/2010/main" val="5085566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F719407-C2D3-4782-AF80-136E9CD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C2DBECD-F491-4527-8655-D233B5A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운전 요청이 계산된 상태로 돌아오는 경로를 설명하고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GetLatestState의 실패와 출력 약속을 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511A7A4-37AF-405C-B18D-E1C4119C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입력·계산·표시의 책임을 먼저 나누어야 카메라나 메시지 형식만 고치며 원인과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다른 곳을 수정하는 일을 줄일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499B8D2-44DB-4710-BE12-E9F64729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함수들의 역할을 알았으므로 실제로 어느 프로그램과 실행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흐름이 이 함수들을 호출하는지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EE2A122-522F-453F-AD6F-29A701C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17 / 189</a:t>
            </a:r>
          </a:p>
        </p:txBody>
      </p:sp>
    </p:spTree>
    <p:extLst>
      <p:ext uri="{BB962C8B-B14F-4D97-AF65-F5344CB8AC3E}">
        <p14:creationId xmlns:p14="http://schemas.microsoft.com/office/powerpoint/2010/main" val="11855950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9FCEA06-6EF3-448D-A4B3-8FDB353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프로세스, 이벤트 루프와 콜백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EEA61D1-6CD3-406C-A248-AC4B3E1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비동기 통신을 썼는데 서버의 긴 계산 때문에 입력 처리도 늦어질 수 있습니다.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비동기와 병렬 실행이 같은 뜻일까요?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7042BB5-07FC-4926-965C-DCF7ECE8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실행 단위를 구분해야 다른 프로세스의 주소를 보내거나, 콜백 안의 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계산이 자동으로 다른 스레드에서 실행된다고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1C562BB-3173-49E3-A40A-61CEEC1C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현재 main의 io_context와 방송 콜백을 읽고 등록 시점·호출 시점·객체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787F2CA-51CF-4A29-B1B8-3367E85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요청과 결과, 함수 입력과 출력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0506F03-CC78-4994-A710-2614977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18 / 189</a:t>
            </a:r>
          </a:p>
        </p:txBody>
      </p:sp>
    </p:spTree>
    <p:extLst>
      <p:ext uri="{BB962C8B-B14F-4D97-AF65-F5344CB8AC3E}">
        <p14:creationId xmlns:p14="http://schemas.microsoft.com/office/powerpoint/2010/main" val="4509589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86F4A4-9B99-4BD8-9E32-59B4AD91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PC에 있어도 다른 메모리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56D47A6-8844-4E28-AC1B-C889DF1C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UnrealEditor와 simcore_publisher는 별도 프로세스입니다. 프로세스는 실행 중인 프로그램의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주소 공간과 자원을 가집니다. 서버 안의 차량 객체 주소를 Unreal에 보내도 같은 객체를 직접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읽을 수 있다는 보장이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6E68BD8-AA59-4324-A83A-4CEF1F5F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스레드는 한 프로세스 안에서 명령의 실행 순서를 진행하는 단위입니다. 같은 프로세스의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스레드는 메모리를 공유할 수 있지만, 동시에 값을 바꿀 때는 동기화가 필요합니다. 프로세스 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통신과 공유 변수 접근은 다른 문제입니다.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F96D1C-DBFD-4E21-A869-7A49CFD3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구분 때문에 현재 프로젝트는 차량 객체의 주소 대신 약속된 숫자와 문자열을 보냅니다.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클라이언트라는 말은 서비스를 이용하는 역할이고 스레드는 실행 단위입니다. 두 단어를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뜻으로 쓰면 디버깅 위치도 혼동하게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6067789-7196-4E9C-AD9A-AC6F5030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19 / 189</a:t>
            </a:r>
          </a:p>
        </p:txBody>
      </p:sp>
    </p:spTree>
    <p:extLst>
      <p:ext uri="{BB962C8B-B14F-4D97-AF65-F5344CB8AC3E}">
        <p14:creationId xmlns:p14="http://schemas.microsoft.com/office/powerpoint/2010/main" val="17063770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84D534-BBA0-48D4-A01B-72DDB250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비동기 호출이 해결하는 대기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B7A806-3807-444A-9587-BDA8BDAB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동기 읽기는 필요한 결과가 나올 때까지 호출 흐름을 기다리게 할 수 있습니다. 비동기 읽기는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작업을 요청하고 완료 시 실행할 함수를 등록합니다. 결과가 준비될 때 이벤트 루프가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함수를 호출한다는 방식으로 대기를 다룹니다.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DEA02CF-F063-42BB-B29B-25072CFD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 루프는 준비된 작업을 받아 실행하는 흐름입니다. 현재 main은 하나의 io_context를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만들고 ioc.run()을 호출합니다. 주 통신과 시뮬레이션 처리가 이 흐름을 공유하므로 한 콜백의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긴 계산은 다음 작업을 늦출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F354805-CE7A-4A58-ACE9-532D728F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비동기라는 이름만으로 CPU 계산이 다른 코어에 분산된다고 기대하면 안 됩니다. 지도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로더처럼 별도 작업 경로도 있지만, 준비한 지면을 물리에 적용하는 시점은 틱 경계입니다.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위치를 코드로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B9D07C9-9D0A-4E34-B4DC-5315CA3B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20 / 189</a:t>
            </a:r>
          </a:p>
        </p:txBody>
      </p:sp>
    </p:spTree>
    <p:extLst>
      <p:ext uri="{BB962C8B-B14F-4D97-AF65-F5344CB8AC3E}">
        <p14:creationId xmlns:p14="http://schemas.microsoft.com/office/powerpoint/2010/main" val="1395775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51AE73D-EA69-473E-BA3D-28B4293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방송 동작을 등록하는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9D4531B-C838-4E34-B2EA-1256E056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cpp/host/src/main.cpp:307-311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989A720-D5CB-47A3-AD42-E85CC28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623A6E81-CA36-4D57-A5A9-2F49EC1E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6DF2762-1F16-46BB-9851-C2BAFF0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SimulationHostCallbacks callbacks;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callbacks.broadcast_world_state = [&amp;ws_server, &amp;ioc, &amp;physics_replay](const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std::string&amp; message)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ws_server-&gt;broadcast_binary(message);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(physics_replay &amp;&amp; physics_replay-&gt;complete()) ioc.stop();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A790206-3046-43B2-B728-A3298BE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broadcast_world_state에 람다를 저장합니다. 이 줄을 실행할 때 아직 메시지를 방송하는 것은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DB9FED83-D0BE-43CB-A3D4-383B3019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대괄호는 주변 객체를 참조하는 방식을, 괄호는 나중에 전달받을 메시지를 선언합니다.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0193750-18D2-44AD-AE38-CCAB298C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21 / 189</a:t>
            </a:r>
          </a:p>
        </p:txBody>
      </p:sp>
    </p:spTree>
    <p:extLst>
      <p:ext uri="{BB962C8B-B14F-4D97-AF65-F5344CB8AC3E}">
        <p14:creationId xmlns:p14="http://schemas.microsoft.com/office/powerpoint/2010/main" val="1141731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0797247-04DC-48A2-A8FF-902711CF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람다와 콜백의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E25D8BA-140E-4F42-98D9-9392F6E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307행은 호출할 동작들을 담는 callbacks 객체를 준비합니다. 308행은 이름 없는 함수인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람다를 멤버에 저장합니다. ws_server와 ioc 앞의 &amp;는 원래 객체를 참조하여 나중에 사용할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있게 하는 참조 캡처입니다.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C94328D-35C1-4061-BC3F-A45BA4A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줄의 const std::string&amp; message는 콜백 실행 시 전달받는 메시지입니다. const는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참조를 통해 메시지를 바꾸지 않는 약속입니다. 309행이 실제 방송 호출이며, 등록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호스트가 콜백을 호출해야 도달합니다.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6BB01BF-53BD-42A0-8CF5-95A2E8D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310행은 물리 재생 검사가 존재하고 완료됐다면 이벤트 루프를 멈춥니다. 모든 방송이 서버를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종료하는 조건은 아닙니다. 이 발췌를 읽을 때 참조 캡처한 객체가 콜백 실행 시에도 살아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있어야 한다는 수명 조건까지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116B258-90E6-422B-9616-3500A16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22 / 189</a:t>
            </a:r>
          </a:p>
        </p:txBody>
      </p:sp>
    </p:spTree>
    <p:extLst>
      <p:ext uri="{BB962C8B-B14F-4D97-AF65-F5344CB8AC3E}">
        <p14:creationId xmlns:p14="http://schemas.microsoft.com/office/powerpoint/2010/main" val="8615222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1DAD159-82BB-4F1D-8B7C-A54B5E98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 루프가 실행되는 자리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5B133CC-B2D1-4C82-81E4-B4EC5CE7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cpp/host/src/main.cpp:409-413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BEB77E3-6423-44DC-B650-22B36047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28F2E62-CCF0-450B-B2B6-E09F611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333B37E-4E2F-4C7D-957D-8CBE5132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net::signal_set shutdown_signals(ioc, SIGINT, SIGTERM);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shutdown_signals.async_wait([&amp;ioc](const boost::system::error_code&amp; error, int)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(!error) ioc.stop();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ioc.run();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E9EA28D-D860-4F14-BF97-C9C6A058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 신호가 왔을 때 실행할 콜백을 먼저 등록하고 ioc.run()으로 이벤트 처리를 시작합니다.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25FDDD10-7A5F-4771-B293-854057C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io_context 생성과 run 호출은 서로 다른 작업입니다.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A58EC6A-3BE3-4EAA-803A-4FBED6FB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23 / 189</a:t>
            </a:r>
          </a:p>
        </p:txBody>
      </p:sp>
    </p:spTree>
    <p:extLst>
      <p:ext uri="{BB962C8B-B14F-4D97-AF65-F5344CB8AC3E}">
        <p14:creationId xmlns:p14="http://schemas.microsoft.com/office/powerpoint/2010/main" val="3186327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8D4BDA-2768-4BDA-BA3B-F54D105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시간 추적: 한 콜백이 오래 걸리면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41C265F-6A77-48BD-BB77-A272536F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틱 콜백이 시각 0ms에 시작하여 80ms 동안 계산한다고 가정합니다. 같은 이벤트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루프에서 20ms에 준비된 입력 수신 작업이 있어도, 실행 중인 콜백이 끝나야 다음 작업을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처리할 수 있는 상황이 생깁니다.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DBC7D34-0E07-42EE-AA2A-ADF6C33E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사례에서 네트워크 연결이 유지된다는 사실은 입력 처리가 제때 실행된다는 증거가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서버가 언제 읽고 언제 검증했는지까지 나누어야 합니다. 80ms라는 수치는 원리를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설명하기 위한 가정이며 현재 측정 결과는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F48AD41-0AB5-4C57-9E80-85AEED7C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 실행 흐름을 오래 점유하지 않도록 작업량을 제한하는 이유가 여기에 있습니다. 다만 임의로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스레드를 늘리면 공유 상태의 안전 문제가 추가됩니다. 다음 C++ 단원에서 수명과 잠금 약속을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배우는 이유도 이 연결에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62B76B4-79A0-4490-8524-97EDD20E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24 / 189</a:t>
            </a:r>
          </a:p>
        </p:txBody>
      </p:sp>
    </p:spTree>
    <p:extLst>
      <p:ext uri="{BB962C8B-B14F-4D97-AF65-F5344CB8AC3E}">
        <p14:creationId xmlns:p14="http://schemas.microsoft.com/office/powerpoint/2010/main" val="2371282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FFF24FE-5F28-40A6-ADAD-528A002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등록과 실행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EB5B11D-DA8D-4D7C-80CE-9183B33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callbacks.broadcast_world_state에 람다를 대입한 줄을 지나면 메시지가 이미 전송됐나요?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방송 호출이 있는 줄과 그 줄에 도달할 조건을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E1874C6-98B8-40BB-A1C6-26D4D68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두 프로그램이 같은 PC에서 실행 중입니다. 서버 객체의 주소를 64비트 정수로 보내면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Unreal에서 바로 역참조할 수 있나요?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F57609-2248-41B8-87C1-5EC4F1E1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비동기 수신을 사용하면서 같은 이벤트 루프에서 긴 계산을 실행하면 수신 콜백이 지연될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있나요? 비동기와 병렬 실행을 구분하여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945E0DE-D956-455D-9B23-A01218FF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25 / 189</a:t>
            </a:r>
          </a:p>
        </p:txBody>
      </p:sp>
    </p:spTree>
    <p:extLst>
      <p:ext uri="{BB962C8B-B14F-4D97-AF65-F5344CB8AC3E}">
        <p14:creationId xmlns:p14="http://schemas.microsoft.com/office/powerpoint/2010/main" val="20631566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6253AF-4712-45BA-8ACE-8F45ACC9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실행 흐름과 수명 조건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0B94CF5-0B3A-4C19-859F-A8FC7DB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A에서는 동작을 저장했을 뿐입니다. 호스트가 저장한 콜백을 호출하면 309행이 실행됩니다.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전달한 message를 사용하는 동안 그 문자열이 유효해야 하고, 캡처한 ws_server와 ioc도 사용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시점까지 살아 있어야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A9BFDAE-158F-4704-926F-D6AE4E4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주소 공간이 다른 프로세스이므로 허용되는 일반 통신 방식이 아닙니다. 의미 있는 값을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직렬화해야 합니다. C는 가능합니다. 같은 실행 흐름을 점유하는 계산은 이미 준비된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작업의 실행도 늦출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28E7ADE-1985-4BFF-8F00-4874D5F5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함수가 언제 실행되는지와 어느 객체를 사용하는지를 따로 설명할 수 있어야 합니다.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헤더 선언을 읽을 때 &amp;나 *가 보이면 단순 기호 이름보다 값 복사 여부와 변경 권한,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유효성 조건을 먼저 질문해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BB12F97-9330-4812-870A-918E53E6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26 / 189</a:t>
            </a:r>
          </a:p>
        </p:txBody>
      </p:sp>
    </p:spTree>
    <p:extLst>
      <p:ext uri="{BB962C8B-B14F-4D97-AF65-F5344CB8AC3E}">
        <p14:creationId xmlns:p14="http://schemas.microsoft.com/office/powerpoint/2010/main" val="13758523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FB56671-539C-4996-8F70-36DBD016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A825F33-55B8-4857-B048-EEBB7288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현재 main의 io_context와 방송 콜백을 읽고 등록 시점·호출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시점·객체 수명을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152F492-5298-4F7E-82FF-70E84F9B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실행 단위를 구분해야 다른 프로세스의 주소를 보내거나, 콜백 안의 긴 계산이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자동으로 다른 스레드에서 실행된다고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D7B9E93-7078-4AE5-AED5-8FF3D510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실행 흐름을 알았으므로 함수가 받는 참조와 포인터가 어떤 값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 약속인지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4F88157-537B-440A-A866-4A709BDF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27 / 189</a:t>
            </a:r>
          </a:p>
        </p:txBody>
      </p:sp>
    </p:spTree>
    <p:extLst>
      <p:ext uri="{BB962C8B-B14F-4D97-AF65-F5344CB8AC3E}">
        <p14:creationId xmlns:p14="http://schemas.microsoft.com/office/powerpoint/2010/main" val="304963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581A859-1871-4D39-A9E0-E4124838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값을 안전하게 전달하는 C++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826BF7D-CA59-4562-BF77-5AAB9B69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참조와 포인터를 단순 문법으로 외우지 않고, 누가 값을 소유하며 언제 사용할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있는지 판단하도록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85FAAA9-68DD-4087-AC8B-4D5677D1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함수 입력·출력 구분과 프로세스/스레드 개념을 알고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62B9520-CB74-4643-9CF0-FE9D579C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const 참조·포인터·optional이 표현하는 서로 다른 약속을 읽습니다. 빌린 메모리의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수명과 공유 입력을 잠그는 범위를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DF70391-E373-49FD-8B00-A061324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값 없음, 잘못된 수명, 동시 접근을 각각 다른 실패 원인으로 구분합니다.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DFBD7A5-471F-45C0-B32F-EDE0BED2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   28 / 189</a:t>
            </a:r>
          </a:p>
        </p:txBody>
      </p:sp>
    </p:spTree>
    <p:extLst>
      <p:ext uri="{BB962C8B-B14F-4D97-AF65-F5344CB8AC3E}">
        <p14:creationId xmlns:p14="http://schemas.microsoft.com/office/powerpoint/2010/main" val="10488089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338881-5A4A-4731-8FE2-169114DA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4DE313D-BE4C-47E3-871E-B616BA08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L03 선언, 참조, 포인터와 값 없음 · 30쪽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헤더와 구현을 연결하여 const 참조·포인터·optional의 목적과 실패 처리를 실제 코드에서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EEA6BB4-E67C-43CF-BA12-F38DA0A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 빌린 메모리의 수명과 공유 입력 잠금 · 43쪽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뷰·소유권·참조 캡처의 차이와 mutex/RAII가 보호하는 정확한 범위를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2387852-D9E7-4AF8-99B8-C996CFF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   29 / 189</a:t>
            </a:r>
          </a:p>
        </p:txBody>
      </p:sp>
    </p:spTree>
    <p:extLst>
      <p:ext uri="{BB962C8B-B14F-4D97-AF65-F5344CB8AC3E}">
        <p14:creationId xmlns:p14="http://schemas.microsoft.com/office/powerpoint/2010/main" val="20135637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B3C90E0-878E-49DA-B044-92E6D3C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선언, 참조, 포인터와 값 없음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50CB801-3130-4420-A047-C69FAC2C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함수가 값을 복사하는지, 호출자의 변수를 바꾸는지, 결과가 없을 수 있는지 선언만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보고 알 수 있어야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65224BB-9E8B-4EAC-8766-A3F8DD0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출력 포인터를 무조건 사용하거나 지면 질의 실패를 높이 0으로 바꾸면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유효하지 않은 정보를 실제 상태처럼 계산하게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84DFD91-CB34-4628-BEBA-ED964018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헤더와 구현을 연결하여 const 참조·포인터·optional의 목적과 실패 처리를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코드에서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DA11C0F2-D499-403C-9760-E96BA3E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성공 반환과 L02의 메모리/수명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9056280-E223-448F-AAFF-8793555B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30 / 189</a:t>
            </a:r>
          </a:p>
        </p:txBody>
      </p:sp>
    </p:spTree>
    <p:extLst>
      <p:ext uri="{BB962C8B-B14F-4D97-AF65-F5344CB8AC3E}">
        <p14:creationId xmlns:p14="http://schemas.microsoft.com/office/powerpoint/2010/main" val="2591940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7478CC2-25A2-4B88-882B-2F571D49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 선언이 먼저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A1F87E2-6E17-48FB-B23D-E12EF4A2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어떤 함수를 호출하려면 어떤 값을 넣고 어떤 결과를 받을지 알아야 합니다. 헤더는 호출자가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알아야 할 타입과 함수 선언을 제공합니다. 구현 파일은 그 약속을 실제 조건 검사와 계산으로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수행하는 본문을 담습니다.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4E1CCD1-7CA2-46BF-92F0-C295809F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SimulationHost의 헤더에서 handle_client_message는 문자열 범위, 연결 세대, 수신 시각을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받습니다. 호출자가 이 정보를 제공하는 이유는 같은 바이트라도 어느 연결에서 언제 왔는지에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 수락 결과가 달라지기 때문입니다.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41215E6-5CEE-40D4-896A-82EF2C7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헤더를 읽은 뒤 이름으로 구현을 찾으면 긴 파일도 목적을 잃지 않고 읽을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반환값과 매개변수의 역할을 한 문장으로 적고, 구현에서 그 약속을 지키는 성공 경로와 실패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각각 찾아보세요.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4959925-7C8B-4B9B-BBDA-73A13216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31 / 189</a:t>
            </a:r>
          </a:p>
        </p:txBody>
      </p:sp>
    </p:spTree>
    <p:extLst>
      <p:ext uri="{BB962C8B-B14F-4D97-AF65-F5344CB8AC3E}">
        <p14:creationId xmlns:p14="http://schemas.microsoft.com/office/powerpoint/2010/main" val="11803392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14F152D-193B-436D-A758-64773864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처리 함수의 헤더 선언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92DF2B3-0DE9-44A4-AF2B-3283CD2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cpp/host/src/simulation_host.hpp:132-137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9B7CC65-33FC-4E68-825B-43C6DFF1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155AEAF-C9D8-4AF3-A800-577E7B9E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74376EC-CFDD-4AA6-B84E-4BA186A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start();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ClientMessageResult handle_client_message(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std::string_view message,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std::uint64_t connection_generation = 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Clock::time_point received_at = Clock::now());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17F6A01-37C9-4E70-BC28-0BD1C75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start와 stop은 반환값이 없는 함수입니다. handle_client_message는 처리 결과를 돌려줍니다.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4F41EA06-8A76-42D1-969A-DFBE137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67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인수가 적혀 있어도 실제 호출 경로가 어떤 값을 넘기는지 따로 확인해야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8F205D6-8221-483B-953F-72C031BF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32 / 189</a:t>
            </a:r>
          </a:p>
        </p:txBody>
      </p:sp>
    </p:spTree>
    <p:extLst>
      <p:ext uri="{BB962C8B-B14F-4D97-AF65-F5344CB8AC3E}">
        <p14:creationId xmlns:p14="http://schemas.microsoft.com/office/powerpoint/2010/main" val="43755971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83CB7C-8F6F-4AFE-ADCA-050DFD94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 발췌의 읽기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EB36C1B-643A-4CCD-AA6B-15A5FBCA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132~133행의 void는 함수가 결과값을 반환하지 않는다는 뜻입니다. 134행의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ClientMessageResult는 메시지 처리를 어떤 결과로 끝냈는지 표현합니다. 반환형을 보면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호출자가 무엇을 검사해야 하는지 예상할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EB2226D-36BC-47C6-890A-ECDBAA0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135행의 string_view는 메시지의 메모리를 바라보는 범위입니다. 이 선언만으로 바이트의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소유권을 얻지는 않습니다. 136행은 연결 세대를 받고, 137행은 서버 수신 시각을 받습니다. 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 메시지 내용 외의 실행 맥락입니다.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988E2E6-B043-42D1-98B3-3ACDFDD1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연결 세대 0과 기본 현재 시각은 인수를 생략한 호출에 적용됩니다. 이것만 보고 생산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통신 경로가 식별과 시간 검사를 생략한다고 결론 내리면 안 됩니다. 구현과 실제 호출자가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명시적으로 넘기는 값을 함께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12D0BAB-0F3D-4A19-890B-69325976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33 / 189</a:t>
            </a:r>
          </a:p>
        </p:txBody>
      </p:sp>
    </p:spTree>
    <p:extLst>
      <p:ext uri="{BB962C8B-B14F-4D97-AF65-F5344CB8AC3E}">
        <p14:creationId xmlns:p14="http://schemas.microsoft.com/office/powerpoint/2010/main" val="1785435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8CA7788-E346-4FD6-A891-7985FD5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읽기 전용 참조를 내부 값으로 복사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37E9E59-989C-41DA-AF31-07F0F744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cpp/host/src/physics/vehicle_physics.cpp:629-637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0B55503-4CF9-40ED-B628-E9F3744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5755428-6FB9-4254-98E8-39555C3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AB90805-C022-49E2-A269-25934AF9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VehiclePhysics::set_input(const VehicleInput&amp; input)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std::lock_guard lock(input_mutex_);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 = input;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input_.throttle = std::isfinite(input_.throttle)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? std::clamp(input_.throttle, 0.f, 1.f) :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input_.brake = std::isfinite(input_.brake)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? std::clamp(input_.brake, 0.f, 1.f) :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input_.steering = std::isfinite(input_.steering)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? std::clamp(input_.steering, -1.f, 1.f) : 0.f;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4EEFF20-CD9B-49C5-98AE-1E6859D4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호출자의 input을 const 참조로 읽고, 내부 input_에 복사한 뒤 정상 범위로 제한합니다.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A30D64BA-243B-4AA6-8DD3-D2AC6AE7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const는 함수 전체나 input_의 불변을 뜻하지 않습니다.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32A1204-D9D7-4839-95D9-BE0BCB27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34 / 189</a:t>
            </a:r>
          </a:p>
        </p:txBody>
      </p:sp>
    </p:spTree>
    <p:extLst>
      <p:ext uri="{BB962C8B-B14F-4D97-AF65-F5344CB8AC3E}">
        <p14:creationId xmlns:p14="http://schemas.microsoft.com/office/powerpoint/2010/main" val="16187394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35CCD77-4799-4CA3-A4F1-8276A49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const와 복사가 맡는 서로 다른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762577E-69C6-406F-A4AF-70F35A8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629행의 const VehicleInput&amp;는 호출자가 준 객체를 읽는 통로입니다. 참조를 받으므로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매개변수를 만들 때 전체 입력을 복사할 필요가 없고, const를 붙여 이 통로를 통해 원본을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바꾸지 않겠다고 선언합니다.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F6268B6-2A3A-46F1-8D24-5421008F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630행은 공유 입력 저장소를 잠급니다. 631행의 input_ = input은 내부 보관용 복사입니다.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함수가 반환한 뒤에도 다음 물리 틱에서 입력을 사용해야 하므로 호출자의 임시 객체 수명에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계속 의존하지 않도록 보관합니다.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528AEDD-4509-47B6-99A4-6880B26A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632~637행은 유한한 숫자인지 확인한 뒤 스로틀·브레이크는 0~1, 조향은 -1~1로 제한합니다.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스로틀 1.2는 내부에서 1이 됩니다. const가 있어도 내부 복사본을 정리할 수 있다는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점을 코드가 직접 보여 줍니다.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9764EB9-21E0-405E-9B3D-8EEC7A1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35 / 189</a:t>
            </a:r>
          </a:p>
        </p:txBody>
      </p:sp>
    </p:spTree>
    <p:extLst>
      <p:ext uri="{BB962C8B-B14F-4D97-AF65-F5344CB8AC3E}">
        <p14:creationId xmlns:p14="http://schemas.microsoft.com/office/powerpoint/2010/main" val="1352772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86FA916-6AE2-4382-89E0-264437BB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선택적인 오류 출력 포인터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AEA63AD-D420-4735-87C7-3C900DD9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cpp/host/src/protocol/vehicle_message_decoder.cpp:21-26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8CEA049-C578-4545-BDAE-5BE437E2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3B77368-A7E8-4BC6-954B-5F46A688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9C71A6D-FE5E-4DB7-BD7E-2919C606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set_error(std::string* error, std::string_view message)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(error)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*error = std::string(message);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1E29A9D-E6EC-481B-A32A-4E2438BA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error는 오류 문장을 받을 문자열을 가리킵니다. 출력이 필요 없다면 호출자가 nullptr를 줄 수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EC368069-2669-4048-84C5-F4FB052C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if (error)는 포인터 유무를 확인한 뒤 역참조하도록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B618AF7-85F1-492B-AAD7-46D4BB4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36 / 189</a:t>
            </a:r>
          </a:p>
        </p:txBody>
      </p:sp>
    </p:spTree>
    <p:extLst>
      <p:ext uri="{BB962C8B-B14F-4D97-AF65-F5344CB8AC3E}">
        <p14:creationId xmlns:p14="http://schemas.microsoft.com/office/powerpoint/2010/main" val="17941977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ABDD59B-1914-4315-84BA-C215227E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포인터 검사와 optional의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5578AA4-744C-49BD-8A27-A830E120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21행의 std::string*는 문자열 객체를 가리키는 포인터입니다. 23행이 포인터가 없는 경우를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걸러 주고, 24행의 *error가 실제 출력 객체를 선택합니다. nullptr 검사만으로 이미 파괴된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객체의 수명까지 증명할 수는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C1F34B6-859F-4C85-BE63-CF63D540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optional&lt;T&gt;는 결과 T가 있는 상태와 없는 상태를 한 반환형에 담습니다. 예를 들어 지면 높이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0m는 유효한 결과일 수 있으므로, 지면을 못 찾았다는 실패를 숫자 0과 같은 값으로 표현하면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둘을 구분할 수 없게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5054278-60DB-4E6D-8E09-18E59CC7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포인터가 선택적 출력 통로라면 optional은 결과의 존재 여부를 표현합니다. 이 목적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기억하면 왜 오류 문장은 포인터로 받고 지면 질의는 optional을 반환하는지 설명할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둘 다 없는 경우의 처리 정책이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53E89C0-41B1-4B36-8528-328C663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37 / 189</a:t>
            </a:r>
          </a:p>
        </p:txBody>
      </p:sp>
    </p:spTree>
    <p:extLst>
      <p:ext uri="{BB962C8B-B14F-4D97-AF65-F5344CB8AC3E}">
        <p14:creationId xmlns:p14="http://schemas.microsoft.com/office/powerpoint/2010/main" val="744414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50B3C32-BCCA-4AC2-B206-AD79E56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지면을 찾지 못한 실제 반환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F631B60E-6865-4F75-BA97-E77E2DE6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cpp/host/src/terrain/ground_query.hpp:94-102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6410293-6D7E-479C-94FA-111F0AF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FC1780C-E8F8-44CB-8D0C-7FDC7890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1F08118-002C-451C-B5C8-B394271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distance = request.origin_enu.up_m - height_enu_m_;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(distance &lt; 0.0 || distance &gt; request.max_distance_m)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std::nullopt;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GroundHit{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{request.origin_enu.east_m, request.origin_enu.north_m, height_enu_m_},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{0.0, 0.0, 1.0},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distance};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467B420-9220-4727-99D4-5456950E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발췌는 FlatGroundQuery의 평지 질의입니다. 전체 지도 탐색 구현과 구분해서 읽습니다.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9B8F8A63-B330-41EC-8243-EDA2D7CA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질의 시작점 아래의 거리 범위에 평지가 있어야 GroundHit를 반환합니다.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A68B4DD-1C78-4FE8-8C2E-B9424B5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38 / 189</a:t>
            </a:r>
          </a:p>
        </p:txBody>
      </p:sp>
    </p:spTree>
    <p:extLst>
      <p:ext uri="{BB962C8B-B14F-4D97-AF65-F5344CB8AC3E}">
        <p14:creationId xmlns:p14="http://schemas.microsoft.com/office/powerpoint/2010/main" val="19874135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65E2F03-70EC-4D9D-8985-A3BC8F11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질의에 숫자를 넣는 과정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9EABBD9-C510-4429-A576-B64213A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94행은 시작 높이에서 평지 높이를 빼 거리로 만듭니다. 교육용으로 시작점 1.5m, 평지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0.2m이면 아래 거리 1.3m입니다. 최대 질의 거리 2m라면 범위 안이므로 99~102행에서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위치·법선·거리를 돌려줍니다.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E844CE4-2C8D-40F8-B2BC-A5D5FD1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시작점에서 최대 거리를 1m로 줄이면 95행 조건이 참이고 96행의 nullopt로 끝납니다.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평지가 시작점보다 위에 있어 거리 자체가 음수인 경우도 실패합니다. 실패는 아래 방향 질의가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 지면을 찾지 못했다는 뜻입니다.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435ED80-8BC7-4F30-BFC6-78B4C4A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이때 호출자가 높이 0m를 임의로 만들면 원래 존재하지 않던 지지를 계산에 넣게 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실제 높이 0m를 실패로 버려도 잘못입니다. 반환값의 존재를 검사한 뒤 성공한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GroundHit만 계산에 사용하는 이유가 여기에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2E70446-B033-4E42-85FB-CC08992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39 / 189</a:t>
            </a:r>
          </a:p>
        </p:txBody>
      </p:sp>
    </p:spTree>
    <p:extLst>
      <p:ext uri="{BB962C8B-B14F-4D97-AF65-F5344CB8AC3E}">
        <p14:creationId xmlns:p14="http://schemas.microsoft.com/office/powerpoint/2010/main" val="21045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0080C7E-F1C8-48A9-A881-51F7AE70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기호보다 약속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E6127C2-678E-4EB6-9EB1-9E0C20F6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const VehicleInput&amp; input을 받은 함수 안에서 input_ = input을 실행할 수 있는 이유를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원본과 내부 복사본으로 나누어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0A07297-3D60-4147-84F3-597E7E39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error가 nullptr일 때 set_error는 어느 줄에서 문자열 대입을 건너뛰나요? nullptr가 아니라는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사실이 객체 수명까지 보장하나요?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6C1F620-CCFE-4F11-94DA-90AC82FE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시작 높이 2m, 평지 높이 0m, 최대 질의 거리 1m입니다. 함수 결과와 그 이유를 적고,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결과를 높이 0으로 대체할 때 생기는 문제를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DB23813-9CDC-4670-8244-29065071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40 / 189</a:t>
            </a:r>
          </a:p>
        </p:txBody>
      </p:sp>
    </p:spTree>
    <p:extLst>
      <p:ext uri="{BB962C8B-B14F-4D97-AF65-F5344CB8AC3E}">
        <p14:creationId xmlns:p14="http://schemas.microsoft.com/office/powerpoint/2010/main" val="199977523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0348CA2-21AF-427E-BB3D-6BAFF50F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변경 권한과 결과 유효성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5185C76-498C-4F84-BA53-08E4B7E3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const는 input 참조를 통한 원본 변경을 제한합니다. input_는 별도의 내부 객체이므로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복사하고 범위를 제한할 수 있습니다. 선언의 const 위치와 실제 대입 대상이 무엇인지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구분해야 코드 전체가 불변이라고 오해하지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AAEA61E-0A8A-4B0B-A764-B0754B1D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23행의 조건이 거짓이므로 24행을 건너뜁니다. 주소가 남아 있어도 대상이 이미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파괴됐으면 안전하지 않습니다. C는 거리 2m가 최대 1m를 넘으므로 nullopt입니다. 평지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높이가 0이라는 사실과 질의 성공 여부는 별개입니다.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BE47D62-DFA1-45A2-A32E-36D1EB7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헤더를 다시 볼 때 어떤 인수는 읽기 전용이고 어떤 통로는 출력용인지 표시해 보세요.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단원은 값의 주소를 갖고 있는 것과 값을 안전하게 사용할 수 있는 것이 왜 다른지, 수명과 공유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접근의 관점에서 이어집니다.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A2AA206-B2C8-47A5-886F-ED6B4B5E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41 / 189</a:t>
            </a:r>
          </a:p>
        </p:txBody>
      </p:sp>
    </p:spTree>
    <p:extLst>
      <p:ext uri="{BB962C8B-B14F-4D97-AF65-F5344CB8AC3E}">
        <p14:creationId xmlns:p14="http://schemas.microsoft.com/office/powerpoint/2010/main" val="43923042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8B30738-0C67-40DB-8452-550DD52B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3F57E61-FB75-4152-AC84-69C44E24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헤더와 구현을 연결하여 const 참조·포인터·optional의 목적과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실패 처리를 실제 코드에서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07493F5-9C05-45B8-8DDF-D3247B6F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출력 포인터를 무조건 사용하거나 지면 질의 실패를 높이 0으로 바꾸면 유효하지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않은 정보를 실제 상태처럼 계산하게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BB4BFCD-4F5C-4B81-89CC-CE17E1E3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값 전달 약속을 배운 다음에는 빌린 메모리의 수명과 동시에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접근하는 공유 입력을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9A4347-4E90-4854-85F5-7BB6401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42 / 189</a:t>
            </a:r>
          </a:p>
        </p:txBody>
      </p:sp>
    </p:spTree>
    <p:extLst>
      <p:ext uri="{BB962C8B-B14F-4D97-AF65-F5344CB8AC3E}">
        <p14:creationId xmlns:p14="http://schemas.microsoft.com/office/powerpoint/2010/main" val="35394404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2425FF8-E7BE-4145-8926-8C47BAC7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빌린 메모리의 수명과 공유 입력 잠금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26B947C-1F28-4B33-8F4C-0EEFC10C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메시지 뷰를 저장했는데 원본 버퍼가 사라지거나, 입력을 읽는 도중 다른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흐름이 값을 바꾸면 어떻게 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47F788C-2494-410C-AD4C-31F7A6A2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값의 존재 여부와 함께 사용 시점의 수명·동시 접근을 확인해야 읽기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전용이라는 이유만으로 안전하다고 착각하지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D9C5FE7-A1DC-47C0-B2C9-2903D75F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뷰·소유권·참조 캡처의 차이와 mutex/RAII가 보호하는 정확한 범위를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E9095B0-A373-412D-AFC9-A09048C8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L02의 스레드와 콜백, L03의 참조·포인터를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104B732-D7CF-4F9B-8A82-C905F1D7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43 / 189</a:t>
            </a:r>
          </a:p>
        </p:txBody>
      </p:sp>
    </p:spTree>
    <p:extLst>
      <p:ext uri="{BB962C8B-B14F-4D97-AF65-F5344CB8AC3E}">
        <p14:creationId xmlns:p14="http://schemas.microsoft.com/office/powerpoint/2010/main" val="116472130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FD3D7A-82D0-476B-AB56-DD2019E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읽기 전용이어도 사라질 수 있는 메모리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EE71919-757A-4911-B8F8-36A15DD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string_view와 TArrayView는 원본 메모리의 위치와 범위를 바라보는 가벼운 객체입니다. 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자체를 복사해도 원본 바이트 전체가 새로 생기지는 않습니다. 따라서 뷰를 오래 저장할수록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원본 버퍼의 수명을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61FCA56-A219-47C6-8703-871E07B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const는 그 통로로 값을 바꾸지 않는 제한입니다. 원본 객체를 자동으로 살아 있게 만드는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약속은 아닙니다. 예를 들어 지역 문자열을 가리키는 뷰를 저장한 뒤 함수가 끝나 문자열이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사라지면 이후 읽기는 안전하지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EF15428-C7E6-4F2F-A091-3FBFA924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메시지 처리와 자체 파서는 이런 뷰를 사용하므로, 파싱이 끝나는 범위와 바이트 보관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범위를 구분해서 읽어야 합니다. 나중에도 값을 써야 한다면 살아 있는 소유 객체를 유지하거나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데이터를 복사하는 방법이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FEA842D-D1DA-41B7-9BB9-310BD2BE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44 / 189</a:t>
            </a:r>
          </a:p>
        </p:txBody>
      </p:sp>
    </p:spTree>
    <p:extLst>
      <p:ext uri="{BB962C8B-B14F-4D97-AF65-F5344CB8AC3E}">
        <p14:creationId xmlns:p14="http://schemas.microsoft.com/office/powerpoint/2010/main" val="25431519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DB3386-E82C-413F-B2E6-97A04F86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 복사와 빌린 메모리의 비유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f3ee70b6748fe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EF5C5129-827C-4E96-B051-345A8654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A57BB4-C6B2-433D-AF21-A2810728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45 / 189</a:t>
            </a:r>
          </a:p>
        </p:txBody>
      </p:sp>
    </p:spTree>
    <p:extLst>
      <p:ext uri="{BB962C8B-B14F-4D97-AF65-F5344CB8AC3E}">
        <p14:creationId xmlns:p14="http://schemas.microsoft.com/office/powerpoint/2010/main" val="210343383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058169B-7A00-408D-8411-8C9B46A4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값 복사와 빌린 메모리의 비유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27E47AC-D21F-41B2-9AF5-6CDF2DC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Copy는 값을 별도 객체에 보관하고, Reference는 같은 객체를 다른 이름으로 접근하는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차이를 보여 줍니다. 포인터를 포함한 객체를 복사한다고 가리킨 데이터까지 항상 깊게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복사되는 것은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44EDCC5-8D9D-48C9-B406-9FB56034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View는 원본의 일정 범위를 빌려 보는 통로입니다. 원본 문서가 사라지면 빌린 범위도 유효하지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않다는 비유로 읽습니다. const나 뷰의 복사가 원본 수명까지 자동으로 늘려 주지 않는다는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점이 핵심입니다.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7E47DC-A05C-46D2-903E-48A9A293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46 / 189</a:t>
            </a:r>
          </a:p>
        </p:txBody>
      </p:sp>
    </p:spTree>
    <p:extLst>
      <p:ext uri="{BB962C8B-B14F-4D97-AF65-F5344CB8AC3E}">
        <p14:creationId xmlns:p14="http://schemas.microsoft.com/office/powerpoint/2010/main" val="176581662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D7AE68A-7CF0-4A2C-A7C2-7F4C5203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 객체와 빌린 접근 경로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15EFB1F-1AC3-4826-84D7-FB65DF3D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unique_ptr는 한 객체를 소유하며 정상적인 수명 종료 때 해제할 책임을 표현합니다. 참조와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포인터, 뷰는 보통 이미 존재하는 객체에 접근하는 경로입니다. 접근할 수 있다는 사실과 해제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책임을 갖는 것은 서로 다른 약속입니다.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DB41B6A-CBCD-4447-B9C6-68B76308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앞에서 본 방송 람다는 ws_server를 참조 캡처했습니다. 이 캡처가 서버 객체를 새로 만들거나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늘려 주지는 않습니다. 콜백을 보관하는 곳과 캡처 대상이 사라지는 시점을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나중의 호출이 안전합니다.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7AFFFE8-E6FF-43E6-8734-8099A423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메모리 문제를 읽을 때는 값을 누가 만들었는지, 누가 보관하는지, 마지막 사용이 언제인지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순서대로 적어 보세요. 이 세 질문은 네트워크 비동기 콜백처럼 등록 시점과 사용 시점이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떨어진 코드에서 특히 중요합니다.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210E676-D4C4-4EC8-8609-7BE3B113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47 / 189</a:t>
            </a:r>
          </a:p>
        </p:txBody>
      </p:sp>
    </p:spTree>
    <p:extLst>
      <p:ext uri="{BB962C8B-B14F-4D97-AF65-F5344CB8AC3E}">
        <p14:creationId xmlns:p14="http://schemas.microsoft.com/office/powerpoint/2010/main" val="130506872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5312A32-099B-4016-8827-95AC2171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공유 입력에 mutex가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101459-D605-47AC-A3C3-4D352336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입력을 쓰는 흐름과 물리 틱이 입력을 읽는 흐름이 같은 저장소에 접근할 수 있습니다. 읽는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도중 값이 바뀌면 스로틀은 새 입력이고 브레이크는 이전 입력인 불일치 상태를 관찰할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있으므로 접근을 조정해야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1B5DC22-B993-4C60-B3BC-9E182F1E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mutex는 보호 대상에 접근하는 실행 흐름이 같은 잠금 규칙을 지키도록 하는 도구입니다.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잠금을 잡고 공유 데이터를 읽거나 쓰는 구간을 임계 구역이라고 부릅니다. 잠금은 선언만으로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효과가 생기지 않고 실제 접근 경로가 따라야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88D4EA-521A-4A99-9C40-EA7E0175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공유 입력을 짧게 복사한 뒤 긴 물리 계산은 복사본으로 진행하면 잠금을 오래 잡을 필요가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줄어듭니다. 잠금이 오래 유지되면 입력을 쓰려는 쪽도 기다릴 수 있기 때문에 정확한 범위와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함께 설계합니다.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E4B32C5-211D-43E3-A004-04FFD7AF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48 / 189</a:t>
            </a:r>
          </a:p>
        </p:txBody>
      </p:sp>
    </p:spTree>
    <p:extLst>
      <p:ext uri="{BB962C8B-B14F-4D97-AF65-F5344CB8AC3E}">
        <p14:creationId xmlns:p14="http://schemas.microsoft.com/office/powerpoint/2010/main" val="134778032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D72395B-1183-4B35-B07F-30E6E616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틱 시작에서 입력을 복사하는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E3DEE37-49A1-4666-AE54-05A9C629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cpp/host/src/physics/vehicle_physics.cpp:685-692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A28DC50-F29C-4F70-AC5D-A5ADA41D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15CF893-2A43-4820-86E8-7371067A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499BB231-D3E6-4BE2-BD9B-B1E8756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VehicleInput in;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std::lock_guard lock(input_mutex_);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 = input_;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fdt = static_cast&lt;float&gt;(dt);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refresh_runtime_tire_supports(dynamic_proxies);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16E58B1-50C0-462A-BB84-127AF73A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안쪽 블록은 공유 input_을 지역 변수 in에 복사하는 동안만 잠금을 유지합니다.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1BEAC25F-5C96-4673-805B-F77F0C9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1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블록 뒤의 물리 계산은 잠금 객체가 사라진 뒤 실행됩니다.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A3A3564-204C-48C9-95DE-67700BD4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49 / 189</a:t>
            </a:r>
          </a:p>
        </p:txBody>
      </p:sp>
    </p:spTree>
    <p:extLst>
      <p:ext uri="{BB962C8B-B14F-4D97-AF65-F5344CB8AC3E}">
        <p14:creationId xmlns:p14="http://schemas.microsoft.com/office/powerpoint/2010/main" val="15215840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299D584-25C2-4E3F-B84B-18FABA3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RAII가 잠금 누락을 줄이는 원리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9085BB7-28A1-402E-950C-F8AD349F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685행은 이번 틱이 사용할 지역 입력 in을 만듭니다. 686행에서 작은 블록을 열고, 687행의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lock_guard 생성자가 mutex를 잠급니다. 688행은 공유 input_을 in으로 복사하므로 이번 틱에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사용할 한 묶음의 입력을 확보합니다.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F068615-A2B7-44F4-92CA-C8B3434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689행에서 블록이 끝나면 lock 객체의 수명이 끝나고 소멸자가 잠금을 해제합니다. 자원의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획득과 해제를 객체 수명에 연결하는 방식을 RAII라고 부릅니다. 사람이 모든 정상 반환 위치에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해제 호출을 반복할 필요를 줄입니다.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0F1DA57-E717-44D8-BA23-85CF2DC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691행 이후 계산은 지역 복사본을 쓸 수 있습니다. 이 구조의 목적은 계산 전체를 잠그는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공유 입력을 안전하게 얻는 데 있습니다. RAII가 있다고 다른 공유 객체나 잘못된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수명까지 자동으로 안전해지는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4927E05-CF02-41DC-BCC3-DB02D1F1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50 / 189</a:t>
            </a:r>
          </a:p>
        </p:txBody>
      </p:sp>
    </p:spTree>
    <p:extLst>
      <p:ext uri="{BB962C8B-B14F-4D97-AF65-F5344CB8AC3E}">
        <p14:creationId xmlns:p14="http://schemas.microsoft.com/office/powerpoint/2010/main" val="25601178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942174B-1160-427F-84B1-3D704046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변경 순서를 따라가는 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4156504-0F45-4A29-9EAD-77F84BA9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공유 입력의 스로틀이 0.2라고 가정합니다. 물리 틱이 잠금을 잡고 in에 0.2를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복사한 뒤 잠금을 풉니다. 이후 다른 흐름이 공유 입력을 0.8로 바꾸어도 이미 복사한 이번 틱의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in은 0.2를 유지합니다.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D31F042-2C64-4064-9A51-99914853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틱이 다시 잠금을 잡고 복사하면 0.8을 얻습니다. 한 틱 안에서 필요한 입력이 갑자기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바뀌지 않도록 시작 시점의 묶음을 사용하는 것입니다. 정확히 어느 틱부터 변경을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반영하는지는 실제 호출 순서와 실행 시점에 달려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2DC1A70-4DA6-4490-BF51-C2B87F1C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반면 지역 뷰만 복사했다면 원본 값까지 독립적으로 복사한 것이 아닙니다. 값 복사와 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복사를 같은 행동으로 읽으면 이 예를 잘못 예측하게 됩니다. 타입과 대입 대상을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하는 이유가 다시 드러납니다.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E759C66-7820-4862-9865-B1B3099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51 / 189</a:t>
            </a:r>
          </a:p>
        </p:txBody>
      </p:sp>
    </p:spTree>
    <p:extLst>
      <p:ext uri="{BB962C8B-B14F-4D97-AF65-F5344CB8AC3E}">
        <p14:creationId xmlns:p14="http://schemas.microsoft.com/office/powerpoint/2010/main" val="183126846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FAE2AE-17E6-4E36-801A-4D80BE7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수명과 잠금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AC554CA-547E-4B61-995C-F0FC1B3A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읽기 전용 뷰를 멤버에 저장하면 원본 지역 문자열이 사라져도 안전한가요? const와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소유권이 각각 보장하는 것을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6946F9E-39FA-438B-9B40-EFE0DBF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앞의 코드에서 잠금은 692행의 지면 지원 갱신까지 유지되나요? lock 객체가 생성되고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사라지는 줄을 근거로 답하세요.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4EF5B9C-E00D-4906-B1E2-A2649199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스로틀 0.2를 지역 in에 복사한 직후 공유 input_이 0.8로 바뀌면 이미 복사한 in은 어떻게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되나요? 뷰 복사였다면 왜 다시 확인해야 하나요?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5DF6C44-ABAE-40AA-A687-9329CC39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52 / 189</a:t>
            </a:r>
          </a:p>
        </p:txBody>
      </p:sp>
    </p:spTree>
    <p:extLst>
      <p:ext uri="{BB962C8B-B14F-4D97-AF65-F5344CB8AC3E}">
        <p14:creationId xmlns:p14="http://schemas.microsoft.com/office/powerpoint/2010/main" val="81895542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5505FAC-2C5D-4F13-AC93-0E6E00D7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어디까지 안전해지는가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0ADDA55-D741-4E25-8F95-B8CF37D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안전하지 않습니다. const는 수정 경로를 제한하지만 원본 수명을 연장하지 않습니다.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원본을 보관하는 소유 객체가 있어야 나중의 읽기를 보장할 수 있습니다. 람다의 참조 캡처도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수명 질문이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5886FAF-264D-4D73-A7B9-8AC2A43C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687행에서 생성한 lock이 689행에서 사라지므로 그 뒤 계산까지 잠그지 않습니다. C에서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VehicleInput을 값으로 복사한 in은 0.2를 유지합니다. 뷰를 복사했다면 원본 저장소를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바라보므로 같은 결론을 바로 낼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6EB543B-EBDF-47CA-A13B-B5B2FC5B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단원까지 C++를 읽는 기준은 변경 권한, 값의 존재, 소유권, 접근 시점입니다. 다음에는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메모리 구조를 그대로 다른 프로그램에 복사할 수 없는 이유를 바탕으로 TCP와 WebSocket,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Protobuf의 역할을 나누어 보겠습니다.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366C922-6FFD-4BDF-98F8-790F545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53 / 189</a:t>
            </a:r>
          </a:p>
        </p:txBody>
      </p:sp>
    </p:spTree>
    <p:extLst>
      <p:ext uri="{BB962C8B-B14F-4D97-AF65-F5344CB8AC3E}">
        <p14:creationId xmlns:p14="http://schemas.microsoft.com/office/powerpoint/2010/main" val="22053750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B2B13A-01B0-4F3C-8328-89AB4D0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FD7A892-1047-4B6A-B400-A5E33710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뷰·소유권·참조 캡처의 차이와 mutex/RAII가 보호하는 정확한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범위를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E142A1D-F336-4674-92FF-649A699B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값의 존재 여부와 함께 사용 시점의 수명·동시 접근을 확인해야 읽기 전용이라는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이유만으로 안전하다고 착각하지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25FC619-FA07-4F5A-BA34-1421807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메모리 내부의 안전한 전달을 알았으므로 다른 프로세스에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바이트를 보내는 통신 계층을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1170D78-0EA6-44E8-B5BE-920A75A0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54 / 189</a:t>
            </a:r>
          </a:p>
        </p:txBody>
      </p:sp>
    </p:spTree>
    <p:extLst>
      <p:ext uri="{BB962C8B-B14F-4D97-AF65-F5344CB8AC3E}">
        <p14:creationId xmlns:p14="http://schemas.microsoft.com/office/powerpoint/2010/main" val="195077339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AE956F6-6CF9-4C52-862E-75915C8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통신 통로와 메시지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D60E769-A9AF-411E-A99C-8C0FF729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연결은 됐는데 조작이 안 되는 상황을 통로·메시지 경계·데이터 해석·입력 수락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단계로 나누어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DF8A07E-29FA-49BC-B8CD-FCEA666C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C2의 객체 수명과 입력/출력 개념을 사용합니다. 네트워크 사전 지식은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E6A308E-3E9C-4BEF-BC24-2E18B71B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TCP, WebSocket, Protobuf가 각각 해결하는 문제를 설명합니다. 스키마의 타입·필드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번호·단위와 생성 코드의 역할을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8E24141-37B1-443F-870F-557BE971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vehicle.proto를 읽고 서버 생성 클래스와 Unreal 자체 파서를 함께 찾아갈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63CA2F3-025D-4AE9-857A-2EB95FEB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   55 / 189</a:t>
            </a:r>
          </a:p>
        </p:txBody>
      </p:sp>
    </p:spTree>
    <p:extLst>
      <p:ext uri="{BB962C8B-B14F-4D97-AF65-F5344CB8AC3E}">
        <p14:creationId xmlns:p14="http://schemas.microsoft.com/office/powerpoint/2010/main" val="9546751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F0C9BC-4D98-4895-AF22-32BDE870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DE9DBCC-4DDC-43CD-9CA3-DA48EDA2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L05 TCP, WebSocket과 직렬화의 역할 · 57쪽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통로·메시지 경계·직렬화·수락 정책을 구분하고 실제 분할 수신 코드를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D020856-9716-4E19-85B5-F28F359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L06 IDL, 생성 코드와 물리 단위 계약 · 69쪽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vehicle.proto와 protoc의 관계, 생성 클래스/자체 파서의 책임, ControlCommand/EntityState의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 차이를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B9D8E96-9D80-4667-BC57-0F8D43D5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   56 / 189</a:t>
            </a:r>
          </a:p>
        </p:txBody>
      </p:sp>
    </p:spTree>
    <p:extLst>
      <p:ext uri="{BB962C8B-B14F-4D97-AF65-F5344CB8AC3E}">
        <p14:creationId xmlns:p14="http://schemas.microsoft.com/office/powerpoint/2010/main" val="148502024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959A195-9EF0-433C-A1CE-EB13DB0A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TCP, WebSocket과 직렬화의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8C486D3-C688-466A-862D-AADD45E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연결 로그는 정상인데 메시지를 해석하지 못합니다. TCP가 바이트를 전달했다는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사실만으로 운전 데이터가 완성됐다고 볼 수 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10817E2-5D8B-44E2-8A95-319B53E8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통신 통로와 데이터 형식을 분리해야 프레임 분할 문제를 Protobuf 필드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문제로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349FB39-1929-431E-8D2B-E5D1595F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통로·메시지 경계·직렬화·수락 정책을 구분하고 실제 분할 수신 코드를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6681844B-AFA1-484D-B594-54E50A50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C2의 바이트 소유와 뷰 개념을 사용합니다. 네트워크 계층의 이름은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정의합니다.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2381424-6680-41EC-A776-F23770CD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57 / 189</a:t>
            </a:r>
          </a:p>
        </p:txBody>
      </p:sp>
    </p:spTree>
    <p:extLst>
      <p:ext uri="{BB962C8B-B14F-4D97-AF65-F5344CB8AC3E}">
        <p14:creationId xmlns:p14="http://schemas.microsoft.com/office/powerpoint/2010/main" val="116538705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8FE09AD-75BC-4E33-BF9E-4F11FBC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성공 뒤에도 남는 질문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1020279-E00E-43D0-93B2-509CE52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 프로그램이 TCP로 연결되면 순서 있는 바이트 흐름을 주고받을 수 있습니다. 그러나 바이트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흐름 자체는 어디까지가 차량 상태 한 개인지, 어떤 숫자가 스로틀인지 알려 주지 않습니다. 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문제를 해결하는 약속이 추가로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2E7AF8F-078F-4053-8037-314E13E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WebSocket은 메시지를 구분하는 통신 규칙을 제공합니다. 이 프로젝트는 그 메시지의 내용을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바이너리로 보냅니다. Protobuf는 그 내부 바이트를 필드와 값으로 표현하는 규칙이며,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메시지를 전달하는 소켓을 대신 열지는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21BA92-772C-4978-B4BE-47BEA1ED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애플리케이션은 해석한 명령을 받아도 되는지 검사합니다. 연결이 정상이고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바이트도 파싱됐어도 지도나 현재 연결 식별이 다르면 거부할 수 있습니다. 실패한 층을 나누는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것이 디버깅의 첫 질문이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9DC87D9-D07A-4D88-BD19-9FACD50E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58 / 189</a:t>
            </a:r>
          </a:p>
        </p:txBody>
      </p:sp>
    </p:spTree>
    <p:extLst>
      <p:ext uri="{BB962C8B-B14F-4D97-AF65-F5344CB8AC3E}">
        <p14:creationId xmlns:p14="http://schemas.microsoft.com/office/powerpoint/2010/main" val="150966131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48E3EEC-50D3-4D50-9F25-3190D305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계층마다 다른 확인 대상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D6832C4-213E-4AA6-9742-68663C5C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예를 들어 스로틀 0.5를 보낼 때 TCP는 바이트 전달을 담당하고 WebSocket은 바이너리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메시지의 경계를 담당합니다. Protobuf 파서는 해당 바이트에서 ControlCommand의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throttle이라는 값을 읽을 수 있게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E823246-2B5A-4608-B6DB-CAAE17C9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서버는 그 값이 현재 제어 연결에서 왔는지와 최신 입력인지 다시 검사합니다. 따라서 연결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재시도, 메시지 조립, 필드 해석, 제어권 확인은 서로 다른 근거를 봐야 합니다. 모든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실패 한 종류로 묶으면 원인을 놓칩니다.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3405217-CE39-4ED8-A3B3-A5B3D6D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왕복의 메시지 내용은 Protobuf 바이너리입니다. 스키마 파일 전체를 매 패킷에 붙여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보내는 방식은 아닙니다. 송신자와 수신자가 같은 필드 의미를 미리 알고 있어야 하므로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그 계약 파일을 함께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1AF7EF7-63C0-43EA-B58E-AB7DDBB2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59 / 189</a:t>
            </a:r>
          </a:p>
        </p:txBody>
      </p:sp>
    </p:spTree>
    <p:extLst>
      <p:ext uri="{BB962C8B-B14F-4D97-AF65-F5344CB8AC3E}">
        <p14:creationId xmlns:p14="http://schemas.microsoft.com/office/powerpoint/2010/main" val="122228471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054995-A64D-4787-AE1F-BD81700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통신 계층 그림의 읽는 순서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170e311764d48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B9C3A804-83A7-4D28-A8F5-C3310F0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030803-D562-4F45-A4DA-91ECE43B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60 / 189</a:t>
            </a:r>
          </a:p>
        </p:txBody>
      </p:sp>
    </p:spTree>
    <p:extLst>
      <p:ext uri="{BB962C8B-B14F-4D97-AF65-F5344CB8AC3E}">
        <p14:creationId xmlns:p14="http://schemas.microsoft.com/office/powerpoint/2010/main" val="206298850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C5DEDC-B830-4018-896C-7C07423E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통신 계층 그림의 읽는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84A2E56-121B-41FD-9708-376DAE8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TCP는 순서 있는 바이트 전달을, WebSocket은 메시지 경계를 담당합니다. 내부 Protobuf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바이트를 읽으면 throttle 같은 의미 있는 필드를 얻습니다. 각 층은 서로 다른 질문을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해결하므로 실패 원인도 나누어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E2E3C7F-D0DE-4637-879A-0186A4BD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Schema는 양쪽이 미리 공유하는 해석 계약입니다. schema 파일 전체를 매번 통신 패킷 안에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넣어 보낸다는 뜻으로 읽지 마세요. 현재 운전 메시지는 필드 태그와 값 바이트를 담고 서버는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 값을 별도 조건으로 수락합니다.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F4B1C54-9777-426B-8A33-5FC58EF2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61 / 189</a:t>
            </a:r>
          </a:p>
        </p:txBody>
      </p:sp>
    </p:spTree>
    <p:extLst>
      <p:ext uri="{BB962C8B-B14F-4D97-AF65-F5344CB8AC3E}">
        <p14:creationId xmlns:p14="http://schemas.microsoft.com/office/powerpoint/2010/main" val="70534046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9C83AF-F436-41DD-A27C-68F7B7E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메시지가 나누어 도착하는 경우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0342265-0B53-4CAD-8B11-5A9636C4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소켓 이벤트 한 번을 곧 완성 메시지 한 개라고 가정하면 분할 수신에서 실패할 수 있습니다.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조각의 끝과 논리적인 메시지의 끝을 구분해야 하므로 현재 Unreal 수신 경로는 완료 여부를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확인하며 바이트를 모읍니다.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99E9A7F-B19A-4542-828A-97B885FD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메시지 300바이트가 120바이트와 180바이트 조각으로 들어온다고 가정합니다. 첫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조각만 파서에 넘기면 뒤의 필드나 길이 범위가 잘린 상태일 수 있습니다. 마지막 조각이 온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300바이트를 해석해야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58FFA1B-E511-4C9E-84E4-A4FA81A4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조립 버퍼에는 크기 한도도 필요합니다. 끝나지 않는 데이터나 지나치게 큰 메시지를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모으면 메모리를 소모하기 때문입니다. 현재 수신 한도는 1MiB이며 초과 경로는 누적 메시지를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버리고 정상 표시 갱신에 사용하지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6B561EA-4CDE-42E1-B87B-C5DF22B2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62 / 189</a:t>
            </a:r>
          </a:p>
        </p:txBody>
      </p:sp>
    </p:spTree>
    <p:extLst>
      <p:ext uri="{BB962C8B-B14F-4D97-AF65-F5344CB8AC3E}">
        <p14:creationId xmlns:p14="http://schemas.microsoft.com/office/powerpoint/2010/main" val="75418213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85A5F92-F764-4714-8FD5-DC4DFC8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완성된 메시지만 다음 단계로 전달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1956E8F-561D-4F28-A6AC-60865881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unreal/DriveIntegration/Source/DriveIntegration/SimCoreClientComponent.cpp:940-949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0B2A416-3C3C-45DF-BF22-3AB3032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9189806-D75E-4218-A7EE-7BA46E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C4AEB96-3640-4349-A937-405FE5F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IncomingMessage.Append(Fragment);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(!bIsLastFragment)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TArray&lt;uint8&gt; CompleteMessage = MoveTemp(IncomingMessage);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IncomingMessage.Reset();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SimCoreProtocol::FHelloInfo Hello;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bIsHello =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FString Error;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(!SimCoreProtocol::TryParseHelloEnvelope(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CompleteMessage,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BB37C9C-EA13-49B6-9D62-20E000D9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940행에서 조각을 누적한 뒤, 마지막 조각인지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40E731B-C491-432F-B206-92C8352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CompleteMessage를 만든 다음 Hello 여부를 포함한 메시지 해석을 시작합니다.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FF01FE1-BDEB-49BA-A539-4A12AA83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63 / 189</a:t>
            </a:r>
          </a:p>
        </p:txBody>
      </p:sp>
    </p:spTree>
    <p:extLst>
      <p:ext uri="{BB962C8B-B14F-4D97-AF65-F5344CB8AC3E}">
        <p14:creationId xmlns:p14="http://schemas.microsoft.com/office/powerpoint/2010/main" val="122661699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24FDA38-A6DA-4014-9EC0-A6CE32E1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분할 수신 코드의 줄별 해설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FEBE2AE-EA20-48DD-A9FA-5D053552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940행의 Append는 새 조각을 기존 누적 바이트 뒤에 붙입니다. 941행은 마지막 조각이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아니면 반환하므로 아직 완성되지 않은 내용을 정상 메시지로 처리하지 않습니다. 이것이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조각과 메시지를 구분하는 실행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29DC928-F3CB-4C23-973E-82D3A142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943행의 MoveTemp는 누적 배열의 저장 내용을 완성 메시지 쪽으로 옮길 수 있게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944행에서 다음 메시지에 쓸 누적 상태를 초기화합니다. 여기서 값 소유를 옮기는 흐름은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원본을 계속 바라보는 뷰 복사와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87C7A67-BB60-48F7-91E2-2D065837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945~949행은 해석에 필요한 임시 값과 오류 문자열을 준비하고 Hello Envelope 파서를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호출합니다. 이 단계까지 왔다는 것은 메시지 조립을 마쳤다는 뜻입니다. 이후 파싱과 지도·세션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검사가 모두 성공했다는 뜻은 아직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42D12B7-B71B-4B5A-A333-4CACDAF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64 / 189</a:t>
            </a:r>
          </a:p>
        </p:txBody>
      </p:sp>
    </p:spTree>
    <p:extLst>
      <p:ext uri="{BB962C8B-B14F-4D97-AF65-F5344CB8AC3E}">
        <p14:creationId xmlns:p14="http://schemas.microsoft.com/office/powerpoint/2010/main" val="128385749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5F84FF-A890-4CD3-AE74-E3B6720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객체를 바이트로 바꾸는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5DC323-9CF9-4841-BCEA-D674B825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직렬화는 의미 있는 값을 정해진 바이트 표현으로 바꾸는 일입니다. 역직렬화는 바이트를 읽어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메시지 값으로 복원하는 일입니다. 송신 측 C++ 객체와 수신 측 Unreal 구조체의 메모리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배치가 같지 않아도 값을 교환할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9FC76DE-181E-449C-899B-CD699C06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구조체 메모리를 그대로 복사하면 패딩, 포인터 주소, 타입 크기와 수명까지 상대가 같다고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가정하게 됩니다. 포인터가 가리킨 데이터까지 자동으로 전송되는 것도 아닙니다. 공통 직렬화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규칙을 사용하는 이유는 이런 구현 차이를 분리하기 위해서입니다.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9A64976-281F-474A-86A2-6566214D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서버는 생성된 Protobuf 클래스를 사용하고 Unreal은 자체 파서를 사용합니다. 구현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도구는 다르지만 필드 번호와 wire 형식, 물리 의미의 계약은 맞아야 합니다. 다음 단원은 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계약을 사람이 읽는 선언에서 출발합니다.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4304E60-6BCB-47F3-A1F2-B0044A17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65 / 189</a:t>
            </a:r>
          </a:p>
        </p:txBody>
      </p:sp>
    </p:spTree>
    <p:extLst>
      <p:ext uri="{BB962C8B-B14F-4D97-AF65-F5344CB8AC3E}">
        <p14:creationId xmlns:p14="http://schemas.microsoft.com/office/powerpoint/2010/main" val="155245790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C17614F-B35D-4C12-B4BF-FF17D10C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실패한 층 찾기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C5D4B9-2915-4966-93DA-99C56B3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300바이트 메시지의 첫 120바이트를 받았습니다. 바이트가 있다는 이유로 완성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표시하면 어떤 문제가 생길 수 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A8EEB7C-7C04-4782-B6A9-04DD4F85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TCP가 순서를 보장하면 스로틀 필드의 단위와 현재 제어권까지 알 수 있나요? 각각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계약을 확인해야 하는지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2F89CF0-C4E6-49C6-8281-C9F56D05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문자열 포인터가 든 C++ 구조체를 통째로 복사해 보내면 수신자가 문자열 내용까지 얻나요?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L04의 소유권과 프로세스 주소 공간을 함께 사용하여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E9030D4-2E9D-40D5-B6A2-E2B1CB4F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66 / 189</a:t>
            </a:r>
          </a:p>
        </p:txBody>
      </p:sp>
    </p:spTree>
    <p:extLst>
      <p:ext uri="{BB962C8B-B14F-4D97-AF65-F5344CB8AC3E}">
        <p14:creationId xmlns:p14="http://schemas.microsoft.com/office/powerpoint/2010/main" val="124780843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95CAD52-1E57-4D75-8CBB-C89A34EC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통로와 의미를 구분하는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779D0EA-740A-49DD-8281-39D332A0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아직 잘린 메시지일 수 있습니다. 현재 코드는 마지막 조각까지 모은 뒤 파싱을 시작하므로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부분 수신을 완성 상태로 갱신하지 않습니다. 크기 제한은 파싱 전에 누적 버퍼가 무한히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커지는 위험도 제한합니다.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3120808-FD3C-4BE7-8EF9-34B6438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B에서 TCP 순서는 데이터 전달의 약속입니다. 스로틀 의미는 스키마와 애플리케이션 계약을,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제어권은 현재 세션 검사를 봐야 합니다. C의 포인터는 송신 프로세스의 주소이므로 문자열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내용을 자동으로 제공하지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7A2830A-C79A-48DE-BA8D-EAF29B31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연결 정상이라는 증거가 어느 단계까지만 설명하는지 말할 수 있어야 합니다.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단원에서는 스키마가 스로틀과 위치를 어떻게 선언하는지, 같은 선언을 서버 생성 코드와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수동 코드가 어떻게 소비하는지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40818F7-CC2B-4714-BDD6-CFEDEF44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67 / 189</a:t>
            </a:r>
          </a:p>
        </p:txBody>
      </p:sp>
    </p:spTree>
    <p:extLst>
      <p:ext uri="{BB962C8B-B14F-4D97-AF65-F5344CB8AC3E}">
        <p14:creationId xmlns:p14="http://schemas.microsoft.com/office/powerpoint/2010/main" val="176342860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4AFA9F5-50EE-4BFC-9F09-FAD7695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3CCF331-9059-4315-A945-A10C12FB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통로·메시지 경계·직렬화·수락 정책을 구분하고 실제 분할 수신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코드를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D8220EE-C818-48CC-91B9-89E4241B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통신 통로와 데이터 형식을 분리해야 프레임 분할 문제를 Protobuf 필드 문제로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22C36C9-9AA0-4CEC-A6EE-5A8849C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공통 바이트 표현이 왜 필요한지 이해했으므로 그 약속을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선언하는 vehicle.proto를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09B370E-C752-4A2C-BC29-341BCC25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68 / 189</a:t>
            </a:r>
          </a:p>
        </p:txBody>
      </p:sp>
    </p:spTree>
    <p:extLst>
      <p:ext uri="{BB962C8B-B14F-4D97-AF65-F5344CB8AC3E}">
        <p14:creationId xmlns:p14="http://schemas.microsoft.com/office/powerpoint/2010/main" val="62972903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F517880-6323-4E06-A759-72CCF06B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IDL, 생성 코드와 물리 단위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D60EC17-10B3-4045-903D-74C919F3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양쪽 모두 float를 읽는데도 속도나 회전이 틀릴 수 있습니다. 타입이 같다는 사실은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단위와 방향까지 같다는 뜻일까요?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48E4757-4AE1-4CDA-A99A-37257225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필드 번호와 저장 타입뿐 아니라 실제 의미를 함께 읽어야 컴파일·파싱 성공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뒤에 남는 단위 오류를 찾습니다.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E35AC43-74B6-4744-958C-9121AC88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vehicle.proto와 protoc의 관계, 생성 클래스/자체 파서의 책임,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ControlCommand/EntityState의 단위 차이를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6BDB2C8-7A1B-4B4F-96EB-E236537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L05의 직렬화 목적과 메시지 계층을 알고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D771A1E-6A77-4560-8468-9E94344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69 / 189</a:t>
            </a:r>
          </a:p>
        </p:txBody>
      </p:sp>
    </p:spTree>
    <p:extLst>
      <p:ext uri="{BB962C8B-B14F-4D97-AF65-F5344CB8AC3E}">
        <p14:creationId xmlns:p14="http://schemas.microsoft.com/office/powerpoint/2010/main" val="11166632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4DCFC86-02C1-4BAF-8825-61DA17DD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공유 계약을 파일에 적는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03642FD-0310-49DC-849F-BCE60E80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서버는 어떤 숫자를 위치로 쓰는데 클라이언트는 속도로 읽는다면 바이트가 정상이어도 동작은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틀립니다. 두 프로그램이 공유할 데이터 모양과 식별 번호를 한 선언으로 적어 두면 서로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구현이 같은 기준을 확인할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7DA0DEF-6616-40C8-9FE0-8B4E0D3F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IDL은 프로그램 사이의 데이터나 인터페이스 약속을 적는 언어라는 뜻입니다. 이 프로젝트의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vehicle.proto는 Protobuf 스키마이며 메시지 이름, 각 필드의 타입과 번호를 선언합니다.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번호는 초기값이 아니라 바이트 해석에 쓰는 식별자입니다.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B7FDD12-436B-4AE1-90A9-516A6C3D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스키마는 읽을 데이터의 형태를 알려 주지만 물리 계산식 전체를 만들지는 않습니다. 단위와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좌표 방향은 주석과 변환 코드까지 함께 봐야 합니다. 선언을 읽는 목적은 자동 생성의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편리함과 의미 계약의 책임을 동시에 이해하는 데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612DBB1-8E9B-48C3-A0B9-27EA2E6C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70 / 189</a:t>
            </a:r>
          </a:p>
        </p:txBody>
      </p:sp>
    </p:spTree>
    <p:extLst>
      <p:ext uri="{BB962C8B-B14F-4D97-AF65-F5344CB8AC3E}">
        <p14:creationId xmlns:p14="http://schemas.microsoft.com/office/powerpoint/2010/main" val="207468689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846007C-84EF-4E9E-8EE0-EA808178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스키마로 값의 의미를 복원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ec57b59b14c90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C8B606BE-E10F-43A8-861B-8E8ADFCB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C571C79-C8AD-489D-A5D4-76046E39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71 / 189</a:t>
            </a:r>
          </a:p>
        </p:txBody>
      </p:sp>
    </p:spTree>
    <p:extLst>
      <p:ext uri="{BB962C8B-B14F-4D97-AF65-F5344CB8AC3E}">
        <p14:creationId xmlns:p14="http://schemas.microsoft.com/office/powerpoint/2010/main" val="72906666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687B38-03E6-4236-AE0C-B583715F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공통 스키마로 값의 의미를 복원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234B872-64BD-4522-8260-BCDEA273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왼쪽 객체의 값을 직렬화하면 가운데 바이트가 되고, 오른쪽은 같은 스키마 계약으로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바이트를 해석합니다. 서로 다른 메모리 배치를 가진 프로그램도 필드 번호와 타입을 맞추어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의미 있는 값을 주고받을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99F5739-10EF-4E76-B5E4-0BD849A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위쪽 Schema는 Serialize와 Parse가 따라야 할 약속입니다. 스키마 문서 자체를 차량 상태에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매번 실어 보내는 그림이 아닙니다. 현재 서버는 생성 클래스를, Unreal은 같은 계약에 맞춘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자체 파서를 사용합니다.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41636A7-331E-4BE0-A49A-F0C2819D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72 / 189</a:t>
            </a:r>
          </a:p>
        </p:txBody>
      </p:sp>
    </p:spTree>
    <p:extLst>
      <p:ext uri="{BB962C8B-B14F-4D97-AF65-F5344CB8AC3E}">
        <p14:creationId xmlns:p14="http://schemas.microsoft.com/office/powerpoint/2010/main" val="130969554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3AB1E31-FD91-4C7B-AF79-64C3FB4E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Vector3d의 실제 스키마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4B305D3-B44A-471B-9CCD-9D203436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protocol/vehicle.proto:46-50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CC500E5-3411-468F-8F42-CFB06BE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C2E7BF9-B66C-4A44-A378-E804030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FEBE384-D759-4729-9FBD-F450E308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message Vector3d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double x = 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double y = 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double z = 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A6C9F31-C03F-487B-8902-5BA2283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x, y, z는 double 타입이고 오른쪽 1, 2, 3은 필드 번호입니다.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AD660733-0324-4E2E-B4AE-B9B26C26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벡터가 위치인지 속도인지에 따라 의미와 단위는 사용하는 필드의 계약에서 정합니다.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F63B393-EF63-487B-ACDD-12F10B2E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73 / 189</a:t>
            </a:r>
          </a:p>
        </p:txBody>
      </p:sp>
    </p:spTree>
    <p:extLst>
      <p:ext uri="{BB962C8B-B14F-4D97-AF65-F5344CB8AC3E}">
        <p14:creationId xmlns:p14="http://schemas.microsoft.com/office/powerpoint/2010/main" val="63171264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7C38574-47E5-494A-80C1-FB4E2665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선언의 숫자를 읽는 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C6EC4F8-4A64-454D-AA0E-EE0675BC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46행은 Vector3d라는 중첩 가능한 메시지를 시작합니다. 47행의 double x = 1은 x라는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이름의 값을 1번 필드로 식별한다는 뜻입니다. x의 값이 언제나 1이라는 뜻으로 읽으면 모든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이후 바이트 계산이 잘못됩니다.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94667D8-DAB7-4D2B-AE1B-54249819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48~49행은 y와 z에 서로 다른 번호를 줍니다. 세 성분의 타입이 같아도 필드 번호로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성분인지 구분합니다. 값 자체는 실행 중에 채우므로 교육용 위치 (2.0, 3.0, 0.5)를 동일한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선언으로 표현할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75A7D8B-BF40-4AD9-BFC7-913EF705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Vector3d를 position_enu에 쓰면 동·북·위 방향의 미터 단위 위치입니다. 다른 필드에서 속도나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각속도를 담을 때는 다른 단위를 가질 수 있습니다. 같은 메시지 타입을 재사용하는 편리함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때문에 사용 지점의 설명도 반드시 읽어야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8CA451C-2F39-4960-BF0F-A0B2FD5B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74 / 189</a:t>
            </a:r>
          </a:p>
        </p:txBody>
      </p:sp>
    </p:spTree>
    <p:extLst>
      <p:ext uri="{BB962C8B-B14F-4D97-AF65-F5344CB8AC3E}">
        <p14:creationId xmlns:p14="http://schemas.microsoft.com/office/powerpoint/2010/main" val="115437423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6F105D0-162F-4802-8552-4434DF0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protoc 생성이 연결된 CMake 설정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3287839-15D7-4B9D-A38A-2B194C48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cpp/host/CMakeLists.txt:39-45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77B99B3-DFFB-4691-B25F-0B5D4919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5272EB3-3DF0-4114-A71F-DBC7569B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EACAD2F-39A2-4C34-8ADD-081D6ED9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protobuf_generate(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TARGET simcore_protocol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PROTOS "${SIMCORE_VEHICLE_PROTO}"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LANGUAGE cpp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IMPORT_DIRS "${SIMCORE_PROTOCOL_DIR}"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PROTOC_OUT_DIR ${CMAKE_CURRENT_BINARY_DIR}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4C58BC1-9F6F-43E2-AE23-E3F08AB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protobuf_generate가 스키마에서 C++ 결과를 만들도록 빌드에 연결합니다.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C6FBF415-9CC6-4A79-BE33-C32BA32D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 결과를 고치기보다 원본 계약과 변환 코드를 구분해서 관리해야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20198A4-929F-4144-8BD7-147F9DAE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75 / 189</a:t>
            </a:r>
          </a:p>
        </p:txBody>
      </p:sp>
    </p:spTree>
    <p:extLst>
      <p:ext uri="{BB962C8B-B14F-4D97-AF65-F5344CB8AC3E}">
        <p14:creationId xmlns:p14="http://schemas.microsoft.com/office/powerpoint/2010/main" val="170666522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1E740C5-9E51-419C-88A6-A082E9FE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 코드와 Unreal 구현의 차이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839A739-55EE-46C3-881F-2E0007AE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39행은 protoc의 메시지 클래스 생성을 연결합니다. TARGET은 빌드 대상을, PROTOS는 입력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스키마를 지정합니다. LANGUAGE cpp는 C++ 결과를 뜻하고 출력 경로는 현재 빌드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폴더입니다.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6381245-77A4-47F8-B128-0A0232E4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서버는 생성 클래스의 ParseFromArray와 SerializeAsString 같은 기능을 사용합니다. Unreal은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SimCoreProtocol의 자체 읽기·쓰기 코드를 사용합니다. 스키마를 바꿨다고 Unreal의 수동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분기와 화면 표시가 자동으로 늘어나지는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F5C9254-BDEE-4421-878F-EF267EAE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새 필드는 선언, 서버 값 변환, Unreal 해석과 사용을 함께 확인합니다. 생성 파일은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계약의 결과이며 실제 차량 값을 채우는 일은 프로젝트 책임입니다. 생성 성공과 기능 완성을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57B299A-1B65-409E-B8C2-2A52ADC6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76 / 189</a:t>
            </a:r>
          </a:p>
        </p:txBody>
      </p:sp>
    </p:spTree>
    <p:extLst>
      <p:ext uri="{BB962C8B-B14F-4D97-AF65-F5344CB8AC3E}">
        <p14:creationId xmlns:p14="http://schemas.microsoft.com/office/powerpoint/2010/main" val="33484605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3064EBB-7A63-4AF8-BE97-0726A04C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Envelope가 감싸는 공통 정보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0F03F26-E443-4AEF-B6DF-9FED6E0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protocol/vehicle.proto:277-280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069E9DB-16B8-4CAC-8E27-EE41D329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1353DD8-8268-4972-BD93-6E17AEB8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C7806B6-EA34-47D8-BAFF-6F8B1702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uint64 sequence = 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uint64 simulation_time_ns = 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string source_id = 4;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string map_package_checksum = 5;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6C25740-BDB8-4560-BF37-8CE8FABF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Envelope는 실제 payload와 함께 메시지 순번, 계산 시간, 출처, 지도 식별을 담습니다.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CBB1370-8182-43CB-AB88-49F7C64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42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숫자를 왜 전달하는지는 연결과 제어권 단원에서 실제 거부 상황으로 확인합니다.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4F7CB94-3569-4AB7-BA0E-FF2194DA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77 / 189</a:t>
            </a:r>
          </a:p>
        </p:txBody>
      </p:sp>
    </p:spTree>
    <p:extLst>
      <p:ext uri="{BB962C8B-B14F-4D97-AF65-F5344CB8AC3E}">
        <p14:creationId xmlns:p14="http://schemas.microsoft.com/office/powerpoint/2010/main" val="163782174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253FDDD-A971-4CCF-997D-8206B1F9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요청값과 계산값, 타입과 단위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E76F64F-D5BC-4C38-B55E-508C89FB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ControlCommand의 throttle 0.5는 운전 요청입니다. 목표 위치나 속도를 직접 지정하지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않으므로 차가 몇 미터 움직일지는 서버 계산 결과입니다. EntityState의 speed는 그 결과를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m/s로 표현합니다. 둘의 역할을 바꾸어 읽지 마세요.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616E4B9-C0A3-4A2D-9359-2790404B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10m/s를 계기판 km/h로 표시하려면 3.6을 곱해 36km/h로 바꿉니다. 이것은 단위 환산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예입니다. float라는 타입은 두 숫자를 모두 저장할 수 있으므로 타입 검사만으로 단위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발견할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A244CFA-4B12-4936-8E8C-227E9AF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heading은 북쪽 0도와 시계 방향 양수이며 yaw_rate는 왼쪽 양수인 rad/s입니다. steering 입력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-1~1과 실제 바퀴 각도 rad도 다릅니다. 정의를 적고 필요한 변환만 적용해야 방향과 크기를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7C51EE-96B0-4032-909B-2D288E6A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78 / 189</a:t>
            </a:r>
          </a:p>
        </p:txBody>
      </p:sp>
    </p:spTree>
    <p:extLst>
      <p:ext uri="{BB962C8B-B14F-4D97-AF65-F5344CB8AC3E}">
        <p14:creationId xmlns:p14="http://schemas.microsoft.com/office/powerpoint/2010/main" val="39640596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A09ADFE-039E-40FD-A3B6-13E9B30C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선언과 실행값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16A8E11-124C-489C-9789-AE6B2C6A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double x = 1에서 숫자 1의 역할은 무엇인가요? 실제 위치 x=20m와 모순되는지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3EEBBA0-21DF-4C51-AEF0-4F001FF1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서버 생성 코드 빌드가 성공했습니다. 새 필드를 Unreal 화면에서 사용하려면 어떤 수동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구현들을 더 확인해야 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3DE8F6D-A2FB-4C9D-8056-F5E8A867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speed=10을 km/h 계기판에 그대로 쓰면 왜 틀리나요? heading, yaw_rate, steering_angle의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타입이 모두 float여도 그대로 섞으면 안 되는 이유도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9EAFB0-4557-4BCC-B91E-2F036C6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79 / 189</a:t>
            </a:r>
          </a:p>
        </p:txBody>
      </p:sp>
    </p:spTree>
    <p:extLst>
      <p:ext uri="{BB962C8B-B14F-4D97-AF65-F5344CB8AC3E}">
        <p14:creationId xmlns:p14="http://schemas.microsoft.com/office/powerpoint/2010/main" val="167097015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208B684-4FD6-4CCE-B226-FD13A0A6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형식과 의미의 이중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296B9BE-47BA-48D5-A9E8-08C8881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1은 필드 번호입니다. 실제 값 20은 실행 중 그 필드에 저장하므로 모순이 없습니다. B는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 자체 파서의 필드 분기와 저장 구조, 화면 소비를 확인해야 합니다. 서버에서도 생성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클래스에 실제 값을 채우는 변환이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97B03B0-A8F3-4390-BD44-7106698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C의 speed 단위는 m/s이므로 10은 36km/h입니다. heading의 degree와 yaw_rate의 rad/s는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종류와 단위가 다르며 방향 부호도 따로 확인해야 합니다. 같은 float라는 이유로 값을 그대로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대입하면 의미를 잃을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1E701E8-86B2-495E-ADE5-C923619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단원의 완료 기준은 선언을 보고 이름, 타입, 식별 번호, 실제 의미를 각각 말하는 것입니다.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단원에서는 필드 번호와 저장 방식이 태그라는 정수로 합쳐지는 과정을 직접 계산하여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파서의 비트 연산을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CBD0D90-2E28-4E64-887C-BC434763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80 / 189</a:t>
            </a:r>
          </a:p>
        </p:txBody>
      </p:sp>
    </p:spTree>
    <p:extLst>
      <p:ext uri="{BB962C8B-B14F-4D97-AF65-F5344CB8AC3E}">
        <p14:creationId xmlns:p14="http://schemas.microsoft.com/office/powerpoint/2010/main" val="26787150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D1EB6C5-30AE-4B2A-B60C-F2F38AE7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903C36F-096E-449D-8856-5BC6562B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vehicle.proto와 protoc의 관계, 생성 클래스/자체 파서의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책임, ControlCommand/EntityState의 단위 차이를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62393CE-B0DC-4F77-BC14-3CCB5493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필드 번호와 저장 타입뿐 아니라 실제 의미를 함께 읽어야 컴파일·파싱 성공 뒤에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남는 단위 오류를 찾습니다.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3095449-477C-4333-A481-90E676F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계약의 선언을 읽었으므로 다음에는 그 선언이 실제 태그와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바이트가 되는 과정을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A996B4D-6829-4991-B1C4-F84AB9C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81 / 189</a:t>
            </a:r>
          </a:p>
        </p:txBody>
      </p:sp>
    </p:spTree>
    <p:extLst>
      <p:ext uri="{BB962C8B-B14F-4D97-AF65-F5344CB8AC3E}">
        <p14:creationId xmlns:p14="http://schemas.microsoft.com/office/powerpoint/2010/main" val="150414212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1213EFC-B294-4FAE-B00D-02466B78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4장 Protobuf 바이트의 실제 구조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EA2F892-6A11-41CB-803E-37AB2064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파서가 무엇을 읽고 어디서 실패하는지 이해하도록 실제 바이트를 필드 번호와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값으로 손계산합니다.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BD12F66-9376-4CD9-9A04-2C926918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C3의 스키마·타입·메시지 경계가 필요합니다. 2진수와 16진수는 예제에서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풉니다.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BAAFA4F-F6ED-4845-B208-73FD7C88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태그, varint, 고정 32비트 값을 실제 숫자로 해석합니다. 문자열과 중첩 메시지의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길이를 바이트 단위로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CD23181-9D20-4EA6-A9ED-42C56645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10 96 01과 5A 05 15 00 00 00 3F를 다른 층의 필드로 분해할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F580240-0C13-4C35-A154-E196A33A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   82 / 189</a:t>
            </a:r>
          </a:p>
        </p:txBody>
      </p:sp>
    </p:spTree>
    <p:extLst>
      <p:ext uri="{BB962C8B-B14F-4D97-AF65-F5344CB8AC3E}">
        <p14:creationId xmlns:p14="http://schemas.microsoft.com/office/powerpoint/2010/main" val="108870455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29BAB5-0413-4F1C-BBF5-EE4B6F7B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F2A647-E512-426A-B741-96E2E53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L07 태그와 varint를 손으로 해석하기 · 84쪽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필드 번호와 wire type을 태그로 계산하고 varint 150을 쓰기/읽기 코드와 대응합니다.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31B595A-8898-4E9E-98C1-178C6CEB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L08 float, UTF-8과 중첩 메시지의 길이 · 97쪽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float 0.5의 네 바이트와 문자열 길이를 계산하고 Envelope 안쪽 ControlCommand를 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추적합니다.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04CFAC-FE13-44A4-AB05-6B24724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   83 / 189</a:t>
            </a:r>
          </a:p>
        </p:txBody>
      </p:sp>
    </p:spTree>
    <p:extLst>
      <p:ext uri="{BB962C8B-B14F-4D97-AF65-F5344CB8AC3E}">
        <p14:creationId xmlns:p14="http://schemas.microsoft.com/office/powerpoint/2010/main" val="212500244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800196E-1F7A-4216-B97D-415CA98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태그와 varint를 손으로 해석하기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B2A7BD6-DE1B-4795-8C0D-52CC66F6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파서는 숫자 이름이 없는 바이트에서 어느 필드이고 몇 바이트를 읽어야 하는지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알아야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EA741BC-B705-43B4-AB39-4487BE56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태그와 varint의 구조를 알면 알 수 없는 필드를 건너뛰는 이유와 잘린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정수·범위 초과를 거부하는 이유를 코드로 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6E8C8FA-0EF2-4326-8B9E-2267CD72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필드 번호와 wire type을 태그로 계산하고 varint 150을 쓰기/읽기 코드와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대응합니다.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1601E22-48F6-4192-940E-8B46B32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필드 번호와 저장 타입 개념이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8C8337C-3073-4B5D-8AC2-54807441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84 / 189</a:t>
            </a:r>
          </a:p>
        </p:txBody>
      </p:sp>
    </p:spTree>
    <p:extLst>
      <p:ext uri="{BB962C8B-B14F-4D97-AF65-F5344CB8AC3E}">
        <p14:creationId xmlns:p14="http://schemas.microsoft.com/office/powerpoint/2010/main" val="188507893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0197C6A-7DE4-4E28-8BF5-E39B21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바이트에는 필드 이름이 반복되지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402F7E5-6B1E-472E-BD30-589693F0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Protobuf 바이트를 읽는 파서는 문자열 throttle을 매번 찾는 방식으로 동작하지 않습니다. 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필드 앞의 태그에서 번호와 저장 방식을 읽습니다. 번호는 어떤 의미의 값인지 연결하고 저장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방식은 다음 값을 어떻게 읽을지 알려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F5D08B2-0F3E-43E9-B55F-AA4CAFCA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 정수는 필드 번호에 8을 곱한 뒤 wire type을 더합니다. 아래 세 비트를 저장 방식에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쓰므로 나머지 비트가 필드 번호가 됩니다. 예를 들어 2번 float는 wire type 5이므로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2×8+5=21입니다.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4E907F6-222C-44CB-B761-8C2D68B6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21이라는 태그 정수와 스키마의 21번 필드는 전혀 다른 숫자입니다. 실제 bytes 표기는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16진수도 함께 사용하므로 10진수인지 16진수인지 표시해서 읽어야 합니다. 이 구분이 바퀴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목록의 태그를 풀 때 특히 중요합니다.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ACB976D-4D0A-4820-8519-2FC4D5DF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85 / 189</a:t>
            </a:r>
          </a:p>
        </p:txBody>
      </p:sp>
    </p:spTree>
    <p:extLst>
      <p:ext uri="{BB962C8B-B14F-4D97-AF65-F5344CB8AC3E}">
        <p14:creationId xmlns:p14="http://schemas.microsoft.com/office/powerpoint/2010/main" val="182323936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0E4C51-D41D-428F-AA81-1F504D6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 방식을 구분하는 표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 type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규칙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프로젝트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 비트가 끝날 때까지 varint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sequence, bool, enum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8바이트 고정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Vector3d의 double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 varint 다음 지정 바이트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문자열, 중첩 메시지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4바이트 고정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throttle의 float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2B2B2FA3-2144-4819-BB6C-6E184357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파서는 태그의 wire type을 보고 다음 값의 경계를 정합니다. fixed 길이는 정해진 바이트 수를 읽고,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varint와 LEN은 먼저 정수의 끝 또는 길이를 확인해야 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E41807AF-0A76-4828-8411-8E71A071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표는 현재 Unreal 파서가 다루는 번호입니다. 타입만으로 m/s 같은 물리 단위나 throttle이라는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의미까지 얻을 수는 없으므로 필드 번호와 스키마도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167F308-6AC7-49AB-97B3-0A1850B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86 / 189</a:t>
            </a:r>
          </a:p>
        </p:txBody>
      </p:sp>
    </p:spTree>
    <p:extLst>
      <p:ext uri="{BB962C8B-B14F-4D97-AF65-F5344CB8AC3E}">
        <p14:creationId xmlns:p14="http://schemas.microsoft.com/office/powerpoint/2010/main" val="173276389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0E8D391-9469-4DCB-86B1-8DABCDB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태그에서 번호와 wire type을 꺼내기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5259E60-92F0-4A18-B1A6-D855B394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unreal/DriveIntegration/Source/DriveIntegration/SimCoreProtocol.cpp:73-82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0CF0969-044F-4114-A3E0-11AE99D0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C82979D-49DA-40FF-886F-9040585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75459DF-BE57-4DD4-88F1-4EC0D41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ReadTag(uint32&amp; Field, uint8&amp; WireType)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uint64 Tag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(!ReadVarint(Tag) || Tag == 0)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uint64 FieldValue = Tag &gt;&gt; 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(FieldValue == 0 || FieldValue &gt; 0x1fffffffULL)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Field = static_cast&lt;uint32&gt;(FieldValue);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WireType = static_cast&lt;uint8&gt;(Tag &amp; 7);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8124830-950F-4F26-A877-311ED817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ReadTag는 태그 정수를 먼저 읽고 번호 범위를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875480DA-3A86-4C98-BA54-EE506DA6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Tag &gt;&gt; 3과 Tag &amp; 7이 필드 번호와 아래 세 비트를 분리합니다.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11415C6-E7D9-4259-8364-CD4B09F8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87 / 189</a:t>
            </a:r>
          </a:p>
        </p:txBody>
      </p:sp>
    </p:spTree>
    <p:extLst>
      <p:ext uri="{BB962C8B-B14F-4D97-AF65-F5344CB8AC3E}">
        <p14:creationId xmlns:p14="http://schemas.microsoft.com/office/powerpoint/2010/main" val="21779995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83BE9A3-3ECB-4B65-AAF8-952B0D0D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ReadTag의 줄별 해설과 값 21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8B688AD-7E43-4CFE-A539-1B028DC8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75~76행에서 태그 정수를 읽고 0인 태그를 거부합니다. 77행의 오른쪽 이동 3비트는 아래 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비트를 제거하므로 번호를 얻습니다. 78행은 번호 0과 허용 범위를 넘는 번호를 거부하여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잘못된 필드로 진행하지 않게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1524431-F2EA-414C-A8A1-4154D66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79행은 검사한 번호를 출력하고 80행의 Tag &amp; 7은 아래 세 비트만 남깁니다. 교육용 태그 정수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21은 이진수 00010101이며, 오른쪽 세 비트를 빼면 2, 아래 세 비트는 5입니다. 따라서 2번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필드의 고정 32비트 형식입니다.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E49EEFF-7CA9-4052-8976-93517A90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함수가 성공해도 해당 번호가 throttle인지, 읽은 값이 운전 범위 안인지는 아직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문제입니다. 태그 해석은 뒤의 분기가 필요한 바이트를 읽도록 준비합니다. 여러 검사를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단계로 뭉뚱그리지 않는 연습입니다.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E0EC5BE-6835-4669-B0EB-02C7E819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88 / 189</a:t>
            </a:r>
          </a:p>
        </p:txBody>
      </p:sp>
    </p:spTree>
    <p:extLst>
      <p:ext uri="{BB962C8B-B14F-4D97-AF65-F5344CB8AC3E}">
        <p14:creationId xmlns:p14="http://schemas.microsoft.com/office/powerpoint/2010/main" val="55879106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0E18183-9001-4C50-921F-B487D2F2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varint가 작은 정수를 짧게 담는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2FB4194-FFE9-4146-B900-BF92709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varint는 정수 크기에 따라 사용하는 바이트 수가 달라지는 표현입니다. 각 바이트의 아래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7비트가 값의 조각이고, 맨 위 비트는 뒤에 조각이 더 있는지 알립니다. 작은 수는 한 바이트로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끝낼 수 있어 공간을 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7B7C2CA-3D1D-4053-9B87-00015707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150을 128로 나누면 22와 1×128로 분해할 수 있습니다. 첫 조각 22에는 계속 표시 128을 더해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150, 즉 16진수 96을 씁니다. 다음 조각 1은 마지막이므로 계속 표시 없이 16진수 01을 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F1A2359-FCB2-4D30-8612-25D4A4E3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varint 150은 96 01입니다. 여기서 앞의 96은 10진수 96이 아니라 16진수 표기입니다.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읽을 때 첫 바이트의 아래 7비트 22와 다음 바이트의 1×128을 합하면 원래 값 150을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복원합니다.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092D465-4C86-4BCA-B8C3-AE29394F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89 / 189</a:t>
            </a:r>
          </a:p>
        </p:txBody>
      </p:sp>
    </p:spTree>
    <p:extLst>
      <p:ext uri="{BB962C8B-B14F-4D97-AF65-F5344CB8AC3E}">
        <p14:creationId xmlns:p14="http://schemas.microsoft.com/office/powerpoint/2010/main" val="28281432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02878B0-2D47-44F2-A8D3-1D11BD4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varint를 쓰는 실제 반복문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B0F9023-F0A8-4BE2-98A9-5C8E78F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unreal/DriveIntegration/Source/DriveIntegration/SimCoreProtocol.cpp:9-17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33398C5-AE65-473C-B1B8-BD7C6227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E9D595F-058E-4C6D-9F4E-63B75323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8F94EE1-0D9E-4D37-9A0B-1E223F7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WriteVarint(TArray&lt;uint8&gt;&amp; Out, uint64 Value)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while (Value &gt;= 0x80)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Out.Add(static_cast&lt;uint8&gt;(Value) | 0x80);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Value &gt;&gt;= 7;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Out.Add(static_cast&lt;uint8&gt;(Value));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BB88D43-DFE2-423C-ABC5-639295C6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Value가 128 이상이면 계속 표시가 있는 바이트를 추가하고 7비트를 이동합니다.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20BEFD6-DBFD-4E03-A975-44CF0158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작은 조각은 계속 표시 없이 씁니다.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F425FAE-399E-4987-814E-FAC07CD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90 / 189</a:t>
            </a:r>
          </a:p>
        </p:txBody>
      </p:sp>
    </p:spTree>
    <p:extLst>
      <p:ext uri="{BB962C8B-B14F-4D97-AF65-F5344CB8AC3E}">
        <p14:creationId xmlns:p14="http://schemas.microsoft.com/office/powerpoint/2010/main" val="585569283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3D28F5-46D4-4CD6-B070-3FDE1A1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반복문에 150과 300을 넣기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325215C-2897-4704-8A9D-9FA6C5F0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11행의 조건에서 150은 128 이상이므로 반복에 들어갑니다. 13행은 아래 바이트에 0x80을 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0x96을 추가하고 14행은 값을 7비트 이동하여 1로 만듭니다. 이제 반복을 끝내고 16행에서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0x01을 추가합니다.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633CAAB-39AA-4005-9F5B-AA9EB6B9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300은 44+2×128입니다. 첫 바이트는 44+128=172, 즉 AC이며 마지막은 02입니다. 127은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 7F, 128은 80 01이므로 값이 1 커질 때 바이트 수가 늘어나는 경계를 직접 볼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EF59538-6CF7-4FAD-BE1F-E84E5068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방식은 여기서 다루는 unsigned 정수 사례입니다. 음수의 ZigZag 규칙까지 같은 손계산으로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추정하지 마세요. 현재 sequence와 태그의 목적을 먼저 이해하고, 다른 타입을 만났을 때 공식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형식과 스키마를 확인하는 것이 안전합니다.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62116D7-EAF1-4BC8-B659-36450752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91 / 189</a:t>
            </a:r>
          </a:p>
        </p:txBody>
      </p:sp>
    </p:spTree>
    <p:extLst>
      <p:ext uri="{BB962C8B-B14F-4D97-AF65-F5344CB8AC3E}">
        <p14:creationId xmlns:p14="http://schemas.microsoft.com/office/powerpoint/2010/main" val="146808804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66F1DA8-AC39-40CA-A92E-0DECC849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읽을 범위와 정수 한도를 검사하는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9A01BB7-FB57-460B-917D-D6CC84C5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unreal/DriveIntegration/Source/DriveIntegration/SimCoreProtocol.cpp:57-68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6BCF7AD-987A-4566-A05C-7F15C4ED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0A52387-F81F-4264-8328-279390B8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8FBDF25-CA5E-45FB-B48F-72C512FF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ReadVarint(uint64&amp; Out)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(uint32 Shift = 0; Shift &lt; 64 &amp;&amp; Offset &lt; Data.Num(); Shift += 7)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const uint8 Byte = Data[Offset++];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(Shift == 63 &amp;&amp; (Byte &amp; 0xfe) != 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Out |= static_cast&lt;uint64&gt;(Byte &amp; 0x7f) &lt;&lt; Shift;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((Byte &amp; 0x80) == 0) 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A6D8C66-EFE1-4393-AE3F-6D125AE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반복은 입력 범위와 최대 64비트 범위를 동시에 제한합니다.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D997EC46-1868-41A6-9945-8955864A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40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63행의 마지막 바이트 검사와 68행의 계속 비트 종료 조건을 구분합니다.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981BE30-DFB4-4FEA-B29E-8CF17D5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92 / 189</a:t>
            </a:r>
          </a:p>
        </p:txBody>
      </p:sp>
    </p:spTree>
    <p:extLst>
      <p:ext uri="{BB962C8B-B14F-4D97-AF65-F5344CB8AC3E}">
        <p14:creationId xmlns:p14="http://schemas.microsoft.com/office/powerpoint/2010/main" val="956106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1339CFE-AA4E-4B51-8EF3-D5791B2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잘린 정수와 넘치는 정수를 거부하는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F955129-ECA6-47E3-81E3-DBD9F87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59행은 출력 누적값을 0으로 시작합니다. 60행은 읽을 바이트가 남아 있는지와 이동량이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64보다 작은지를 확인합니다. 62행에서 바이트를 가져오고 67행은 아래 7비트를 올바른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자리로 이동해 결과에 합칩니다.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E8B1786-720C-452E-B3D1-4AE22745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63~65행은 마지막 64비트 경계에서 허용되지 않는 상위 값이 있으면 실패합니다. 68행은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비트가 0인 바이트를 만나면 읽기를 끝냅니다. 끝 표시 없이 데이터가 끝난 경우와 숫자가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범위를 넘는 경우 모두 정상 정수로 사용하면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F5295F0-08F1-482F-B634-244ACA5E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검사가 없다면 손상된 길이 값으로 버퍼 바깥을 읽거나 비트 넘침으로 다른 값을 만들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바이트를 받는 함수는 신뢰할 수 없는 길이와 값을 다룬다는 관점이 필요합니다. 읽기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 뒤에도 태그와 명령의 의미 검사가 이어집니다.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6AFF0B7-1614-4B3D-9B07-CF72F47F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93 / 189</a:t>
            </a:r>
          </a:p>
        </p:txBody>
      </p:sp>
    </p:spTree>
    <p:extLst>
      <p:ext uri="{BB962C8B-B14F-4D97-AF65-F5344CB8AC3E}">
        <p14:creationId xmlns:p14="http://schemas.microsoft.com/office/powerpoint/2010/main" val="87547360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62CA92-9672-4938-9C2F-E2F3DBB1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번호와 값의 계산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FE0DFBA-5B2C-4E73-996B-436FFD6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Envelope sequence는 2번 uint64 필드입니다. 태그 정수와 16진수 태그, 값 150의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varint를 합친 바이트를 계산하세요.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412222C-BA42-4EF9-A602-96DB2958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21번 wheels가 LEN일 때 태그 정수는 얼마인가요? 그 정수를 varint로 쓰면 왜 한 바이트가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아닌가요?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CB37683-55D2-49D8-8E37-02F62D9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마지막 바이트 표시가 없는 잘린 varint를 0으로 처리해 계속 진행해도 될까요? 범위 검사와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 유효성 관점에서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A138EFA-6140-4CE2-8674-276E1F71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94 / 189</a:t>
            </a:r>
          </a:p>
        </p:txBody>
      </p:sp>
    </p:spTree>
    <p:extLst>
      <p:ext uri="{BB962C8B-B14F-4D97-AF65-F5344CB8AC3E}">
        <p14:creationId xmlns:p14="http://schemas.microsoft.com/office/powerpoint/2010/main" val="92343245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BF86868-0B72-4A5A-831E-820ED40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태그와 varint의 연결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337FFE6-00F9-434B-B388-45517435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2×8+0=16이고 태그는 16진수 10입니다. 값 150은 96 01이므로 전체 조각은 10 96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01입니다. 필드 태그 뒤에 값의 varint가 이어진다는 순서를 스키마와 함께 읽어야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087107C-CB61-4250-9313-6AFA2CF8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21×8+2=170입니다. 170은 42+1×128이므로 첫 바이트 AA와 마지막 01로 표현합니다.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 AA 01 뒤에는 LEN의 길이 varint가 추가로 옵니다. 태그 자체도 정수이므로 varint 규칙을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32E0851-71BE-4850-81AC-7BA4D0A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C는 실패로 처리해야 합니다. 잘린 입력을 임의의 0으로 만들면 실제 0과 손상된 데이터를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구분할 수 없습니다. 다음 단원에서는 길이가 고정된 float와, 길이를 별도 정수로 적는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문자열·중첩 메시지를 비교하겠습니다.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2164E47-2C27-4847-9B94-457D1D6B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95 / 189</a:t>
            </a:r>
          </a:p>
        </p:txBody>
      </p:sp>
    </p:spTree>
    <p:extLst>
      <p:ext uri="{BB962C8B-B14F-4D97-AF65-F5344CB8AC3E}">
        <p14:creationId xmlns:p14="http://schemas.microsoft.com/office/powerpoint/2010/main" val="2235520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CB44330-1619-4744-8F0C-D3FB7BEC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04E12DD-4602-4A56-BD65-41575CB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필드 번호와 wire type을 태그로 계산하고 varint 150을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쓰기/읽기 코드와 대응합니다.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1D0D11B-F346-47C0-96AB-D90431B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태그와 varint의 구조를 알면 알 수 없는 필드를 건너뛰는 이유와 잘린 정수·범위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초과를 거부하는 이유를 코드로 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5307CFC-435A-448E-A451-CC229AE0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길이가 달라지는 정수를 배운 뒤 고정 32비트와 LEN을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22B3AE4-F24D-4D37-978F-BD01DDE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96 / 189</a:t>
            </a:r>
          </a:p>
        </p:txBody>
      </p:sp>
    </p:spTree>
    <p:extLst>
      <p:ext uri="{BB962C8B-B14F-4D97-AF65-F5344CB8AC3E}">
        <p14:creationId xmlns:p14="http://schemas.microsoft.com/office/powerpoint/2010/main" val="184034040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6DC3981-E7CC-4AA3-9950-49DDE1DB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float, UTF-8과 중첩 메시지의 길이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1120F3A-3E69-4CB0-A40C-F8436E6A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0.5를 정수로 바꾸면 값이 사라지고, 한글 길이를 글자 수로 적으면 메시지가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잘립니다. 같은 숫자와 길이도 저장 규칙에 따라 해석이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5427AAC-8141-4F88-8330-76F990F1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비트 패턴 보존과 바이트 길이를 이해해야 타입 변환과 직렬화, 문자열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길이와 메시지 경계를 혼동하지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1361FC3-9450-4E33-8B2B-434C988A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float 0.5의 네 바이트와 문자열 길이를 계산하고 Envelope 안쪽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ControlCommand를 손으로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9D6A7CB-2745-4E81-AD0F-49256C5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태그·varint·wire type과 L04의 뷰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DFA2465-06F1-4D83-AFC6-3D92BCF8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97 / 189</a:t>
            </a:r>
          </a:p>
        </p:txBody>
      </p:sp>
    </p:spTree>
    <p:extLst>
      <p:ext uri="{BB962C8B-B14F-4D97-AF65-F5344CB8AC3E}">
        <p14:creationId xmlns:p14="http://schemas.microsoft.com/office/powerpoint/2010/main" val="2000758326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AFF3BA3-7DED-45C4-A7F8-232C60C8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 변환과 비트 보존의 차이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098A8D9-892D-4305-9251-83004157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float 0.5를 정수 값으로 형변환하면 소수 부분을 유지할 수 없습니다. 직렬화에서 필요한 것은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값을 정수로 반올림하는 일이 아니라 수신자가 같은 float를 복원할 수 있도록 저장된 32비트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패턴을 전달하는 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40C95FD-768D-41CA-AC2D-103A39FB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IEEE 754의 float 0.5 패턴은 16진수 3F000000입니다. Protobuf의 고정 32비트 표현은 낮은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바이트부터 쓰므로 바이트 순서는 00 00 00 3F입니다. 같은 32비트라도 어떤 규칙으로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읽는지가 의미를 결정합니다.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7FF1844-E63B-4F09-82CB-B979AE92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ControlCommand의 throttle은 2번 float 필드이므로 앞에서 계산한 태그 15를 붙입니다. 결과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 00 00 00 3F는 교육용 단일 필드 조각입니다. 지도와 세션 정보를 갖춘 전체 운전 메시지로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수락되는 패킷은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4E0F394-8B5B-4A30-9B86-63C3CF1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98 / 189</a:t>
            </a:r>
          </a:p>
        </p:txBody>
      </p:sp>
    </p:spTree>
    <p:extLst>
      <p:ext uri="{BB962C8B-B14F-4D97-AF65-F5344CB8AC3E}">
        <p14:creationId xmlns:p14="http://schemas.microsoft.com/office/powerpoint/2010/main" val="533681674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7368D53-41DA-4346-A8CC-8E5D60E0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float의 원래 비트를 꺼내는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895F4BF-7EF7-4DDA-BBB9-76969CC4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unreal/DriveIntegration/Source/DriveIntegration/SimCoreProtocol.cpp:24-33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21035DA-D622-403B-AC20-5BF9888F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DBFF9AD-B54C-4758-ABD1-D003D134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2061B06-CE00-4EFC-960A-1D84A8B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WriteFixed32(TArray&lt;uint8&gt;&amp; Out, float Value)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uint32 Bits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static_assert(sizeof(Bits) == sizeof(Value));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FMemory::Memcpy(&amp;Bits, &amp;Value, sizeof(Bits));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(int32 Index = 0; Index &lt; 4; ++Index)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Out.Add(static_cast&lt;uint8&gt;(Bits &gt;&gt; (Index * 8)));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259536A-08B5-4BB4-AB10-CAF27CB5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Memcpy는 float의 비트 패턴을 Bits로 복사합니다. 숫자를 정수 값으로 변환하지 않습니다.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9FF24AE0-0C56-418B-AD1B-359871C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반복문은 낮은 바이트부터 네 바이트를 차례로 씁니다.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6BD23C6-DB2C-49BC-B0CF-763B13A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99 / 189</a:t>
            </a:r>
          </a:p>
        </p:txBody>
      </p:sp>
    </p:spTree>
    <p:extLst>
      <p:ext uri="{BB962C8B-B14F-4D97-AF65-F5344CB8AC3E}">
        <p14:creationId xmlns:p14="http://schemas.microsoft.com/office/powerpoint/2010/main" val="19153760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9A3C9DA-BD4D-45F9-8B8E-17C3A070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WriteFixed32의 줄별 추적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413904-0C14-44C3-912A-EA782377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26행은 uint32를 준비합니다. 27행의 static_assert는 두 객체의 크기가 같은지 컴파일할 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확인합니다. 28행은 Value의 저장 비트를 Bits로 복사하므로 0.5의 패턴 3F000000을 그대로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3EB7757-4872-4A26-ADBF-286AD9D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29~31행은 Index를 0부터 3까지 바꾸며 각각 0, 8, 16, 24비트를 오른쪽 이동합니다. uint8로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바꾸어 맨 아래 바이트를 추가하므로 순서대로 00, 00, 00, 3F가 출력됩니다. 수신자는 이 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바이트로 원래 패턴을 복원합니다.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66E8B62-714F-49D2-A697-B0CBCC24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발췌에서 32비트 크기 확인이 모든 물리 의미까지 검증하는 것은 아닙니다. 각도인지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스로틀인지, NaN 같은 비정상 값인지에 대한 조건은 해당 메시지의 의미 검사에서 다룹니다.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표현을 보존하는 단계와 값의 허용 조건을 나누어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FE659F6-DF10-4B7C-9EA7-C8EDDEEC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100 / 189</a:t>
            </a:r>
          </a:p>
        </p:txBody>
      </p:sp>
    </p:spTree>
    <p:extLst>
      <p:ext uri="{BB962C8B-B14F-4D97-AF65-F5344CB8AC3E}">
        <p14:creationId xmlns:p14="http://schemas.microsoft.com/office/powerpoint/2010/main" val="159348622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FC08CEF-9F24-45C7-9169-4AEA0E0B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LEN이 문자열과 내부 메시지를 담는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4BE51B-F525-4B93-B4DA-E955EE8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LEN은 태그 뒤에 길이 varint를 쓰고, 그만큼의 바이트를 이어 붙이는 형식입니다. 길이로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문자열이나 내부 메시지의 끝을 정하면 그 뒤의 다른 필드까지 잘못 읽는 일을 막을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526A143-A0A4-4AB0-B4BA-CCFF1A9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Envelope의 source_id가 교육용 문자열 car라면 태그는 4×8+2=34, 즉 22입니다. UTF-8에서 c,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a, r는 각각 63, 61, 72이므로 전체 필드 조각은 22 03 63 61 72입니다. 03은 뒤 데이터의 바이트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F6F3B4C-14C3-4580-936C-B293EE6C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한글 가는 UTF-8에서 EA B0 80의 세 바이트입니다. 글자 한 개라고 길이 1을 적으면 남은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바이트를 다음 필드로 오해할 수 있습니다. 실제 식별자의 허용 문자 정책은 별도이므로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현재 source_id 허용 규칙으로 해석하지 마세요.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79BE838-9292-4CD3-81BE-D24040B3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101 / 189</a:t>
            </a:r>
          </a:p>
        </p:txBody>
      </p:sp>
    </p:spTree>
    <p:extLst>
      <p:ext uri="{BB962C8B-B14F-4D97-AF65-F5344CB8AC3E}">
        <p14:creationId xmlns:p14="http://schemas.microsoft.com/office/powerpoint/2010/main" val="1745266042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5B7E98B-58B6-4930-A04E-D9B4D25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길이와 바이트를 쓰는 공통 함수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CDC98E4-1A65-4C20-B975-6F90555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unreal/DriveIntegration/Source/DriveIntegration/SimCoreProtocol.cpp:35-40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A06FAFE-1FD6-46A6-9AB8-85E2EF5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227C37F-DCE3-4E75-801D-0D733B3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BCCEF10-6898-4670-B51C-5278821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WriteBytes(TArray&lt;uint8&gt;&amp; Out, uint32 Field, TArrayView&lt;const uint8&gt; Bytes)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WriteTag(Out, Field, 2);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WriteVarint(Out, Bytes.Num());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Out.Append(Bytes.GetData(), Bytes.Num());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DD3DE22-27E2-421B-A8B5-476BE8B9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37행은 LEN 태그를, 38행은 바이트 길이를, 39행은 원본 내용을 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E62657DC-D760-4265-BDD3-968D15D9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67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함수는 문자열이나 이미 완성된 내부 메시지의 바이트를 담는 데 사용할 수 있습니다.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4683CEA-0DA8-45A5-B824-08691AC2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102 / 189</a:t>
            </a:r>
          </a:p>
        </p:txBody>
      </p:sp>
    </p:spTree>
    <p:extLst>
      <p:ext uri="{BB962C8B-B14F-4D97-AF65-F5344CB8AC3E}">
        <p14:creationId xmlns:p14="http://schemas.microsoft.com/office/powerpoint/2010/main" val="68728837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2485F8-4ABD-4A79-929E-06B61F2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WriteBytes와 바깥 메시지의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663CEA8-563B-4783-B427-BBCC10A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35행의 Bytes는 원본 바이트를 바라보는 뷰입니다. 함수는 37행에서 요청받은 필드 번호와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wire type 2를 쓰고 38행에서 Bytes.Num()을 varint로 씁니다. 39행에서 실제 바이트를 출력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배열 뒤에 붙입니다.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9AD124F-053D-4D33-B6D7-810E5586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내부 ControlCommand가 이미 5바이트라면 이 함수는 그 내용의 의미를 다시 계산하지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바깥 Envelope의 11번 필드에 길이 5와 내부 바이트를 담습니다. 내부 필드 번호와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바깥 필드 번호는 각 메시지 안에서 별도로 해석합니다.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FA3EDC0-8FA7-4A19-A337-4D81B61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길이는 바이트 수를 세기 때문에 원본의 첫 바이트부터 마지막 바이트까지 정확히 포함해야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 길이 5라고 적고 4바이트만 보낸 경우 정상 중첩 메시지로 읽을 수 없습니다. 수신 측도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길이 범위를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7FD730A-1678-443E-9176-01CCB58C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103 / 189</a:t>
            </a:r>
          </a:p>
        </p:txBody>
      </p:sp>
    </p:spTree>
    <p:extLst>
      <p:ext uri="{BB962C8B-B14F-4D97-AF65-F5344CB8AC3E}">
        <p14:creationId xmlns:p14="http://schemas.microsoft.com/office/powerpoint/2010/main" val="1113660932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FD92607-8267-4DC4-B8AC-293F9013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읽을 바이트 범위를 제한하는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E5F9A44-2470-44E4-89A8-624739D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unreal/DriveIntegration/Source/DriveIntegration/SimCoreProtocol.cpp:102-109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4F07130-DE64-47ED-BEB8-11AB0BB6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558621C-219D-48FE-A9CE-8A55068A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474F4EBC-CFA4-4ECB-99B6-EF3CA97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ReadMessage(TArrayView&lt;const uint8&gt;&amp; Out)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uint64 Length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(!ReadVarint(Length) || Length &gt; static_cast&lt;uint64&gt;(Data.Num() - Offset))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 = Data.Slice(Offset, static_cast&lt;int32&gt;(Length));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Offset += static_cast&lt;int32&gt;(Length);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70A4458-2792-4877-98FB-D0047AE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길이를 먼저 읽고 현재 입력에서 남은 바이트보다 큰지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109C0F5E-9B91-4E3F-A500-5B90895D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 시 내부 범위를 뷰로 돌려주고 읽기 위치를 그 길이만큼 이동합니다.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7E31C62-EECD-4317-A247-FC22F1F2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104 / 189</a:t>
            </a:r>
          </a:p>
        </p:txBody>
      </p:sp>
    </p:spTree>
    <p:extLst>
      <p:ext uri="{BB962C8B-B14F-4D97-AF65-F5344CB8AC3E}">
        <p14:creationId xmlns:p14="http://schemas.microsoft.com/office/powerpoint/2010/main" val="74566414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A21657A-34F0-4246-978E-CD55F94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중첩 조각 5A 05 15 00 00 00 3F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6BA498C-B288-4EDC-8109-7425E59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교육용 조각에서 5A는 10진수 90이며 90을 8로 나누면 필드 11과 wire type 2를 얻습니다.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다음 05는 내부 길이 5바이트입니다. 따라서 내부 파서는 15 00 00 00 3F의 다섯 바이트만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D978E91-93A4-4E13-B670-7E80097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내부의 15는 10진수 21이므로 ControlCommand의 필드 2, wire type 5입니다. 뒤 네 바이트 00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00 00 3F는 float 0.5로 복원됩니다. Envelope의 11번과 ControlCommand의 2번은 서로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층의 번호입니다.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2AA33C3-7F60-4770-8CC2-292EDD0F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ReadMessage의 105행은 길이가 남은 입력을 넘으면 거부하고, 106~107행은 허용된 내부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범위와 다음 읽기 위치를 정합니다. 이 조각에는 Hello나 지도·세션 조건이 없으므로 바이트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 실습용으로만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3FB38BC-CD52-43CD-8791-72F6963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105 / 189</a:t>
            </a:r>
          </a:p>
        </p:txBody>
      </p:sp>
    </p:spTree>
    <p:extLst>
      <p:ext uri="{BB962C8B-B14F-4D97-AF65-F5344CB8AC3E}">
        <p14:creationId xmlns:p14="http://schemas.microsoft.com/office/powerpoint/2010/main" val="1592583777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7A08008-7D4F-4D76-9E28-78A6862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값과 길이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9F247C8-3644-40B7-A7AB-BED1A44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float 0.5를 정수 값 0으로 변환해 보낸 경우와 비트 패턴 3F000000을 복사해 보낸 경우의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차이를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3ADC54B-B50A-453C-9F48-3643F82C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22 03 63 61 72에서 태그, 길이, 값 범위를 나누세요. 한글 가를 길이 1로 쓰면 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잘못되나요?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11AF9C8-CC15-4E51-8568-07FA1003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5A 05 다음에 실제로 4바이트만 남았습니다. ReadMessage의 어느 검사에서 왜 실패해야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하나요? 정상 5바이트라면 내부 float 값을 계산하세요.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1FE440A-989B-422B-920E-BA70451A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106 / 189</a:t>
            </a:r>
          </a:p>
        </p:txBody>
      </p:sp>
    </p:spTree>
    <p:extLst>
      <p:ext uri="{BB962C8B-B14F-4D97-AF65-F5344CB8AC3E}">
        <p14:creationId xmlns:p14="http://schemas.microsoft.com/office/powerpoint/2010/main" val="184574469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A2770B6-B063-474A-B3E4-A5F07F75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안쪽과 바깥쪽의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94A18E6-7E92-40A3-9DE7-0F20E3D3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 정수 값 0으로 변환하면 0.5를 복원할 정보가 사라집니다. 비트 복사는 패턴을 보존하여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수신자가 float 규칙으로 같은 값을 읽게 합니다. B의 22는 4번 LEN 태그, 03은 길이, 나머지 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바이트는 car입니다.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7CCCD77-D6C4-47A8-885A-1A2E2F5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한글 가는 UTF-8에서 세 바이트이므로 길이 1은 내용과 일치하지 않습니다. C는 길이 5가 남은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4바이트를 넘으므로 105행에서 실패합니다. 정상 조각의 내부 태그 15 뒤 네 바이트는 float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0.5입니다.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DC646BA-FB65-4475-9774-5706A2A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중첩 메시지를 볼 때 바깥 길이를 먼저 표시하고 그 범위 안에서 새 필드 번호를 해석해 보세요.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단원은 같은 내부 메시지가 여러 번 등장하는 바퀴 목록과, Envelope가 한 payload 종류를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선택하는 방식을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8BF04CF-770F-4A34-B16E-935059C8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107 / 189</a:t>
            </a:r>
          </a:p>
        </p:txBody>
      </p:sp>
    </p:spTree>
    <p:extLst>
      <p:ext uri="{BB962C8B-B14F-4D97-AF65-F5344CB8AC3E}">
        <p14:creationId xmlns:p14="http://schemas.microsoft.com/office/powerpoint/2010/main" val="107743484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B07039D-E37E-4BD4-B273-6543C35E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448CB6E-31C2-4D61-9CBA-99319ED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float 0.5의 네 바이트와 문자열 길이를 계산하고 Envelope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안쪽 ControlCommand를 손으로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1A77C1E-B489-42DC-8754-26B9F0DD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비트 패턴 보존과 바이트 길이를 이해해야 타입 변환과 직렬화, 문자열 길이와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경계를 혼동하지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4935FE3-F6FB-44EE-B040-2704099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중첩 구조를 이해했으므로 같은 번호가 반복되는 목록과 payload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선택의 의미를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D8E0A14-11FA-4D06-82A1-C240E443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108 / 189</a:t>
            </a:r>
          </a:p>
        </p:txBody>
      </p:sp>
    </p:spTree>
    <p:extLst>
      <p:ext uri="{BB962C8B-B14F-4D97-AF65-F5344CB8AC3E}">
        <p14:creationId xmlns:p14="http://schemas.microsoft.com/office/powerpoint/2010/main" val="154617929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D29D08E-AD71-4AE5-BFF8-94F8855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목록, 존재 여부와 호환성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7E2841D-8690-4416-B217-C0A5547D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바이트를 읽는 데 성공했어도 바퀴 위치나 기어 의미를 잘못 해석할 수 있는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이유를 학습합니다.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7C6071-A261-4C96-A3B3-BCDB36E7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C4의 필드 번호, wire type, LEN 중첩 구조를 알고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7998EA3-E8AE-4F02-8569-966DBC5E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repeated·oneof·optional을 서로 다른 표현 수단으로 설명합니다. 기본값과 정보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부재를 구분하고 스키마 확장의 양쪽 변경 지점을 찾습니다.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5A738A6-0431-4854-A23D-2D4441EE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바퀴 21번 필드와 위치값 3을 구분하고, gear 부재가 현재 Drive로 남는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이유를 설명합니다.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A752CBC-70A0-4A25-A072-C720F698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   109 / 189</a:t>
            </a:r>
          </a:p>
        </p:txBody>
      </p:sp>
    </p:spTree>
    <p:extLst>
      <p:ext uri="{BB962C8B-B14F-4D97-AF65-F5344CB8AC3E}">
        <p14:creationId xmlns:p14="http://schemas.microsoft.com/office/powerpoint/2010/main" val="355426834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7F1F214-DF46-4C49-A235-924AD117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7FB380B-F623-46D4-80F3-B2D7749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L09 바퀴 목록과 payload 선택 · 111쪽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repeated WheelState와 wheel_index를 실제 수신 코드에 대응하고 oneof의 역할을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64D45AB-D573-46B3-BBA7-A7A8DEC5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L10 값의 부재, 기본값과 스키마 호환성 · 122쪽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optional gear 분기와 기본값을 추적하고 unknown 필드 처리·파싱 성공·의미 검증을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A1EA481-DB4A-4D85-8C98-D8EB5CEF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   110 / 189</a:t>
            </a:r>
          </a:p>
        </p:txBody>
      </p:sp>
    </p:spTree>
    <p:extLst>
      <p:ext uri="{BB962C8B-B14F-4D97-AF65-F5344CB8AC3E}">
        <p14:creationId xmlns:p14="http://schemas.microsoft.com/office/powerpoint/2010/main" val="147213804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DE562D2-364D-42A7-AA72-8CC63869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목록과 payload 선택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B92A19B-3F23-4845-9D65-2A74F619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wheels=21을 바퀴 21개로 읽거나, 목록 두 번째 원소를 무조건 앞오른쪽 바퀴로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표시하면 정상 데이터를 잘못 그릴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6684DC1-E48B-4C56-B2DF-EFDA22F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목록의 필드 번호, 원소의 위치 식별값, 메시지 종류 선택을 구분해야 수신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순서나 숫자의 모양에 의존하지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72EAB5A-88C6-4AC3-B6FD-4B9B376B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repeated WheelState와 wheel_index를 실제 수신 코드에 대응하고 oneof의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역할을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5640931-77F2-4EC3-950E-75EA644E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L07~L08의 태그·LEN·중첩 메시지 경계를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8E90ADC-F282-4391-96D6-A98D296A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111 / 189</a:t>
            </a:r>
          </a:p>
        </p:txBody>
      </p:sp>
    </p:spTree>
    <p:extLst>
      <p:ext uri="{BB962C8B-B14F-4D97-AF65-F5344CB8AC3E}">
        <p14:creationId xmlns:p14="http://schemas.microsoft.com/office/powerpoint/2010/main" val="839904736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7070B7-1449-4243-99BC-A02313AD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목록이 필요한 실제 상황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D6196DE-3A1A-4F03-93AC-6496C4F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차량에는 여러 바퀴의 접지 여부와 회전값이 필요합니다. 왼쪽과 오른쪽의 값이 다를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있으므로 차량 값 하나만으로 모든 바퀴 상태를 설명할 수 없습니다. 같은 형태의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WheelState를 여러 개 담는 목록이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6F3719D-AA7F-480E-BFC5-87D60A90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repeated는 같은 필드에 원소를 여러 개 담을 수 있다는 선언입니다. EntityState의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wheels=21에서 21은 그 목록을 구분하는 필드 번호입니다. 원소 수는 실제 보낸 목록에 따라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달라지며 숫자 21이 바퀴 개수를 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1554652-43F5-4679-B1D8-046B2C1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원소는 별도 wheel_index로 위치를 알려 줍니다. 목록의 첫 번째라는 순서와 앞왼쪽이라는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의미를 무조건 같게 취급하면, 정상 식별값을 가진 다른 순서의 데이터도 잘못 표시할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위치 계약을 별도로 읽어야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B9E9092-5E2A-4809-9C2E-4237E72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112 / 189</a:t>
            </a:r>
          </a:p>
        </p:txBody>
      </p:sp>
    </p:spTree>
    <p:extLst>
      <p:ext uri="{BB962C8B-B14F-4D97-AF65-F5344CB8AC3E}">
        <p14:creationId xmlns:p14="http://schemas.microsoft.com/office/powerpoint/2010/main" val="114349293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BF09F32-A5CB-48CF-BF85-DF0D2B25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원소의 실제 선언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951282A-7D7F-4DF7-8943-37A7C795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protocol/vehicle.proto:52-57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2A905F1-4891-4E78-8425-BF1CBD27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642D639A-82B7-4D55-A37B-D0F6043B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959EDA2-B847-4668-B807-29166F8D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message WheelState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uint32 wheel_index = 1; // 0=front-left, 1=front-right, 2=rear-left,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3=rear-right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bool in_contact = 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steering_angle = 3; // wheel-local radians, positive = left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angular_speed = 4; // rad/s, signed in the vehicle's forward direction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normal_load = 5;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0868424-9B97-455F-B537-31D17C50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wheel_index는 WheelState 안의 1번 필드이며 그 값이 바퀴 위치를 나타냅니다.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4E08930B-F7CC-4454-AF50-5522AAAA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접지와 조향각, 회전 속도도 같은 원소 안에 들어갑니다.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5736DE8-E380-4D58-B64F-BB63AA24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113 / 189</a:t>
            </a:r>
          </a:p>
        </p:txBody>
      </p:sp>
    </p:spTree>
    <p:extLst>
      <p:ext uri="{BB962C8B-B14F-4D97-AF65-F5344CB8AC3E}">
        <p14:creationId xmlns:p14="http://schemas.microsoft.com/office/powerpoint/2010/main" val="1186039136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7A81AF-423A-421A-8C6B-E4E99559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선언과 위치 번호의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521A77D-31E0-435C-AA31-8A52703D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52행은 원소 하나의 타입을 시작합니다. 53행의 오른쪽 1은 wheel_index 필드 번호이고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 0, 1, 2, 3이 각각 앞왼쪽, 앞오른쪽, 뒤왼쪽, 뒤오른쪽을 뜻합니다. 같은 줄 안의 숫자도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역할이 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B9C2ECC-4FE6-4D47-9CF1-91292B5A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54행은 접지 여부를, 55행은 해당 바퀴의 조향각을 담습니다. 56행의 angular_speed는 rad/s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단위이며 전진 방향 부호의 회전 속도입니다. 실제 화면 표시도 이 계약에 맞는 바퀴와 축을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찾아 값을 적용해야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E691BC4-09B6-4021-87A7-20F7CBEC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목록 두 번째 원소의 wheel_index가 3이라면 그 원소는 뒤오른쪽 바퀴입니다. 목록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인덱스가 1이므로 앞오른쪽이라고 바꾸어 읽지 않습니다. 여기서는 바이트를 읽은 뒤 의미를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어디에 적용할지가 핵심입니다.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051B46-EFC0-4F47-BDF2-7E7E693D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114 / 189</a:t>
            </a:r>
          </a:p>
        </p:txBody>
      </p:sp>
    </p:spTree>
    <p:extLst>
      <p:ext uri="{BB962C8B-B14F-4D97-AF65-F5344CB8AC3E}">
        <p14:creationId xmlns:p14="http://schemas.microsoft.com/office/powerpoint/2010/main" val="1164074383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4C1D9E8-DA55-464D-A8BC-4EE0612D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21번 필드를 만날 때 원소를 추가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11A75D9-DAB1-43E4-A29F-941138F2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unreal/DriveIntegration/Source/DriveIntegration/SimCoreProtocol.cpp:542-549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4902F9F-E150-4ECA-9CF7-BC49374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6F542DE-A6BE-4E44-9899-2B268DE9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5AB77FC-072A-434D-8D90-E377FA96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case 21: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(State.Wheels.Num() &gt;= 32)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(Wire != 2) return false; TArrayView&lt;const uint8&gt; WheelData;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(!Reader.ReadMessage(WheelData))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FVehicleState::FWheelState Wheel;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(!ParseWheel(WheelData, Wheel))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State.Wheels.Add(Wheel); break;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2F42BA8-ED2D-4E5F-9310-D7BA0595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LEN 필드를 WheelState 하나로 파싱하여 목록에 추가합니다.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7F97B706-8FE4-48A3-8ECA-84EA8670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1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32개 제한은 과도한 입력을 막는 수신 한도이며 정상 바퀴 수의 선언이 아닙니다.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4D5B8D5-10C8-4DB0-9084-9E5EC24E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115 / 189</a:t>
            </a:r>
          </a:p>
        </p:txBody>
      </p:sp>
    </p:spTree>
    <p:extLst>
      <p:ext uri="{BB962C8B-B14F-4D97-AF65-F5344CB8AC3E}">
        <p14:creationId xmlns:p14="http://schemas.microsoft.com/office/powerpoint/2010/main" val="89758989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47DCBB3-E45D-4C53-93B7-C5B1165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 수신 코드의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0D5F535-4E2A-4A9E-B372-27B45EC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542행은 EntityState의 21번 필드를 처리합니다. 543행은 누적 원소가 이미 32개면 실패하여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비정상적으로 큰 목록을 제한합니다. 544행은 LEN 형식인지 확인하고 545행은 해당 원소의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내부 바이트 범위를 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C6ECD16-5C2D-439D-BC1D-6C7350B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546행은 임시 Wheel 객체를 만들고 547행에서 내부 필드를 파싱합니다. 실패하면 목록에 넣지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548행은 성공한 원소만 추가하므로, 다음 21번 필드가 오면 같은 과정을 반복하여 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다른 바퀴 상태를 쌓습니다.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DC8F7BF-03F4-48E3-B010-34C07138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원소가 반복되는 이 구조를 숫자 배열의 packed 표현과 섞어 이해하지 마세요. 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바퀴는 자체 필드와 길이를 가진 내부 메시지입니다. 바깥 반복 횟수와 내부 wheel_index 값은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각각 별도로 검사하고 사용해야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373B2F7-F920-43C7-80D6-9AFA975A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116 / 189</a:t>
            </a:r>
          </a:p>
        </p:txBody>
      </p:sp>
    </p:spTree>
    <p:extLst>
      <p:ext uri="{BB962C8B-B14F-4D97-AF65-F5344CB8AC3E}">
        <p14:creationId xmlns:p14="http://schemas.microsoft.com/office/powerpoint/2010/main" val="165399558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1FF942E-A329-419A-A7DE-73645C15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Envelope가 선택하는 payload 종류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FCAE335-0304-493C-B1BB-1281578A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protocol/vehicle.proto:284-290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B71091A-D873-49CC-9140-8B27A1CC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AFD427C-A7D8-4F20-B52D-C591532D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04DEA36-AC8A-4282-8C07-4B2812D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oneof payload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Hello hello = 10;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ControlCommand control_command = 11;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WorldState world_state = 12;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Health health = 13;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SimulationReset simulation_reset = 14;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080FF9A-56C8-438C-B30E-B7A99B60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oneof는 여러 종류 중 어떤 payload가 활성인지 표현합니다. 아무 종류도 선택되지 않은 상태도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가능합니다.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8F4F6B49-D467-4372-A826-217ED38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안의 여러 엔티티 목록과 Envelope의 payload 선택은 다른 층입니다.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ECD139F-222F-4790-9387-266AD292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117 / 189</a:t>
            </a:r>
          </a:p>
        </p:txBody>
      </p:sp>
    </p:spTree>
    <p:extLst>
      <p:ext uri="{BB962C8B-B14F-4D97-AF65-F5344CB8AC3E}">
        <p14:creationId xmlns:p14="http://schemas.microsoft.com/office/powerpoint/2010/main" val="1595599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B4C309-F3B3-4FB5-802F-7FF1F81D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oneof가 서로 다른 요청을 구분하는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5F8E4C8-528A-4371-8941-9F265123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Envelope가 Hello인지 운전 명령인지 구분해야 합니다. 여러 필드를 동시에 활성 요청으로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취급하면 행동이 모호해집니다. oneof는 생성 메시지에서 한 payload 종류의 활성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326FE70-C0E1-453B-8BD0-80AB9DA1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284행의 payload 아래 10~14번은 각각 다른 종류의 내부 메시지입니다. Hello를 설정했다가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ControlCommand를 설정하면 활성 종류가 바뀝니다. 여러 알려진 종류가 반복된 바이트는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종류를 선택하므로 첫 종류만 쓴다고 가정하지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FCEDF4F-2E94-4322-9206-1D1F49B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안에는 여러 차량과 바퀴가 들어갑니다. 내부 repeated의 개수는 바깥 oneof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선택과 충돌하지 않습니다. 알려지지 않은 미래 종류는 구 수신기의 해석 한계도 따로 검토해야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206937-3B72-4608-8DF0-830F4E64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118 / 189</a:t>
            </a:r>
          </a:p>
        </p:txBody>
      </p:sp>
    </p:spTree>
    <p:extLst>
      <p:ext uri="{BB962C8B-B14F-4D97-AF65-F5344CB8AC3E}">
        <p14:creationId xmlns:p14="http://schemas.microsoft.com/office/powerpoint/2010/main" val="1577738104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37B80B-8A23-46E1-9536-8C5B2DF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세 종류의 번호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1ECA752-20AA-464C-B34E-E2EAABC1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repeated WheelState wheels=21, wheel_index=1이라는 선언, 실제 wheel_index 값 3을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각각 한 문장으로 풀어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A4DF304-3519-4472-9D73-AC922B2D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수신 코드의 32개 제한을 보고 정상 차량이 바퀴 32개를 보낸다고 결론 내릴 수 있나요?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543행과 548행의 목적을 구분하세요.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7A1670B-E4B0-4173-9671-E6690A4C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Envelope가 WorldState payload를 선택하면서 그 안에 NPC 8개를 담는 것은 oneof와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모순되나요? 종류 선택과 원소 개수를 나누어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CA60A08-A492-496E-9BB3-BAAA4573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119 / 189</a:t>
            </a:r>
          </a:p>
        </p:txBody>
      </p:sp>
    </p:spTree>
    <p:extLst>
      <p:ext uri="{BB962C8B-B14F-4D97-AF65-F5344CB8AC3E}">
        <p14:creationId xmlns:p14="http://schemas.microsoft.com/office/powerpoint/2010/main" val="49701107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358C76-5160-4546-95BB-9593A2F5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필드, 위치값, 종류 선택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345D667-4989-4E56-B999-CD9E07D3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21은 EntityState 안에서 바퀴 목록을 식별하고, 선언의 1은 WheelState 안에서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wheel_index 필드를 식별합니다. 실제 값 3은 뒤오른쪽 위치를 뜻합니다. 메시지의 층과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숫자의 역할을 함께 적으면 혼동을 줄일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784ACD9-2BA5-47E2-A47D-386E080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B의 32는 파서가 과도한 입력을 거부하는 한도입니다. 548행은 성공한 원소를 하나씩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추가합니다. C는 모순이 아닙니다. 바깥 Envelope의 활성 종류는 WorldState 하나이고 그 내부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목록에는 여러 엔티티를 담을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99C5606-750B-4829-840B-73E73BE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데이터의 위치와 개수를 읽을 수 있어야 합니다. 다음 단원은 필드가 아예 오지 않은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경우를 살펴봅니다. 특히 기어 값 0과 기어 정보를 보내지 않은 상태가 왜 서로 다른 운전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결과가 되는지 실제 코드로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C035981-DD26-4AFF-A5EA-F17A91E0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120 / 189</a:t>
            </a:r>
          </a:p>
        </p:txBody>
      </p:sp>
    </p:spTree>
    <p:extLst>
      <p:ext uri="{BB962C8B-B14F-4D97-AF65-F5344CB8AC3E}">
        <p14:creationId xmlns:p14="http://schemas.microsoft.com/office/powerpoint/2010/main" val="2050583922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B07EF91-755E-4739-87A1-F6747127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7C657B9-6D37-4F28-A959-6E3ECADD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repeated WheelState와 wheel_index를 실제 수신 코드에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대응하고 oneof의 역할을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60AC6AC-FF91-48A5-A0D2-68E294A9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목록의 필드 번호, 원소의 위치 식별값, 메시지 종류 선택을 구분해야 수신 순서나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숫자의 모양에 의존하지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7F2B08C-220D-4617-A333-7CCC5A5D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여러 값의 구조를 알았으므로 다음에는 값이 없는 상태와 기본값,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호환성 문제를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FCFD5F8-DDC9-4178-AC66-C6AFF6D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121 / 189</a:t>
            </a:r>
          </a:p>
        </p:txBody>
      </p:sp>
    </p:spTree>
    <p:extLst>
      <p:ext uri="{BB962C8B-B14F-4D97-AF65-F5344CB8AC3E}">
        <p14:creationId xmlns:p14="http://schemas.microsoft.com/office/powerpoint/2010/main" val="726364057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C24F5C5-F648-4807-9AAD-D28BFBDF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값의 부재, 기본값과 스키마 호환성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3AAA4D1-EDE8-4CDF-A5A8-D3A73E2B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구 클라이언트가 gear를 보내지 않는 경우와 운전자가 Neutral을 선택한 경우를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0으로 처리하면 기존 동작이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5A7CFC1-9B4B-4105-A69E-FA797097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부재와 명시적 값의 차이를 보존하고 구 수신기의 한계를 이해해야 필드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추가가 기존 운전을 조용히 바꾸지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2EE3651-BFA7-4283-AA8A-3DF9106A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optional gear 분기와 기본값을 추적하고 unknown 필드 처리·파싱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성공·의미 검증을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EEFBF40-6A46-48FD-9871-199C154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L09의 필드와 oneof, L03의 optional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BBB20B5-6DF8-4787-87D4-FFE683E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122 / 189</a:t>
            </a:r>
          </a:p>
        </p:txBody>
      </p:sp>
    </p:spTree>
    <p:extLst>
      <p:ext uri="{BB962C8B-B14F-4D97-AF65-F5344CB8AC3E}">
        <p14:creationId xmlns:p14="http://schemas.microsoft.com/office/powerpoint/2010/main" val="155490383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9A8EDA1-DD24-40D1-971E-CBE8F39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기어를 보내지 않은 클라이언트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D4FB28B-1033-4B40-8997-4580B0CF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 클라이언트가 gear를 보내지 않는다고 가정합니다. 부재를 Neutral로 처리하면 기본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Drive로 움직이던 클라이언트가 업데이트 뒤 움직이지 않을 수 있습니다. 부재 정책도 동작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계약입니다.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2E0CC06-16E2-4267-B2F4-310548AE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운전자가 명시적으로 Neutral을 선택했다면 그 요청은 실제 중립으로 반영해야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gear의 enum 값 0이 Neutral이므로 기본 숫자 0만 보면 정보가 없었는지 사용자가 중립을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보냈는지 구분하기 어렵습니다.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DA82464-2D17-4992-AD0C-5CA98DA3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Protobuf optional은 필드가 존재했는지와 저장된 값을 구분하게 합니다. 현재 decoder는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존재할 때만 기어를 변환하며, 없으면 내부 VehicleInput의 기본 Drive를 유지합니다. 이 정책은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문법에서 자동으로 정한 것이 아니라 프로젝트가 선택한 동작입니다.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5CA5EB3-EFCF-470B-92AE-EF33155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123 / 189</a:t>
            </a:r>
          </a:p>
        </p:txBody>
      </p:sp>
    </p:spTree>
    <p:extLst>
      <p:ext uri="{BB962C8B-B14F-4D97-AF65-F5344CB8AC3E}">
        <p14:creationId xmlns:p14="http://schemas.microsoft.com/office/powerpoint/2010/main" val="1200726368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C812555-5B3A-4719-8639-733A5C94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존재 여부를 보존하는 gear 선언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40554A5-D0DB-4CFE-A6BA-BD9B8C33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protocol/vehicle.proto:237-242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140E29E-C993-4239-9706-4B3CC64D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63A694B8-9C68-4811-BBDF-543A0E57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2F96207-F6CB-4BF0-A60E-46FAC68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float brake = 3;         // 0 ~ 1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float steering = 4;      // -1(right) ~ 1(left), canonical FLU contract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handbrake = 5;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optional VehicleGear gear = 6;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estop = 7;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uint64 client_time_ns = 8;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258710B-1222-445C-BDC9-0F974E16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240행의 optional은 gear 값과 필드 존재 여부를 구분하게 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7473A855-0A94-4E5F-B8AF-7480B6A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67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숫자 필드와 달리 has_gear 분기를 통해 부재를 확인할 수 있습니다.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E0038E2-D587-478C-A0E1-E34CAA5E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124 / 189</a:t>
            </a:r>
          </a:p>
        </p:txBody>
      </p:sp>
    </p:spTree>
    <p:extLst>
      <p:ext uri="{BB962C8B-B14F-4D97-AF65-F5344CB8AC3E}">
        <p14:creationId xmlns:p14="http://schemas.microsoft.com/office/powerpoint/2010/main" val="117849541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8749956-4C53-4593-A0D5-DD5A0A00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gear가 있을 때만 바꾸는 실제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93DDA1F-9804-47E4-B567-7CFB73CE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cpp/host/src/protocol/vehicle_message_decoder.cpp:75-83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6CDBCA2-FD36-4E3E-AEA3-594BF4CA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DCDF43B-4AB9-4CE7-BA1A-FD309C4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9605D41-4544-4170-B476-2BEEA34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input.throttle = command.throttle();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input.brake = command.brake();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input.steering = command.steering();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input.handbrake = command.handbrake();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(command.has_gear())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input.gear = to_host_gear(command.gear());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ParsedClientMessage{std::move(parsed)};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B8E2947-0679-435A-8A99-45483A9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스로틀·브레이크·조향을 읽은 뒤, has_gear가 참일 때만 기어를 대입합니다.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7C3C5C55-2416-4329-8696-02BBA270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분기가 기본 Drive와 명시적 Neutral의 차이를 유지합니다.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65838AD-01BA-4E33-8D6D-7FA81F81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125 / 189</a:t>
            </a:r>
          </a:p>
        </p:txBody>
      </p:sp>
    </p:spTree>
    <p:extLst>
      <p:ext uri="{BB962C8B-B14F-4D97-AF65-F5344CB8AC3E}">
        <p14:creationId xmlns:p14="http://schemas.microsoft.com/office/powerpoint/2010/main" val="541561411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336ECAB-D940-4430-9A02-B2DF1E55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가지 입력을 넣은 기어 추적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B166827-AAB5-41C2-B089-A5B21EBB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75~78행은 운전 값들을 내부 입력으로 옮깁니다. 79행의 has_gear가 거짓이면 80행을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실행하지 않으므로 기본 Drive가 남습니다. 앞의 VehicleInput 초기값을 함께 읽어야 이 분기의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결과를 알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7E1A5BA-9AC3-4EA9-9F09-73774728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gear를 명시적으로 0, 즉 Neutral로 보냈다면 has_gear는 참이고 80행에서 중립으로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변환합니다. Reverse를 보낸 경우도 같은 분기로 해당 값을 변환합니다. 값 0이라는 이유만으로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필드가 없다고 판단하면 명시적 중립 요청을 잃습니다.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361587B-A3B0-4DF1-8535-D603E60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83행은 파싱한 메시지 결과를 반환합니다. 아직 현재 연결이 운전할 권한을 얻었다는 뜻은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이 추적은 decoder의 기어 해석 정책을 설명하며, 이후 호스트의 지도·세션·시간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검사가 추가로 입력을 거부할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67E14E4-58C2-4F72-BE80-A9846AA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126 / 189</a:t>
            </a:r>
          </a:p>
        </p:txBody>
      </p:sp>
    </p:spTree>
    <p:extLst>
      <p:ext uri="{BB962C8B-B14F-4D97-AF65-F5344CB8AC3E}">
        <p14:creationId xmlns:p14="http://schemas.microsoft.com/office/powerpoint/2010/main" val="13583305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BD400A-11A4-4A10-87BB-3BF0835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기본값을 최신 정보로 오해하는 경우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777F140-A526-4E24-9E0F-F0292636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proto3의 일반 숫자 필드는 바이트에서 생략되면 getter가 기본값 0을 돌려줍니다. 이때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0이라는 숫자만으로 정보가 실제로 제공됐는지 알 수 없는 경우가 있습니다. 값이 의미를 갖는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조건을 다른 필드나 실행 맥락에서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98FA1F1-6F5E-4897-93B3-7C08AA3C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Health의 입력 나이가 0이라고 해서 방금 정상 명령을 받았다고 단정할 수 없습니다.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has_control_command가 정상 입력 수락 이력이 있는지를 별도로 알려 줍니다. 초기 상태와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최신 입력 상태를 구분하기 위한 정보입니다.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B29F666-5E19-47A9-AE46-DAF4803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화면에 숫자를 그릴 때도 단위뿐 아니라 유효성 조건을 확인합니다. 없는 지면을 높이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0으로 만든 L03의 오류와 같은 원리입니다. 기본값을 읽을 수 있다는 사실이 그 값의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관측이나 수락 이력을 증명하지는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DA0C928-FE33-4878-B07D-ED8F18F4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127 / 189</a:t>
            </a:r>
          </a:p>
        </p:txBody>
      </p:sp>
    </p:spTree>
    <p:extLst>
      <p:ext uri="{BB962C8B-B14F-4D97-AF65-F5344CB8AC3E}">
        <p14:creationId xmlns:p14="http://schemas.microsoft.com/office/powerpoint/2010/main" val="1530621158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3BE67A-A130-4A1C-930C-DA7D2BE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 추가가 기존 프로그램에 미치는 영향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CCB4653-7D38-41B6-BE9D-F4A5AD0B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새 번호로 필드를 추가하면 구 수신기는 그 필드의 의미를 모를 수 있습니다. 구조를 건너뛰고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기존 값으로 계속 동작할 수 있는지, 새 값이 없을 때도 안전한 기본 동작이 있는지를 먼저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확인해야 호환성을 설명할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E6D8BCA-B887-4AC6-A1ED-815DAB20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기존 번호를 다른 뜻에 재사용하면 과거 기록을 새 의미로 잘못 읽을 수 있습니다. 제거한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번호를 다시 쓰지 않도록 reserved를 검토하는 이유입니다. 이름만 바꾸거나 타입이 같다는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사실로 바이트와 의미의 호환성을 보장할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44EDF68-3594-4140-8FAD-FE0E4693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단위를 바꾸는 변경은 파싱이 성공해도 의미를 깨뜨릴 수 있습니다. 새 기능이 반드시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필요하다면 Hello의 기능 협상 정책도 바뀔 수 있습니다. 호환성은 파서가 죽지 않는지뿐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어떤 동작을 계속 보장하는지까지 포함합니다.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7950EF9-4554-42D4-A6F0-7C2ADC6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128 / 189</a:t>
            </a:r>
          </a:p>
        </p:txBody>
      </p:sp>
    </p:spTree>
    <p:extLst>
      <p:ext uri="{BB962C8B-B14F-4D97-AF65-F5344CB8AC3E}">
        <p14:creationId xmlns:p14="http://schemas.microsoft.com/office/powerpoint/2010/main" val="1201299496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41D6E30-8B92-4103-A438-18DFC65C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알 수 없는 필드를 넘기는 실제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5AA8042-F715-459E-8E94-D779CDDF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unreal/DriveIntegration/Source/DriveIntegration/SimCoreProtocol.cpp:130-138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62D037F-7EC4-4589-82E9-EFF33C1F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57570EB4-E9FC-4D09-8B25-C3ED472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0BF892C-792F-41D5-86BB-D4FF4E2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switch (WireType)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0: { uint64 Ignored; return ReadVarint(Ignored);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1: if (Offset + 8 &gt; Data.Num()) return false; Offset += 8;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2: { TArrayView&lt;const uint8&gt; Ignored; return ReadMessage(Ignored);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5: if (Offset + 4 &gt; Data.Num()) return false; Offset += 4;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default: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F122D79-94FE-4C3E-8F79-2DD5ED86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 의미를 몰라도 wire type으로 길이를 읽어 다음 필드 위치로 갈 수 있습니다.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D2CC9BD-7F62-43BE-A8ED-D3E4F8B8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자체 파서는 0, 1, 2, 5만 지원하며 다른 wire type은 실패합니다.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6770893-6269-42CC-9574-627AFD75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129 / 189</a:t>
            </a:r>
          </a:p>
        </p:txBody>
      </p:sp>
    </p:spTree>
    <p:extLst>
      <p:ext uri="{BB962C8B-B14F-4D97-AF65-F5344CB8AC3E}">
        <p14:creationId xmlns:p14="http://schemas.microsoft.com/office/powerpoint/2010/main" val="165815167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3A2A2BC-AB39-48C0-B5F6-83135F4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건너뛰기 코드와 호환성의 한계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2F73218-E61C-4D74-A79D-1987E862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132행은 varint 하나를 읽어 버립니다. 133행은 남은 데이터가 충분할 때 8바이트를 넘깁니다.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134행은 길이를 읽어 내부 메시지 범위를 건너뛰고 135행은 같은 방식으로 4바이트를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넘깁니다. 모두 입력 범위 확인이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687ED7D-30D1-4960-A4C1-B8EEF8E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코드는 알 수 없는 필드의 기능을 구현하지 않습니다. 예를 들어 새 상태 플래그를 건너뛰면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 클라이언트는 그 플래그를 표시하거나 판단에 사용할 수 없습니다. 구조적 통과와 기능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지원을 구분해야 새 기능의 지원 범위를 정확히 말할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A0400CC-6395-45AD-8D0C-273157B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136행에서 지원하지 않는 wire type은 실패합니다. Unreal 파서를 모든 Protobuf 형식의 범용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구현이라고 부르면 실제 한계를 숨깁니다. 스키마를 확장할 때 해당 형식과 수신 분기를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CB8F1D9-278E-4439-9FF5-709520A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130 / 189</a:t>
            </a:r>
          </a:p>
        </p:txBody>
      </p:sp>
    </p:spTree>
    <p:extLst>
      <p:ext uri="{BB962C8B-B14F-4D97-AF65-F5344CB8AC3E}">
        <p14:creationId xmlns:p14="http://schemas.microsoft.com/office/powerpoint/2010/main" val="40677541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C476B2F-BD95-4211-B6D7-40EC6607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형식 파싱 실패를 반환하는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1FA1570-391F-4F16-B8D9-F8391F09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cpp/host/src/protocol/vehicle_message_decoder.cpp:39-43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86FC6A4-D7B0-4E15-941F-E1F01ED5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44F0261-6C31-41A9-A57D-E934F2B1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7FBAB9C-F7B8-4BF0-8805-3FBFE781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simcore::Envelope envelope;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(!envelope.ParseFromArray(data.data(), static_cast&lt;int&gt;(data.size())))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set_error(error, "failed to parse protobuf Envelope");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std::nullopt;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7AB72F6-2C67-4670-8896-67F8C0D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ParseFromArray가 Envelope를 복원하지 못하면 오류를 남기고 nullopt로 끝냅니다.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547CFBFD-88CE-46D8-8B5C-75D3C76C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파싱 성공 뒤에는 schema_version과 명령 의미 조건을 이어서 검사합니다.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D83E528-A49B-4DD9-8020-CA935FDC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131 / 189</a:t>
            </a:r>
          </a:p>
        </p:txBody>
      </p:sp>
    </p:spTree>
    <p:extLst>
      <p:ext uri="{BB962C8B-B14F-4D97-AF65-F5344CB8AC3E}">
        <p14:creationId xmlns:p14="http://schemas.microsoft.com/office/powerpoint/2010/main" val="1838984750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7A8F1F2-3DF5-46D2-B8E9-F9FFB2E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파싱 성공이 입력 수락과 다른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7D9180A-2EE8-495A-A88F-83CAB7A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39행은 생성 Envelope 객체를 준비하고 40행은 받은 바이트를 해석합니다. 실패하면 41행이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오류 문장을 채우고 42행은 결과 부재를 반환합니다. 이 경로의 실패는 우선 바이트에서 계약된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형태를 복원하지 못했다는 뜻입니다.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E612031-F22D-4458-952B-FD85F018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형태 복원에 성공해도 다음 검사에서 현재 schema_version과 다르면 거부할 수 있습니다.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값은 왼쪽 양수 FLU 스칼라 계약을 나타내는 버전 2입니다. 같은 숫자를 다른 방향 계약으로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해석하는 일을 막기 위해 버전을 확인합니다.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8920DF8-985B-4180-9636-3DB13F32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 뒤 호스트는 지도와 조종 연결, 시간까지 검사합니다. 오래된 명령도 문법적으로 완전한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메시지일 수 있으므로 파서 성공을 안전한 입력의 증거로 쓰면 안 됩니다. 이 구분이 다음 연결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생명주기 단원의 출발점입니다.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FC29F1D-EC71-45F6-AE58-90D39A15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132 / 189</a:t>
            </a:r>
          </a:p>
        </p:txBody>
      </p:sp>
    </p:spTree>
    <p:extLst>
      <p:ext uri="{BB962C8B-B14F-4D97-AF65-F5344CB8AC3E}">
        <p14:creationId xmlns:p14="http://schemas.microsoft.com/office/powerpoint/2010/main" val="2007507203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C4CA78E-3645-4539-85A4-F1EBD45D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0과 부재, 확장과 수락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D1550EE-AF3A-4AF9-88C6-23947844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gear 부재와 명시적인 gear=Neutral은 현재 decoder에서 각각 어떤 내부 값이 되나요?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has_gear와 초기값을 근거로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79841BA-ABC0-4E15-9F97-2F9CDF11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Health의 age가 0이면 반드시 방금 입력을 받은 상태인가요? 추가로 볼 필드를 적으세요.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필드를 건너뛰었다는 사실은 새 기능 지원을 뜻하나요?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012B3E7-A92A-48E7-A3DD-76E09EDC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이미 쓰인 필드 번호에 새 의미를 넣으면 어떤 기록 문제가 생기나요? ParseFromArray가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성공했는데도 버전이나 세션 때문에 거부할 수 있는 이유도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C033960-72B7-4E41-8D32-0BEB4CC7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133 / 189</a:t>
            </a:r>
          </a:p>
        </p:txBody>
      </p:sp>
    </p:spTree>
    <p:extLst>
      <p:ext uri="{BB962C8B-B14F-4D97-AF65-F5344CB8AC3E}">
        <p14:creationId xmlns:p14="http://schemas.microsoft.com/office/powerpoint/2010/main" val="374827288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CA0902-C0B6-4391-A580-064E00F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형식만 맞아서는 충분하지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39A8B68-6403-4158-8F66-5E943F1B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 부재는 기본 Drive를 유지하고 명시적 Neutral은 Neutral로 변환합니다. B는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has_control_command를 함께 봐야 합니다. 필드 건너뛰기는 구조적 진행일 뿐 새 의미를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화면이나 계산에 적용했다는 증거가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22248A6-E24A-40EE-AD46-2BBD5134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C에서 번호 재사용은 과거 바이트를 새로운 뜻으로 오해하게 만듭니다. 파싱은 값을 복원하는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단계이고 버전·세션 검사는 그 값을 현재 계약과 제어 흐름에서 받아도 되는지 판단하는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단계이므로 뒤에서 실패할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15F43A6-78F4-4F18-B3F8-325D4788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스키마 변경을 설명할 때 생성 성공이나 파싱 성공만 말하지 말고 기본 동작과 구 수신기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처리, 의미 검증을 함께 적어 보세요. 다음 단원은 현재 세계와 운전 주체를 구분하는 식별자를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재연결 사례로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A87713D-2D4B-434E-B87A-0CBD8F7F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134 / 189</a:t>
            </a:r>
          </a:p>
        </p:txBody>
      </p:sp>
    </p:spTree>
    <p:extLst>
      <p:ext uri="{BB962C8B-B14F-4D97-AF65-F5344CB8AC3E}">
        <p14:creationId xmlns:p14="http://schemas.microsoft.com/office/powerpoint/2010/main" val="196990164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4B9E8C9-1588-49D7-9387-E9A04CB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8FE7823-C5A1-4CD9-8863-2F0B509F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optional gear 분기와 기본값을 추적하고 unknown 필드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처리·파싱 성공·의미 검증을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2396987-66E7-406F-B212-CB37AFB4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부재와 명시적 값의 차이를 보존하고 구 수신기의 한계를 이해해야 필드 추가가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기존 운전을 조용히 바꾸지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C30019D-6593-4B1F-8432-0BF68661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유효한 값이라도 현재 지도와 조종 연결에 속해야 하므로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Hello와 세션 검사를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8EC8B03-3D82-46D5-8A8D-0AC2F7D4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135 / 189</a:t>
            </a:r>
          </a:p>
        </p:txBody>
      </p:sp>
    </p:spTree>
    <p:extLst>
      <p:ext uri="{BB962C8B-B14F-4D97-AF65-F5344CB8AC3E}">
        <p14:creationId xmlns:p14="http://schemas.microsoft.com/office/powerpoint/2010/main" val="807460955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276DBCB-15A7-4039-B665-5DB707C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현재 입력을 안전하게 수락하는 조건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BD8AB07-C95F-47F9-8A4C-D07AA9E1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과거 입력이나 끊어진 조종 연결이 차량을 계속 움직이지 않도록 하는 실제 제어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수락 정책을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02ADD7C-EACF-4C87-8155-899A9A52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왕복 구조와 C3~C5의 Envelope·파싱·존재 여부가 필요합니다. 시간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단위는 본문에서 환산합니다.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629F904-1CB9-49E2-A510-35E646F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Hello·지도·연결·Play·순번이 각각 막는 오류를 설명합니다. ControlLease의 입력 지연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거부와 무입력 안전 정지, 연결 폐기를 시간 예제로 판정합니다.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D041AD6-55AE-46F9-91B0-031084C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연결 성공과 조작 가능을 구분하고, 실제 송수신 코드와 회귀검사로 판단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근거를 제시합니다.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13E7E41-6896-422D-A86C-392D1816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   136 / 189</a:t>
            </a:r>
          </a:p>
        </p:txBody>
      </p:sp>
    </p:spTree>
    <p:extLst>
      <p:ext uri="{BB962C8B-B14F-4D97-AF65-F5344CB8AC3E}">
        <p14:creationId xmlns:p14="http://schemas.microsoft.com/office/powerpoint/2010/main" val="4290935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5135152-0B57-4667-B76E-21C62955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597D252-CF7F-42DA-9F6E-D392A833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L11 Hello, 지도, 연결과 Play의 구분 · 138쪽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Hello의 필수 기능, 지도 checksum, source/session/play 식별, 순번과 거부 후 상태 보존을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401C32-85CB-4513-935C-072FCC80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L12 ControlLease가 오래된 운전을 막는 방법 · 154쪽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관측 시각과 클라이언트 생성 시각을 구분하고, 100ms 지연 추정·250ms SafeStop·1000ms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폐기를 코드와 숫자로 판정합니다.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0C949DD-A032-4799-BB1D-E76AAFAD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L13 한 입력의 왕복과 종합 실습 · 174쪽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송신·서버 수락·WorldState 작성·Unreal 반영을 현재 함수로 추적하고 종합 문제와 기존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회귀검사를 설명합니다.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A5924E7-9181-407C-ADE6-44613E92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   137 / 189</a:t>
            </a:r>
          </a:p>
        </p:txBody>
      </p:sp>
    </p:spTree>
    <p:extLst>
      <p:ext uri="{BB962C8B-B14F-4D97-AF65-F5344CB8AC3E}">
        <p14:creationId xmlns:p14="http://schemas.microsoft.com/office/powerpoint/2010/main" val="466889303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D681554-85A0-4FAE-9985-25FFB7F2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Hello, 지도, 연결과 Play의 구분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60DC616-88B4-45BC-B335-FA3B478E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다른 지도 자료를 쓰는 클라이언트나 이미 끝난 Play의 늦은 메시지가 현재 차량을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조종하거나 초기화하면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148A71A-5E56-4DAF-8A7C-7CA76BA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연결이 열렸다는 사실만으로 같은 기능·세계·실행이라고 가정하지 않도록 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식별 정보의 목적을 나누어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C84924B-EF76-4575-A7B0-CAEAA99B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Hello의 필수 기능, 지도 checksum, source/session/play 식별, 순번과 거부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 상태 보존을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1ABD20E-56E0-4F3A-9408-CBEE9FED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Envelope와 L10의 형식/의미 검증 차이를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EC0E720-FC65-4063-A912-F4A3659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138 / 189</a:t>
            </a:r>
          </a:p>
        </p:txBody>
      </p:sp>
    </p:spTree>
    <p:extLst>
      <p:ext uri="{BB962C8B-B14F-4D97-AF65-F5344CB8AC3E}">
        <p14:creationId xmlns:p14="http://schemas.microsoft.com/office/powerpoint/2010/main" val="1632066548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DAFC554-772C-46D0-A05F-D3258E5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바이트가 잘못된 세계에 도착한 경우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718AA16-0F76-44D3-A94B-2057732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Unreal은 언덕을 측정했는데 서버가 예전 평지 자료를 쓰고 있다고 가정합니다. 좌표 숫자가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같아도 지면과 충돌 해석이 다르므로 두 프로그램은 같은 세계에서 계산한다고 볼 수 없습니다.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지도 식별 검사 없이 운전 명령을 받으면 오류가 커집니다.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27DCF0-93ED-4A07-9DA2-CD49297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또한 이전 Play에서 만들어 둔 초기화 메시지가 늦게 도착할 수 있습니다. 새 Play가 이미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시작됐는데 이를 받아들이면 현재 차량이 출발점으로 돌아가거나 시뮬레이션 시간이 바뀔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메시지 내용 외에 어느 실행의 요청인지가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279C41B-C645-4C3F-9999-172E838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호스트는 Hello의 기능 조건과 지도 계약, 연결과 Play 식별을 확인합니다. 각 검사는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위험을 막으므로 이름이 비슷하다고 하나의 문자열로 합칠 수 없습니다. 먼저 기능을 맞추는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Hello부터 보겠습니다.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F5C2DDE-643C-497D-A42F-3DF136D1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139 / 189</a:t>
            </a:r>
          </a:p>
        </p:txBody>
      </p:sp>
    </p:spTree>
    <p:extLst>
      <p:ext uri="{BB962C8B-B14F-4D97-AF65-F5344CB8AC3E}">
        <p14:creationId xmlns:p14="http://schemas.microsoft.com/office/powerpoint/2010/main" val="1914049808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66C9D83-9FD4-4D11-9427-70730C95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Hello의 필수 기능 목록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8F88FC9-3851-46CD-B5B9-FDBFF52E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cpp/host/src/simulation_host_session.cpp:248-257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4263B6C-5836-427D-B1C1-D1E011A3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25C6D9F-D0AF-449C-BF29-970E2F74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798839E-FA4C-49D3-B8CE-8D618598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constexpr std::string_view required_capabilities[] =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"world-state.v2",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"control.v2",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"simulation-reset.v1",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"map-package-checksum.v1",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 required : required_capabilities)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(!has_capability(hello.capabilities, required))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std::cerr &lt;&lt; "[Hello] rejected missing capability=" &lt;&lt; required &lt;&lt; "\n";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ClientMessageResult::Rejected;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634DE22-BA0B-473E-95D2-1E1DC87C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생산 경로는 네 가지 capability가 모두 있는지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8D739865-9DAC-49D0-8255-D5D4CC68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 연결 성공 뒤에도 이 애플리케이션 Hello 검사가 필요합니다.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D5DE59E-10A2-4D05-930B-1C509744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140 / 189</a:t>
            </a:r>
          </a:p>
        </p:txBody>
      </p:sp>
    </p:spTree>
    <p:extLst>
      <p:ext uri="{BB962C8B-B14F-4D97-AF65-F5344CB8AC3E}">
        <p14:creationId xmlns:p14="http://schemas.microsoft.com/office/powerpoint/2010/main" val="110677291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536243D-3F8C-467E-A3A1-60D5764C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 검사와 지도 checksum의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CE79DC2-17C3-47C8-940C-6966406A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248~253행은 WorldState v2, Control v2, reset, 지도 checksum의 필수 기능을 선언합니다.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254행부터 순회하고 255행에서 없으면 256~257행이 이유를 남기고 거부합니다. Hello는 기능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계약을 확인하는 절차입니다.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1D54D47-8269-4EDF-B93C-F3DCF54A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지도 이름은 사람이 자료를 찾는 이름이고 checksum은 자료 일치 확인의 단서입니다.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레벨 이름으로 다시 bake해도 내용이 바뀌면 설정한 checksum과 맞아야 합니다.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맞지 않는 지도의 입력을 거부합니다.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BA29EDC-D505-46B5-9002-611E360B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checksum 일치가 사용자 인증이나 해시 충돌 가능성 제거를 뜻하지는 않습니다. 여기서는 계산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자료를 맞추려는 계약입니다. 기능 협상, 자료 식별, 사용자를 인증하는 보안 문제를 구분해야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21F4068-D5E6-40D9-AB22-3F8641F7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141 / 189</a:t>
            </a:r>
          </a:p>
        </p:txBody>
      </p:sp>
    </p:spTree>
    <p:extLst>
      <p:ext uri="{BB962C8B-B14F-4D97-AF65-F5344CB8AC3E}">
        <p14:creationId xmlns:p14="http://schemas.microsoft.com/office/powerpoint/2010/main" val="1565603667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21E95C3-600F-4E68-8C3F-AEFE6381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식별자가 나누는 수명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구분하는 대상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재연결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source_id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명령을 보내는 출처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클라이언트 출처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session_id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수명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연결이면 새 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play_session_id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Play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Play면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connection_generation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서버가 발급한 소켓 세대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소켓의 늦은 콜백 차단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1915A2FC-FDA0-4C21-A239-1A17283A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source_id는 누가 보낸 흐름인지 나타내고 session_id는 어느 연결 수명인지 구분합니다. 같은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클라이언트가 재연결하면 출처는 같아도 새 연결은 새 session_id를 사용합니다.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02ACADDC-DE63-451D-89E4-23F19078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062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play_session_id는 어느 Play 실행인지를 구분합니다. 한 Play 안에서 연결을 다시 맺을 수 있으므로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연결과 Play의 수명이 다릅니다. 서버의 connection_generation은 이전 소켓 콜백을 구분하는 로컬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세대 정보입니다.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4603BB9-D6ED-4026-AD1B-189EB78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142 / 189</a:t>
            </a:r>
          </a:p>
        </p:txBody>
      </p:sp>
    </p:spTree>
    <p:extLst>
      <p:ext uri="{BB962C8B-B14F-4D97-AF65-F5344CB8AC3E}">
        <p14:creationId xmlns:p14="http://schemas.microsoft.com/office/powerpoint/2010/main" val="858270929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44AECD1-4958-4CED-A4FD-2430CD15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Play와 연결의 서로 다른 생명주기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3b0a75db2420a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F606192D-8C79-4FC2-8171-B792220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37A66B4-16BC-462A-9BC5-3D0D2AA1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143 / 189</a:t>
            </a:r>
          </a:p>
        </p:txBody>
      </p:sp>
    </p:spTree>
    <p:extLst>
      <p:ext uri="{BB962C8B-B14F-4D97-AF65-F5344CB8AC3E}">
        <p14:creationId xmlns:p14="http://schemas.microsoft.com/office/powerpoint/2010/main" val="77867989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347B1F5-5934-4C2F-B13D-5BA8CAB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Play와 연결의 서로 다른 생명주기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DCC53A-00B1-406D-B07C-D8010C52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위쪽 도로는 Play 실행, 아래 케이블은 통신 연결의 수명을 비유합니다. 한 Play에서 연결을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다시 맺어도 차량 상태를 보존할 수 있습니다. 따라서 연결이 바뀌었다는 사실만으로 새 Play의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초기화를 실행하면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6458051-698D-4C9A-B68D-93B51A0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그림은 수명 구분용 개념도이며 케이블의 가로 정렬을 실제 소켓 재사용 절차로 읽지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현재 새 Play는 새 연결 절차를 거치며, 동일 소켓 세대에서 play_session_id를 바꾸는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요청은 서버가 거부합니다.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B84E758-1A6A-4E3E-A4B5-DD0E5F2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144 / 189</a:t>
            </a:r>
          </a:p>
        </p:txBody>
      </p:sp>
    </p:spTree>
    <p:extLst>
      <p:ext uri="{BB962C8B-B14F-4D97-AF65-F5344CB8AC3E}">
        <p14:creationId xmlns:p14="http://schemas.microsoft.com/office/powerpoint/2010/main" val="7190793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C3A3001-338C-4158-B60A-A316E805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 재연결과 새 Play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EBAE7D0-5696-4CC1-8938-65848856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출처 U, Play P1, 연결 A가 운전 중입니다. 연결이 끊겨 B로 다시 연결되어도 Play가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P1이면 차량을 출발점으로 되돌릴 이유가 없습니다. 정상 재연결은 물리 상태를 보존하고 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제어 연결을 묶습니다.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D91091B-774A-4751-A749-090494BF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반면 사용자가 Stop 뒤 새 Play P2를 시작하면 초기화해야 할 실행이 달라집니다. 현재 정상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 reset은 플레이어와 교통 상태, 구조물, 계산 시간을 초기화합니다. 같은 단어 reset이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등장해도 어떤 실행에 대한 요청인지 검사해야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D0577E4-6330-490F-BF36-B229B701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끝난 P1의 지연 reset은 P2를 덮어쓰면 안 됩니다. 서버는 옛 Play 이력과 소켓 세대를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확인합니다. 동일 연결 세대에서 신원을 바꾸거나 같은 Play에서 차종을 바꾸는 요청도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재연결로 취급하지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F5CB9CD-224A-4397-9380-E7789E6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145 / 189</a:t>
            </a:r>
          </a:p>
        </p:txBody>
      </p:sp>
    </p:spTree>
    <p:extLst>
      <p:ext uri="{BB962C8B-B14F-4D97-AF65-F5344CB8AC3E}">
        <p14:creationId xmlns:p14="http://schemas.microsoft.com/office/powerpoint/2010/main" val="631606369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A97F9C6-1926-4079-9DEA-F9B3EB08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Play의 재연결에서 먼저 하는 일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FB10BE0-1D89-4515-8929-1914D6E9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cpp/host/src/simulation_host_session.cpp:509-518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519135B-780A-421C-86DC-E0451A1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26C4370-2686-4A77-8CBF-94826D22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01C80D7-35F5-402D-A64B-C4BFF9FF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reconnect = control_lease_.reset_for_reconnect(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reset.source_id, reset.session_id);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(reconnect == ControlLeaseResetDecision::RetiredSession)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std::cerr &lt;&lt; "[Lifecycle] reset from retired connection rejected source="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reset.source_id &lt;&lt; " session=" &lt;&lt; reset.session_id &lt;&lt; "\n";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ClientMessageResult::Rejected;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(reconnect == ControlLeaseResetDecision::Ready)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last_logged_input_ = make_safe_stop_input();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apply_vehicle_input(last_logged_input_);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D73BE59-CD59-49B6-B6FE-F60DFC5B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 후보가 이미 폐기된 세션이면 거부하고, 허용되면 우선 안전 입력을 적용합니다.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D9CC1EAF-BF41-4DEC-8FF5-0E6DD697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경로는 위치 초기화를 호출하지 않으며 새 정상 입력을 다시 기다립니다.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4B01E0F-4A96-419D-8E6B-3392A7A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146 / 189</a:t>
            </a:r>
          </a:p>
        </p:txBody>
      </p:sp>
    </p:spTree>
    <p:extLst>
      <p:ext uri="{BB962C8B-B14F-4D97-AF65-F5344CB8AC3E}">
        <p14:creationId xmlns:p14="http://schemas.microsoft.com/office/powerpoint/2010/main" val="1646862214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FEC73F-816B-4E82-BA17-615D5A83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 코드의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A7A249A-0511-48E1-BCC5-7DAF8D04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509~510행은 새 연결 식별을 ControlLease에 전달합니다. 511~515행은 이미 폐기한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세션이면 다시 제어하도록 허용하지 않습니다. 오래된 연결의 패킷이 나중에 도착해도 현재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운전을 되살리지 않게 하는 경계입니다.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769432-295C-425E-84F3-05FB2ADC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516행에서 준비된 재연결이면 517행이 안전 정지 입력을 만들고 518행이 적용합니다.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연결의 식별을 갱신하지만 플레이어 위치를 초기화하는 호출은 이 분기에 없습니다.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명령이 다시 수락되기 전까지 이전 스로틀을 계속 쓰지 않도록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56C849F-211D-4BB7-A7B5-B09C366F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Play라는 정보만으로 권한을 얻지 않습니다. 앞뒤의 지도·신원·세대 검사를 통과한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재연결만 이 경로를 사용합니다. E-stop이 이미 걸린 상태는 별도 정책이므로 일반 재연결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설명으로 자동 해제된다고 추정하면 안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D0E6667-E5CA-4682-AAA8-5611DF92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147 / 189</a:t>
            </a:r>
          </a:p>
        </p:txBody>
      </p:sp>
    </p:spTree>
    <p:extLst>
      <p:ext uri="{BB962C8B-B14F-4D97-AF65-F5344CB8AC3E}">
        <p14:creationId xmlns:p14="http://schemas.microsoft.com/office/powerpoint/2010/main" val="845167851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378549F-85C9-4EC7-99BA-EDC09FEF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Play가 초기화하는 실제 상태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5C11738-8394-4403-A727-543276E0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cpp/host/src/simulation_host_session.cpp:551-562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269A3DC-8BE8-4868-85FA-C2814423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80DED0D-AEA0-465A-97BC-2A64BD9E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47EAA53F-D36A-415C-A147-B5BAEF0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reset_player_vehicle(requested_class);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(config_.physics_replay)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config_.physics_replay-&gt;event(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simcore_host::PhysicsReplayEvent::Reset, requested_class);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runtime_entities_ = initial_runtime_entities_;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structure_damage_.reset();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rebuild_lane_npc();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rebuild_pedestrians();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last_logged_input_ = make_safe_stop_input();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apply_vehicle_input(last_logged_input_);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simulation_clock_.reset_elapsed();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0C71233-2396-455D-8BA3-361CE1B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 검증을 통과한 분기에서 차량과 런타임 상태를 초기화합니다.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CEEBC9F7-D4D5-4738-BF63-CF4290C6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40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마지막에 안전 입력을 적용하고 시뮬레이션 경과 시간을 다시 시작합니다.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7B7571A-C45C-41A3-BD2E-1614C97C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148 / 189</a:t>
            </a:r>
          </a:p>
        </p:txBody>
      </p:sp>
    </p:spTree>
    <p:extLst>
      <p:ext uri="{BB962C8B-B14F-4D97-AF65-F5344CB8AC3E}">
        <p14:creationId xmlns:p14="http://schemas.microsoft.com/office/powerpoint/2010/main" val="1637558370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FE08D35-C415-4287-8014-619B24CF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순번이 필요한 이유와 거부 후 상태 보존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DD5FC98-1270-475E-991D-63040B0C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제어 흐름에서 sequence는 이미 처리한 입력보다 새로운지 판단하는 번호입니다. 101을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수락한 뒤 100이 오면 TCP 연결이 살아 있어도 최신 입력으로 채택하면 안 됩니다. 재접속과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재전송 맥락은 단순 전달 순서만으로 해결되지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6E49CAF-41D8-413A-BBC1-2E9E29B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비교는 마지막 정상 순번 이하를 거부합니다. 중요한 점은 거부한 높은 번호가 마지막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번호를 갱신하면 안 된다는 것입니다. 예를 들어 잘못된 시간의 1000을 거부한 뒤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102가 영구히 오래된 것으로 막히면 검사가 상태를 오염시킨 것입니다.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15FC7B4-C8BD-403C-9205-B3F72E71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그래서 검증을 모두 통과한 뒤 순번과 마지막 수신 시각을 저장합니다. 바이트가 왔다는 기록과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 명령을 수락했다는 기록을 구분하는 이유입니다. 다음 단원의 시간 검사도 이 마지막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입력을 기준으로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DFAC841-98EA-484A-8679-CA93E4FC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149 / 189</a:t>
            </a:r>
          </a:p>
        </p:txBody>
      </p:sp>
    </p:spTree>
    <p:extLst>
      <p:ext uri="{BB962C8B-B14F-4D97-AF65-F5344CB8AC3E}">
        <p14:creationId xmlns:p14="http://schemas.microsoft.com/office/powerpoint/2010/main" val="67212415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9427F7A-0578-4B2D-A418-DC19A07E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오래된 순번을 즉시 거부하는 비교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155560B-0DD5-45CA-AB1F-8A9E347F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cpp/host/src/control/control_lease.hpp:109-116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DFE33E8-4CFD-4EC7-9B98-DC9FCE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11BF041-15B9-42D8-9499-F6928359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6FFE456-AE60-4BBF-8366-962B22BD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std::uint64_t previous_client_time_ns = same_session ? last_client_time_ns_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Clock::time_point previous_receive_time = same_session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last_receive_time_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Clock::time_point::min();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(command.sequence &lt;= previous_sequence)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ControlLeaseDecision::StaleSequence;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8084FAA-58E4-4A0C-AC6D-42EE6A7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연결의 마지막 정상 상태를 기준으로 이번 sequence를 비교합니다.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4DD1A5E0-559B-430C-897B-72EB01B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비교에서 실패하면 뒤의 수락 상태 저장까지 진행하지 않습니다.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7C32B1B-AE22-437A-93C9-6683C643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150 / 189</a:t>
            </a:r>
          </a:p>
        </p:txBody>
      </p:sp>
    </p:spTree>
    <p:extLst>
      <p:ext uri="{BB962C8B-B14F-4D97-AF65-F5344CB8AC3E}">
        <p14:creationId xmlns:p14="http://schemas.microsoft.com/office/powerpoint/2010/main" val="2012307067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F4AEDEE-AC4D-4332-97E7-BECD95AB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세션과 과거 메시지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73DAAC3-5AB5-4DC9-A1BC-233CC1D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U/P1/A가 끊긴 뒤 U/P1/B로 정상 재연결했습니다. 차량 위치 초기화 여부와 다시 필요한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 조건을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A1D432F-392D-4F25-97A2-18189125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현재 P2를 플레이 중인데 이미 끝난 P1의 reset이 도착했습니다. 지도 checksum과 순번이 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보이면 받아도 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C9D5208-2689-4525-81D2-AABBAD7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마지막 정상 순번 101에서 시간 검사를 실패한 1000이 왔고 다음에 정상 102가 왔습니다.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순번 저장을 어느 시점에 해야 102를 올바르게 평가할 수 있나요?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9B90E5A-4DEB-44AD-A775-0DB3C137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151 / 189</a:t>
            </a:r>
          </a:p>
        </p:txBody>
      </p:sp>
    </p:spTree>
    <p:extLst>
      <p:ext uri="{BB962C8B-B14F-4D97-AF65-F5344CB8AC3E}">
        <p14:creationId xmlns:p14="http://schemas.microsoft.com/office/powerpoint/2010/main" val="1706115955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7F946D-6520-46AF-9FA7-0432F9C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현재 실행의 권한만 유지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91EB980-D75E-4193-B47B-1C2E183A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같은 Play의 정상 재연결이므로 물리 위치를 보존합니다. 제어 연결을 B로 바꾸고 안전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 상태에서 새 정상 명령을 기다립니다. B는 옛 Play의 지연 reset이므로 현재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초기화하도록 수락하면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5EE8E9F-2DF0-4AEC-9D02-CD5E11F1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C는 모든 검증을 통과한 뒤에만 순번을 저장해야 합니다. 거부된 1000은 정상 기준 101을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바꾸지 않아야 다음 102를 새 입력으로 평가할 수 있습니다. 높은 순번만으로 지도나 연결, 시간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조건을 우회할 수는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51B1009-5CC8-4C95-AF5D-A0F004E9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현재라는 말은 시간만 뜻하지 않습니다. 기능과 지도, 출처와 연결, Play, 순번이 모두 맞아야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 다음 단원은 이 조건이 맞는 명령도 지연되거나 끊기면 왜 거부하거나 안전 정지해야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 시간선으로 설명합니다.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33C14A2-6A85-4C0B-8E32-ABA9A95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152 / 189</a:t>
            </a:r>
          </a:p>
        </p:txBody>
      </p:sp>
    </p:spTree>
    <p:extLst>
      <p:ext uri="{BB962C8B-B14F-4D97-AF65-F5344CB8AC3E}">
        <p14:creationId xmlns:p14="http://schemas.microsoft.com/office/powerpoint/2010/main" val="2077085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DA52001-8B8D-4EA8-964B-324F8E0E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D2F8B2E-7989-4FE8-83D3-EA11947C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Hello의 필수 기능, 지도 checksum, source/session/play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식별, 순번과 거부 후 상태 보존을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FD38E1E-858B-41A2-9DAF-011CE6F4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연결이 열렸다는 사실만으로 같은 기능·세계·실행이라고 가정하지 않도록 각 식별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정보의 목적을 나누어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714E36C-5AEC-498F-BCA9-D169238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같은 주체의 순서 있는 명령도 너무 늦으면 위험하므로 마지막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 시각과 ControlLease를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D03A42-528D-4D05-9570-D9C6B9F6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153 / 189</a:t>
            </a:r>
          </a:p>
        </p:txBody>
      </p:sp>
    </p:spTree>
    <p:extLst>
      <p:ext uri="{BB962C8B-B14F-4D97-AF65-F5344CB8AC3E}">
        <p14:creationId xmlns:p14="http://schemas.microsoft.com/office/powerpoint/2010/main" val="1959575583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CF0C4B5-DF88-492B-A9EE-53D3738E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ControlLease가 오래된 운전을 막는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6F75843-A66F-4A22-82E9-0C1E6064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스로틀 1을 마지막으로 받은 뒤 조종 연결이 끊겼습니다. 서버가 같은 입력을 계속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계산하면 운전자가 손을 뗐는데도 차가 가속할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12BEA27-3695-4FCC-BBFD-6C51354E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현재 입력을 보내는 주체에게만 제한된 시간 동안 제어를 맡기고, 지연된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명령이나 무입력 상태를 별도 기준으로 처리해야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00EACCF-CF26-4F7B-A10D-A0F0D1E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서버 관측 시각과 클라이언트 생성 시각을 구분하고, 100ms 지연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추정·250ms SafeStop·1000ms 연결 폐기를 코드와 숫자로 판정합니다.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55C36CA4-B825-4818-BDA0-5C14BDD1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L11의 현재 연결·순번·수락 상태 저장과 L02의 이벤트 루프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7E787B-5373-4275-B93B-FD2F2190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154 / 189</a:t>
            </a:r>
          </a:p>
        </p:txBody>
      </p:sp>
    </p:spTree>
    <p:extLst>
      <p:ext uri="{BB962C8B-B14F-4D97-AF65-F5344CB8AC3E}">
        <p14:creationId xmlns:p14="http://schemas.microsoft.com/office/powerpoint/2010/main" val="2117070614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74B135-303F-415A-8A6E-48F9B1EF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스로틀을 언제까지 믿을 수 있을까요?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F820CC7-A371-49C7-87FD-44C02F81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서버가 스로틀 1을 받은 다음 조종 프로그램이 멈췄다고 가정합니다. 입력 갱신이 없다는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이유로 기존 스로틀을 계속 유지하면 운전자는 이미 제어할 수 없는데 차는 가속할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입력이 끊겼을 때의 안전 정책이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B92380F-19E9-4087-AF23-121F1E5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ControlLease는 현재 제어 주체와 마지막 정상 입력을 관리하는 시간 제한 제어권입니다.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연결과 순서를 가진 명령만 수락하고, 한동안 정상 입력이 없으면 안전 입력으로 바꿉니다. 오래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끊기면 이전 연결을 폐기하여 다시 연결하도록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332DBD5-7649-4A0B-9255-AEC948C6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동시에 너무 늦게 도착한 명령도 그대로 실행하면 안 됩니다. 이미 손을 뗀 과거 스로틀이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뒤늦게 적용되면 반응이 쌓여 보일 수 있기 때문입니다. 그래서 입력의 지연 추정과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입력이 없는 기간을 서로 다른 기준으로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4E26C1-FA19-4BF1-83C1-89B89C2A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155 / 189</a:t>
            </a:r>
          </a:p>
        </p:txBody>
      </p:sp>
    </p:spTree>
    <p:extLst>
      <p:ext uri="{BB962C8B-B14F-4D97-AF65-F5344CB8AC3E}">
        <p14:creationId xmlns:p14="http://schemas.microsoft.com/office/powerpoint/2010/main" val="322315571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C09E942-A491-4990-8E2E-2D57DFCF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 숫자 세 종류의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B529361-483C-40FE-8E48-089378A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단조 시계는 뒤로 가지 않으며 경과 시간을 재는 데 씁니다. client_time_ns는 클라이언트의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 생성 시각, received_at은 서버의 메시지 처리 입구 관측 시각입니다. 시작 기준이 다른 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시계의 절대값 차이는 정확한 통신 지연이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3702170-3D33-47B1-8682-86B3B8AA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now는 검사를 실행하는 현재 서버 시각입니다. 여기서 마지막 정상 received_at을 빼면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입력이 없던 기간입니다. 같은 서버 시계의 차이이므로 클라이언트 시계와 맞출 필요가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9588E99-1B15-4AD3-A3A4-71C8A3C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ns는 10억분의 1초이며 1ms는 100만ns입니다. simulation_time_ns는 고정 틱의 누적 계산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시간, EntityState.timestamp는 Unix 초입니다. 이 값들을 제어권의 단조 경과 시간과 섞으면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잘못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23BEEE1-D5C5-46C7-8476-E60A0444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156 / 189</a:t>
            </a:r>
          </a:p>
        </p:txBody>
      </p:sp>
    </p:spTree>
    <p:extLst>
      <p:ext uri="{BB962C8B-B14F-4D97-AF65-F5344CB8AC3E}">
        <p14:creationId xmlns:p14="http://schemas.microsoft.com/office/powerpoint/2010/main" val="600619421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2E8D3A-A385-4640-BFF2-83A7EE9F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시각과 무입력 기간의 구분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70993dcf44c93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8B1980BF-38D8-4FAE-85D1-486A414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46476AC-B60B-480B-97A7-26BBA7C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157 / 189</a:t>
            </a:r>
          </a:p>
        </p:txBody>
      </p:sp>
    </p:spTree>
    <p:extLst>
      <p:ext uri="{BB962C8B-B14F-4D97-AF65-F5344CB8AC3E}">
        <p14:creationId xmlns:p14="http://schemas.microsoft.com/office/powerpoint/2010/main" val="524332895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91439B-449E-4574-BF4A-508F1F71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입력 시각과 무입력 기간의 구분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3BCD388-2A87-4800-BD87-A911F35C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Client stamp와 Server arrival은 각각 입력 생성과 서버 수신 관측 시점을 뜻합니다.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서로 다른 시계의 숫자를 직접 빼지 않고, 각 시계 안에서 이전 정상 입력과의 간격을 먼저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DCF85E2-86B6-4996-A96B-32F9BE0A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Silence duration과 Safe stop, Disconnect는 정상 입력 후 서버 경과 시간을 설명합니다. 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임계값을 같은 축에 놓은 수치 그래프가 아닙니다. 100·250·1000ms 조건은 다음 코드와 표에서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따로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D568AC5-DC95-4A67-8DB2-AD7B311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158 / 189</a:t>
            </a:r>
          </a:p>
        </p:txBody>
      </p:sp>
    </p:spTree>
    <p:extLst>
      <p:ext uri="{BB962C8B-B14F-4D97-AF65-F5344CB8AC3E}">
        <p14:creationId xmlns:p14="http://schemas.microsoft.com/office/powerpoint/2010/main" val="856453918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B324283-098E-4FDC-884A-E6BF00A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간격 차이로 지연을 추정하는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D495CF2-CB30-4F00-8299-3CF0FBCE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이전 정상 입력의 클라이언트 시각을 1000ms, 서버 수신 시각을 5000ms라고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두겠습니다. 다음 입력의 클라이언트 시각이 1020ms이면 생성 간격은 20ms입니다. 서버가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입력을 5180ms에 처리하면 수신 간격은 180ms입니다.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E65E55B-24D3-4357-AAD6-0A4B177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시계 시작점 차이 4000ms를 지연으로 쓰지 않습니다. 각 시계 안의 차이를 구한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180−20=160ms를 계산합니다. 입력이 만들어진 간격보다 서버가 관측한 간격이 더 늘어난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양을 대기시간 추정으로 사용하는 것입니다.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7A3BF3F-09ED-4B04-B663-3E97D040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최대 추정 대기는 100ms이므로 이 입력은 거부됩니다. 이 수치는 모든 네트워크 지연을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정확히 측정하는 장치가 아닙니다. 이전 정상 입력 이후 상대적인 지연 증가를 보는 보호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조건이며 첫 입력에는 이전 비교 기준도 아직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ADFC9B8-6494-40E2-BFF3-66F117CA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159 / 189</a:t>
            </a:r>
          </a:p>
        </p:txBody>
      </p:sp>
    </p:spTree>
    <p:extLst>
      <p:ext uri="{BB962C8B-B14F-4D97-AF65-F5344CB8AC3E}">
        <p14:creationId xmlns:p14="http://schemas.microsoft.com/office/powerpoint/2010/main" val="2128826020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9492FD1-35C8-4F56-A038-6EE6823A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대기시간 추정과 거부 조건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F866727-0A34-4367-8F05-26B3079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cpp/host/src/control/control_lease.hpp:123-132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3C4ECCF-B8E5-47DD-999D-7D2C46A1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2950744-866B-49BC-B298-E4C43E79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1296676-9D31-44D7-ACF5-57E58BA4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server_elapsed = received_at - previous_receive_time;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client_elapsed = std::chrono::nanoseconds(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command.client_time_ns - previous_client_time_ns);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estimated_queue_age = server_elapsed &gt; client_elapsed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std::chrono::duration_cast&lt;std::chrono::nanoseconds&gt;(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server_elapsed - client_elapsed)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std::chrono::nanoseconds::zero();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(estimated_queue_age &gt; max_queue_age_)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ControlLeaseDecision::ExcessiveQueueAge;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769F93E-8457-422E-9622-59B8EB04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수신 간격에서 클라이언트 생성 간격을 뺀 양수 부분을 사용합니다.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F4FF883A-8E7F-48EA-85FC-3C7B0C43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추정값이 한도를 초과하면 ExcessiveQueueAge로 거부합니다.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342441A-A816-400B-B461-1AAC25A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160 / 189</a:t>
            </a:r>
          </a:p>
        </p:txBody>
      </p:sp>
    </p:spTree>
    <p:extLst>
      <p:ext uri="{BB962C8B-B14F-4D97-AF65-F5344CB8AC3E}">
        <p14:creationId xmlns:p14="http://schemas.microsoft.com/office/powerpoint/2010/main" val="178027553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B8F6AED-7352-4C78-97B6-0252B84C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 검사 코드의 줄별 해설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DE1F5A2-4F86-4EEF-BD81-76B8AC1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123행은 이번 received_at에서 이전 정상 수신 시각을 뺍니다. 124~125행은 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client_time_ns의 차이를 나노초 기간으로 만듭니다. 두 간격을 비교하므로 서로 다른 컴퓨터의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절대 시계 시작점은 직접 빼지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562643D-8C57-4170-A2F0-F1305AC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126~129행은 서버 간격이 더 클 때만 차이를 쓰고 그 외에는 0으로 제한합니다. 130행의 &gt;는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한도와 같으면 이 조건만으로 거부하지 않고 초과할 때 거부한다는 뜻입니다. 131행에서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반환하면 정상 수락 기록을 갱신하지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44398BC-328E-43C5-9A5F-DF8FB8A2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간격 80ms, 생성 간격 100ms면 추정값은 0입니다. 서버 간격 120ms, 생성 간격 20ms면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정확히 100ms이고, 121ms라면 101ms로 이 검사를 실패합니다. 다른 세션·순번 조건은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정상이라는 가정입니다.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5EA20B5-D266-4BB0-8B1E-270C9D7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161 / 189</a:t>
            </a:r>
          </a:p>
        </p:txBody>
      </p:sp>
    </p:spTree>
    <p:extLst>
      <p:ext uri="{BB962C8B-B14F-4D97-AF65-F5344CB8AC3E}">
        <p14:creationId xmlns:p14="http://schemas.microsoft.com/office/powerpoint/2010/main" val="1356235655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4181B6D-5889-467F-A55A-9FA22936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거부한 패킷이 정상 입력을 연장하지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3A01150-57D0-4386-96E2-1D2A0CE3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이전 정상 수신이 5000ms인데 5180ms의 명령이 지연으로 거부됐다면 마지막 정상 수신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시각은 5000ms에 남습니다. 다음 시간 검사에서 5180을 기준으로 수명을 연장하면 잘못된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명령도 계속 제어권을 살리는 결과가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1528919-5252-4AAF-9924-4EB0C53B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원리로 거부한 높은 sequence도 마지막 정상 순번을 바꾸지 않습니다. 수신된 패킷 수와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정상적으로 수락한 입력 수가 다른 이유입니다. 입력이 계속 들어와도 모두 지연·세션 검사에서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실패하면 무입력 안전 정지에 도달할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D9D64E9-A901-45BB-ABD6-856C346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로그에서 통신이 계속 있다는 사실만으로 제어권이 정상이라고 판단하지 않습니다.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 여부와 거부 이유, 마지막 정상 입력의 나이를 함께 봅니다. 이제 그 정상 입력이 끊긴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기간을 검사하는 soft timeout 코드로 이어집니다.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98AB411-6472-41D5-BDD4-D82CDEA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162 / 189</a:t>
            </a:r>
          </a:p>
        </p:txBody>
      </p:sp>
    </p:spTree>
    <p:extLst>
      <p:ext uri="{BB962C8B-B14F-4D97-AF65-F5344CB8AC3E}">
        <p14:creationId xmlns:p14="http://schemas.microsoft.com/office/powerpoint/2010/main" val="7456373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A324AC0-4471-4FFE-BECA-57A94BE8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입력 공백을 검사하는 soft timeout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1F74384-465A-4CD5-ADA7-A5BA9615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cpp/host/src/control/control_lease.hpp:155-165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7006772-C74A-4834-8A16-BB7DF467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E8446B9-D516-4FF5-993D-7A361BA8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906F36F-CC76-4C8C-A5AE-A41B38B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(safe_stop_active_ || last_receive_time_ == Clock::time_point::min())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(now - last_receive_time_ &lt;= 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E54F07A-5AFE-460B-B813-06D9E243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서버 시각 now와 마지막 정상 수신 시각의 차이를 timeout_과 비교합니다.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2E0750B1-0AD8-498F-B2CF-AD7C289E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SafeStop은 먼저 제어를 안전한 상태로 바꾸되 현재 소유권을 유지합니다.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9CF5C6F-7DF7-4E78-8895-8E4F70F6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163 / 189</a:t>
            </a:r>
          </a:p>
        </p:txBody>
      </p:sp>
    </p:spTree>
    <p:extLst>
      <p:ext uri="{BB962C8B-B14F-4D97-AF65-F5344CB8AC3E}">
        <p14:creationId xmlns:p14="http://schemas.microsoft.com/office/powerpoint/2010/main" val="1400840455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D837300-482A-4B5E-AAE8-FAA9C24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250ms 안전 정지는 어떤 일을 하나요?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4C6D00C-776B-44DD-A0C0-2D715D39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157~159행은 이미 SafeStop이거나 정상 입력을 아직 받지 않았다면 새 전환을 만들지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 160~162행은 공백이 한도 이하이면 그대로 둡니다. 초과하면 163~164행이 안전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정지 전환을 알려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83F999D-2C73-4AD7-9E39-DFF05EEC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이 결과를 받아 안전 입력을 적용합니다. 현재 make_safe_stop_input은 기본 스로틀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0에 브레이크 1과 handbrake를 설정합니다. 차 위치를 순간 고정하는 대신 물리 계산이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입력으로 감속하도록 하므로 속도가 한순간에 0이 된다는 뜻은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3C457C6-FDEC-4988-B0BA-E425342C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잠깐의 지연마다 끊으면 재접속 비용이 늘므로 soft timeout은 소유권을 유지합니다.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소유자의 새롭고 순서가 맞는 입력이 다시 모든 검사를 통과하면 연결을 끊지 않고 조작을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회복할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34E5011-6825-491D-87FD-485B80C8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164 / 189</a:t>
            </a:r>
          </a:p>
        </p:txBody>
      </p:sp>
    </p:spTree>
    <p:extLst>
      <p:ext uri="{BB962C8B-B14F-4D97-AF65-F5344CB8AC3E}">
        <p14:creationId xmlns:p14="http://schemas.microsoft.com/office/powerpoint/2010/main" val="693895156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5346ACB-BDEC-4771-8C6C-CA8ABA79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 정지에 사용하는 실제 운전 입력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0E61894-00B4-4587-956B-2D018FF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cpp/host/src/simulation_host.cpp:315-321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F89EB28-9E4D-479D-B7EB-EAD55FF6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81FFF67-15F6-4927-965A-6350D3FD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BC5C62A-17DD-4872-ABF0-7165839E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VehicleInput SimulationHost::make_safe_stop_input()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VehicleInput input;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input.brake = 1.f;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input.handbrake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input;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4360C86-32CB-4F65-AE9C-17A8520B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객체의 기본 스로틀은 0이며, 이 함수는 브레이크와 handbrake를 명시적으로 설정합니다.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FE390E4D-54AD-4210-96CB-65F1401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 정지 상태 선언과 실제 물리 입력 적용은 연결해서 읽어야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16E3B57-C70C-4211-99D4-F0CD212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165 / 189</a:t>
            </a:r>
          </a:p>
        </p:txBody>
      </p:sp>
    </p:spTree>
    <p:extLst>
      <p:ext uri="{BB962C8B-B14F-4D97-AF65-F5344CB8AC3E}">
        <p14:creationId xmlns:p14="http://schemas.microsoft.com/office/powerpoint/2010/main" val="1228651365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3EFD263-FC88-4023-9F34-9F0B870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 오래 끊긴 연결을 폐기하는 hard timeout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DD08D4F-4F5A-469A-8A68-E34A6ED4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cpp/host/src/control/control_lease.hpp:170-180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89F0CFE-CC5E-4085-82A0-623E1D0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15DD82E-DD28-450C-B3B3-F69D822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30554FE-886E-4F23-B398-0595CBFD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update_hard_timeout(Clock::time_point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(last_receive_time_ == Clock::time_point::min()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active_key_.empty()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now - last_receive_time_ &lt;= hard_timeout_)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retired_sessions_.insert(active_key_);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active_key_.clear();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D593844-45D7-4EE1-B7E7-E9A3E9D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입력 공백이 hard_timeout_을 넘으면 현재 세션을 폐기 목록에 넣고 소유 키를 지웁니다.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D6B80752-3948-4B89-9C1E-F4C4608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이전 세션의 늦은 명령으로 다시 운전을 시작하지 못하게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AA1659E-6342-4AEB-9369-EF025128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166 / 189</a:t>
            </a:r>
          </a:p>
        </p:txBody>
      </p:sp>
    </p:spTree>
    <p:extLst>
      <p:ext uri="{BB962C8B-B14F-4D97-AF65-F5344CB8AC3E}">
        <p14:creationId xmlns:p14="http://schemas.microsoft.com/office/powerpoint/2010/main" val="1578370684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9EB2C94-49BE-418E-877A-1E7E186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1000ms 연결 폐기가 추가로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6AE69A9-5290-4790-AA97-B25D0B5E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172~176행은 아직 정상 입력이 없거나 소유자가 없거나 공백이 한도 이하이면 전환하지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 한도를 넘으면 177행이 안전 정지를 유지하고 178행이 이전 세션을 폐기 목록에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넣습니다. 179행은 현재 소유 키를 비웁니다.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4585779-5A7D-4C6D-BCAE-48C1C2DB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이 hard timeout 결과를 받아 제어 연결 종료 콜백도 호출합니다. 이제 단순히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세션으로 명령 하나를 다시 보내는 것으로 회복할 수 없습니다. 클라이언트는 새 연결과 수명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절차를 거쳐 정상 제어권을 다시 얻어야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6885565-EF8E-4DAC-9252-9DA7FFA1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soft는 일시 중단 뒤 같은 소유자의 회복을 허용하고 hard는 오래 끊긴 연결을 명확히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차단합니다. 둘을 하나로 합치면 짧은 지연마다 재연결하거나, 반대로 오래된 연결을 계속 믿게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서로 다른 목적 때문에 임계값도 나누어 둡니다.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CFE919D-726D-4793-A21E-3E1FDF8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167 / 189</a:t>
            </a:r>
          </a:p>
        </p:txBody>
      </p:sp>
    </p:spTree>
    <p:extLst>
      <p:ext uri="{BB962C8B-B14F-4D97-AF65-F5344CB8AC3E}">
        <p14:creationId xmlns:p14="http://schemas.microsoft.com/office/powerpoint/2010/main" val="1277418165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7CB4386-24CC-4D8F-9C46-7D5A1ED9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무입력 시간선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now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입력 공백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조건의 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soft 한도 이하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SafeStop 전환, 소유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 한도 이하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6001ms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폐기, 재연결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51801E9E-C28C-4098-B54E-3BCE00BE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1062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정상 수신을 서버 5000ms로 두고 이후 정상 입력이 없다고 가정합니다. 표의 now는 서버가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검사를 실행한 시각입니다. 무입력 기간은 그때의 서버 now에서 마지막 정상 수신 시각 5000ms를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빼서 계산합니다.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DB2982CE-E2AD-4473-AD74-A3E5C0C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2088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비교는 한도를 초과할 때 전환합니다. 실제 실행은 검사 함수가 호출되는 틱에 이뤄지므로 정확히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해당 벽시각에 별도 알람 스레드가 강제 실행한다는 뜻은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209AF1B-1259-4CBF-B235-AC032339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168 / 189</a:t>
            </a:r>
          </a:p>
        </p:txBody>
      </p:sp>
    </p:spTree>
    <p:extLst>
      <p:ext uri="{BB962C8B-B14F-4D97-AF65-F5344CB8AC3E}">
        <p14:creationId xmlns:p14="http://schemas.microsoft.com/office/powerpoint/2010/main" val="1784029423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67ABFD-F7C3-4815-A8B5-23C22F22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회복되는 입력과 회복되지 않는 입력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8380B30-4169-4B8A-B47A-479B1802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마지막 정상 입력은 client 1000ms, server 5000ms입니다. server 5300ms에서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SafeStop 후 client 1410ms의 입력을 server 5410ms에 받으면 두 간격이 410ms로 같아 지연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추정은 0입니다.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EAA0769-763D-49D0-92B4-652737E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소유자이고 다른 조건도 맞으면 수락하여 SafeStop을 해제합니다. 반면 client 1020ms의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옛 명령이 server 5410ms에 오면 410−20=390ms이므로 거부하고 정상 수신 기준을 갱신하지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53935AB-D8A9-47CA-8D5E-7F2F6A1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timeout으로 폐기한 연결은 신선한 시각만 넣어도 되살릴 수 없습니다. E-stop도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정책입니다. SafeStop 회복 규칙을 모든 정지 상태의 공통 해제 방법으로 해석하면 실제 안전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잘못 설명하게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18848A2-04DF-41A5-9DEB-25941B82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169 / 189</a:t>
            </a:r>
          </a:p>
        </p:txBody>
      </p:sp>
    </p:spTree>
    <p:extLst>
      <p:ext uri="{BB962C8B-B14F-4D97-AF65-F5344CB8AC3E}">
        <p14:creationId xmlns:p14="http://schemas.microsoft.com/office/powerpoint/2010/main" val="1111846343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58E8DB7-67D7-42E8-A6EA-AF5764BD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 뒤에만 기록하는 수락 상태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53BCCAC-D436-4973-B46E-150B706E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cpp/host/src/control/control_lease.hpp:145-149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6FE11AD-DC88-4F4E-9A43-A357BE37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64A3F07-53D2-475B-A1ED-D370DD8E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BD8C976-2D98-4914-82AB-FD020B39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highest_sequence_ = command.sequence;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last_client_time_ns_ = command.client_time_ns;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last_receive_time_ = received_at;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safe_stop_active_ =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ControlLeaseDecision::Accepted;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01BE81B-37A8-458B-AA01-73D92B61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수락할 때만 최고 순번, 클라이언트 시각, 서버 수신 시각을 갱신합니다.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CDE12D6B-6BB8-48FD-B9DD-161109E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148행이 일반 SafeStop을 해제하고 Accepted를 반환합니다.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4515462-BD9C-4434-89E9-9EA83ACF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170 / 189</a:t>
            </a:r>
          </a:p>
        </p:txBody>
      </p:sp>
    </p:spTree>
    <p:extLst>
      <p:ext uri="{BB962C8B-B14F-4D97-AF65-F5344CB8AC3E}">
        <p14:creationId xmlns:p14="http://schemas.microsoft.com/office/powerpoint/2010/main" val="431664483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4BDBBB0-2F9B-431A-8E70-D1E560E0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시간값으로 직접 판정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397B7D-839D-4318-B382-BD2C2CE3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이전 정상 입력은 client 2000ms/server 9000ms입니다. 다음은 client 2020ms/server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9180ms입니다. 수신 간격, 생성 간격, 지연 추정과 결과를 계산하세요.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3CE554F-B12F-4BE4-ADBA-0B36C04A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이후 정상 입력이 없고 server now가 9300ms와 10100ms입니다. 마지막 정상 수신은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값에 남으며 각각 어떤 전환이 필요한가요?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EDDC3F3-A7F6-4B3E-B595-E794C48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B의 첫 SafeStop 직후 같은 연결에서 fresh 입력이 오면 항상 회복하나요? hard timeout 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세션, E-stop까지 포함하여 회복 조건의 한계를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2AA3A71-0129-4F21-AAF9-A7FF02A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171 / 189</a:t>
            </a:r>
          </a:p>
        </p:txBody>
      </p:sp>
    </p:spTree>
    <p:extLst>
      <p:ext uri="{BB962C8B-B14F-4D97-AF65-F5344CB8AC3E}">
        <p14:creationId xmlns:p14="http://schemas.microsoft.com/office/powerpoint/2010/main" val="130563256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6BDC5AE-21B8-406D-A027-4788D58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지연 거부, 안전 정지, 폐기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1E64564-FD36-461F-BC46-307A26DA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서버 간격 180ms, 클라이언트 간격 20ms이므로 지연 추정 160ms입니다. 100ms를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초과하여 거부합니다. 마지막 정상 수신은 9180ms로 바뀌지 않고 9000ms에 남아야 다음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무입력 계산도 올바릅니다.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CF93BFC-4549-445C-A56B-BFF7A58F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B의 9300ms는 정상 입력 공백 300ms이므로 SafeStop을 적용하되 소유권을 유지합니다.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10100ms는 공백 1100ms이므로 hard timeout으로 세션을 폐기하고 재연결을 요구합니다.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속도를 순간이동처럼 0으로 만드는 규칙은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487AE64-93C7-4A2B-9F4B-D15C05D4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C는 같은 소유자의 순서 있고 지연 한도도 통과하는 정상 입력일 때 회복합니다. 이미 폐기한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세션은 새 연결 절차가 필요하며 E-stop은 별도 정책입니다. 서버 루프 자체가 늦으면 검사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실행도 늦을 수 있으므로 시간 한도를 늘리는 것으로 원인을 숨기면 안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19FFB2B-0348-43E3-B7E3-3D7CA49A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172 / 189</a:t>
            </a:r>
          </a:p>
        </p:txBody>
      </p:sp>
    </p:spTree>
    <p:extLst>
      <p:ext uri="{BB962C8B-B14F-4D97-AF65-F5344CB8AC3E}">
        <p14:creationId xmlns:p14="http://schemas.microsoft.com/office/powerpoint/2010/main" val="1475644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47A479-0D2D-448A-8CA5-89A3CB1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1BFE4B7-1DA3-46CE-BA45-D53DCDA1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서버 관측 시각과 클라이언트 생성 시각을 구분하고, 100ms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지연 추정·250ms SafeStop·1000ms 연결 폐기를 코드와 숫자로 판정합니다.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29A15FE-8EBE-44FA-9418-90DF6AC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현재 입력을 보내는 주체에게만 제한된 시간 동안 제어를 맡기고, 지연된 명령이나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무입력 상태를 별도 기준으로 처리해야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E853D97-346A-4581-9E67-F3098617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입력 수락 조건을 모두 배웠으므로 마지막 단원에서 송신부터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 반영까지 한 명령을 전체 경로로 추적합니다.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C4FBA3F-98CD-4F62-ADAD-DED1B00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173 / 189</a:t>
            </a:r>
          </a:p>
        </p:txBody>
      </p:sp>
    </p:spTree>
    <p:extLst>
      <p:ext uri="{BB962C8B-B14F-4D97-AF65-F5344CB8AC3E}">
        <p14:creationId xmlns:p14="http://schemas.microsoft.com/office/powerpoint/2010/main" val="349936165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1CD395A-51A9-42A0-BD37-A44FA5C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입력의 왕복과 종합 실습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0CB2E26-B067-4DBC-A2FA-5D07BCB4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각 함수는 읽었지만 W 입력이 어디서 바이트가 되고 어떤 검사 뒤 화면에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표시되는지 연결하여 설명하기 어렵습니다.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4CA9C92-D766-447F-BE87-6A67124E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부분 지식을 전체 경로에 연결해야 파싱 단위 검사가 실제 연결 수락까지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검증했다고 과장하지 않고 문제 위치를 찾아갈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6499258-6DAC-4AE2-8A02-44BF3989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송신·서버 수락·WorldState 작성·Unreal 반영을 현재 함수로 추적하고 종합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기존 회귀검사를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5C5913D-12FE-4D96-8E21-B1081013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L01~L12를 읽고 태그, 필드 부재, 현재 연결, ControlLease 시간 조건을 설명할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2AA25C2-215D-40B9-934C-AAE6B853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174 / 189</a:t>
            </a:r>
          </a:p>
        </p:txBody>
      </p:sp>
    </p:spTree>
    <p:extLst>
      <p:ext uri="{BB962C8B-B14F-4D97-AF65-F5344CB8AC3E}">
        <p14:creationId xmlns:p14="http://schemas.microsoft.com/office/powerpoint/2010/main" val="1821975279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E37E94C-AD07-4A8F-AB49-44C124F4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추적할 명령과 가정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DD6AF30-9CD9-4F6B-A9D6-988E4829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현재 정상 연결에서 throttle 0.5, steering 0, gear Drive인 입력을 보낸다고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두겠습니다. 지도와 Hello, Play 초기화가 이미 정상이라는 가정입니다. 이 가정을 적어야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실제로 거부할 수 있는 조건을 설명에서 빠뜨리지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4E09676-7B11-4A7C-BF4D-E3A8D16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이번 추적의 목표는 입력이 속도 몇 km/h를 반드시 만든다고 계산하는 것이 아닙니다. 서버가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수락한 의도는 지면·차량 상태와 함께 물리 계산에 들어갑니다. 여기서는 어떤 값이 어느 계약과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 경계를 통과하는지 확인합니다.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C3C607F-A5A0-4AE8-996C-FBC5D9E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읽는 순서는 클라이언트의 바이트 작성, 서버 해석과 수락, 결과 메시지 작성, 클라이언트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저장입니다. 각 단계에서 성공을 보장하는 범위를 한 문장으로 적으면 조작이 안 될 때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증거가 빠졌는지 파악할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EA75F0E-EBAB-4A83-9832-9BA3A8AA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175 / 189</a:t>
            </a:r>
          </a:p>
        </p:txBody>
      </p:sp>
    </p:spTree>
    <p:extLst>
      <p:ext uri="{BB962C8B-B14F-4D97-AF65-F5344CB8AC3E}">
        <p14:creationId xmlns:p14="http://schemas.microsoft.com/office/powerpoint/2010/main" val="1543023686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BD6CEEE-E453-40FA-8EF6-C0BDB26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클라이언트의 실제 송신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B6946B8-FE41-4623-96E7-44F2E195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unreal/DriveIntegration/Source/DriveIntegration/SimCoreClientComponent.cpp:754-763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D12A777-B982-438E-B25B-E12A91ED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6B53457-5079-4F49-82BA-AAF422DB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DB37313-4503-4281-8EE2-76D98C2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TArray&lt;uint8&gt; Message = SimCoreProtocol::SerializeControlEnvelope(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PendingControl,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OutgoingSequence++,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SourceId,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SessionId,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MapPackageChecksum);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Socket-&gt;Send(Message.GetData(), Message.Num(), true);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LastSentControl = PendingControl;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bHasSentControl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bControlDirty = false;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1CE2ED8-5979-4ADE-8536-5A43906E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PendingControl과 순번·출처·연결·지도 정보를 SerializeControlEnvelope에 넘깁니다.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78AAD29B-A150-4ACA-B8DD-CEC1E853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Socket-&gt;Send의 마지막 true는 바이너리 메시지를 선택합니다.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524E573-F6A0-49E2-9EB6-9AF302B2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176 / 189</a:t>
            </a:r>
          </a:p>
        </p:txBody>
      </p:sp>
    </p:spTree>
    <p:extLst>
      <p:ext uri="{BB962C8B-B14F-4D97-AF65-F5344CB8AC3E}">
        <p14:creationId xmlns:p14="http://schemas.microsoft.com/office/powerpoint/2010/main" val="1472412352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357F457-9B0F-4F1C-97EF-74CDAB93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 코드의 줄별 해설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ECA3B48-9D1A-4831-829E-2438C591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754~759행은 입력과 Envelope 정보를 바이트 배열로 만듭니다. 756행의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OutgoingSequence++는 이번 번호를 전달하고 다음 번호를 준비합니다. 출처와 연결, 지도도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넣으므로 스로틀 조각만 보내는 실습과 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3F74195-50F9-4C20-9A40-F1CDF0AF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760행은 배열의 시작 주소와 길이를 사용하여 바이너리 전송을 요청합니다. 761~763행은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보낸 입력과 변경 상태를 갱신합니다. 이 저장은 클라이언트의 송신 관리이며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입력을 수락했다는 응답을 대신하지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D362F5A-77F6-4E5E-BE67-78DCBCD3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바이트를 해석한 뒤에는 Hello와 지도, 현재 연결, 순번·시간을 검사합니다. L10~L12에서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배운 검사가 여기서 연결됩니다. 따라서 Send 호출을 봤다는 사실과 서버의 정상 수락 기록을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확인했다는 사실을 구분해서 설명해야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B342163-30D4-43E4-B9D5-7BE7BC8B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177 / 189</a:t>
            </a:r>
          </a:p>
        </p:txBody>
      </p:sp>
    </p:spTree>
    <p:extLst>
      <p:ext uri="{BB962C8B-B14F-4D97-AF65-F5344CB8AC3E}">
        <p14:creationId xmlns:p14="http://schemas.microsoft.com/office/powerpoint/2010/main" val="462697263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0D8895E-05FD-47C6-B008-76181623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제어권 결과를 검사하는 자리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FC0EFBC-05B9-4744-93F2-A9768A4F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cpp/host/src/simulation_host_session.cpp:375-385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A99AF3F-C6FD-42B5-A810-4F4EF468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103B0DC-338F-4A66-AD9A-C013E451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F58FCA5-6B6C-4C42-BBA1-B3F19C9D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was_safe_stopped = control_lease_.safe_stop_active();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decision = control_lease_.accept(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{command.source_id, command.session_id, command.sequence,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command.client_time_ns},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received_at);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(decision != ControlLeaseDecision::Accepted)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std::cerr &lt;&lt; "[Input] rejected source=" &lt;&lt; command.source_id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" session=" &lt;&lt; command.session_id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" sequence=" &lt;&lt; command.sequence &lt;&lt; ": 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control_lease_decision_message(decision) &lt;&lt; "\n";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ClientMessageResult::Rejected;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01ED9A4-E1A2-4D07-972B-C23D5ACE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 정보로 ControlLease::accept를 호출하고 Accepted가 아니면 이유를 남겨 거부합니다.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97015129-373E-4E48-9E54-5CE6C93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검증한 입력을 물리에 적용하는 호출은 이 실패 분기 뒤에 있습니다.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4EC06EE-28EB-4AD9-8926-9F646915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178 / 189</a:t>
            </a:r>
          </a:p>
        </p:txBody>
      </p:sp>
    </p:spTree>
    <p:extLst>
      <p:ext uri="{BB962C8B-B14F-4D97-AF65-F5344CB8AC3E}">
        <p14:creationId xmlns:p14="http://schemas.microsoft.com/office/powerpoint/2010/main" val="1257608460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5C66D2F-0D9F-4342-841D-923B98BA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수락과 물리 결과의 연결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49F84F3-7362-4FEE-ADB2-6AD65426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375행은 기존 SafeStop 상태를 보관합니다. 376~379행은 출처와 연결, 순번, 클라이언트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시각, 서버 수신 시각을 제어권 검사에 넘깁니다. 380~385행은 수락하지 않은 명령의 이유를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남기고 물리 입력 적용 전 반환합니다.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88E6A54-4FC8-4D64-81A3-B712F20F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경로는 뒤의 apply_vehicle_input으로 이어집니다. 이 입력이 틱 계산에서 소비되면 서버의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상태가 변합니다. 같은 throttle 0.5라도 경사·접지·속도·차량 옵션에 따라 결과가 다르므로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메시지는 의도와 결과를 따로 표현합니다.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9203F67-77CE-4216-BCE3-00D6AE00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디버깅에서는 거부 로그가 없다는 추측보다 수락 상태와 최신 입력 나이, 실제 상태 진행을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확인합니다. 다음 코드는 계산된 차량 상태를 WorldState에 넣습니다. 이 시점부터 서버는 입력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 대신 관측할 결과를 보냅니다.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DDEFD92-214E-4479-A7A3-9A9F4634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179 / 189</a:t>
            </a:r>
          </a:p>
        </p:txBody>
      </p:sp>
    </p:spTree>
    <p:extLst>
      <p:ext uri="{BB962C8B-B14F-4D97-AF65-F5344CB8AC3E}">
        <p14:creationId xmlns:p14="http://schemas.microsoft.com/office/powerpoint/2010/main" val="2050655573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10260A6-12E1-4648-98D5-AFFB5F3C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상태와 Health를 같은 메시지에 작성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E31CAAF-E587-427F-99AF-C8ED999E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cpp/host/src/protocol/vehicle_messages.cpp:443-449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868054C-5D5A-4FFE-8537-24DA10E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2CC9CE2-512A-4C49-A04F-806F79E3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04BFCB7-7957-4635-A9FC-D487455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simcore::Envelope envelope;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fill_envelope(envelope, metadata);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auto* world_state = envelope.mutable_world_state();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fill_entity_state(*world_state-&gt;add_entities(), state, ego_vehicle_class);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(health)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fill_health(*world_state-&gt;mutable_health(), *health);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9E54A78-7E6E-4B53-94C4-7D039B42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 안의 WorldState에 차량 상태를 추가하고 Health가 있으면 함께 채웁니다.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0F4CC0EC-36E4-4B00-9555-E75C7624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뒤에서 NPC·신호·구조물 등을 채운 다음 생성 클래스가 바이트로 직렬화합니다.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F5DA1E2-B6AB-4656-BF45-2598BD59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180 / 189</a:t>
            </a:r>
          </a:p>
        </p:txBody>
      </p:sp>
    </p:spTree>
    <p:extLst>
      <p:ext uri="{BB962C8B-B14F-4D97-AF65-F5344CB8AC3E}">
        <p14:creationId xmlns:p14="http://schemas.microsoft.com/office/powerpoint/2010/main" val="664731950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8AEFE42-25C2-4EF7-8F60-6F5225CD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작성 코드의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E0B2A22-EEF1-49BE-B3EB-F1194F7C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443행은 바깥 Envelope를 만들고 444행은 공통 메타데이터를 채웁니다. 445행은 WorldState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payload를 선택합니다. 446행은 entities 목록에 플레이어 상태 하나를 추가하고 프로젝트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메시지 값으로 변환합니다.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1C1CDFE-F569-4A1C-A29A-D022059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447~449행은 Health 포인터가 있을 때 상태를 같이 채웁니다. 차량 모습과 제어 안전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WorldState에 담으면 클라이언트가 서로 다른 메시지 시점의 정보만 따로 조합하는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줄일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7A57E3E-6429-422A-989C-547926A4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발췌 뒤에서는 다른 런타임 엔티티와 신호, 구조물 정보도 작성합니다. 생성 클래스의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SerializeAsString은 완성한 값을 바이트로 표현합니다. 차량 힘을 계산하는 함수와 결과를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포장하는 함수의 책임을 다시 구분해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44304F1-8EFC-42D6-9D30-917BE4CC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181 / 189</a:t>
            </a:r>
          </a:p>
        </p:txBody>
      </p:sp>
    </p:spTree>
    <p:extLst>
      <p:ext uri="{BB962C8B-B14F-4D97-AF65-F5344CB8AC3E}">
        <p14:creationId xmlns:p14="http://schemas.microsoft.com/office/powerpoint/2010/main" val="386433173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2E330E4-58C5-43D1-9473-67012BAD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검증한 수신 상태를 저장하는 지점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2B2F87B-2827-4A7E-8CA3-492182C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unreal/DriveIntegration/Source/DriveIntegration/SimCoreClientComponent.cpp:1099-1107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A1C2583-ED9F-44D1-9002-64A78E31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591B36D-91A1-4035-BF30-12042042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E927FF5-61CA-4A84-8C6C-0248325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LastStateArrivalTimeSeconds = ArrivalTimeSeconds;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PerformanceCapture.ObserveAcceptedState(ArrivalTimeSeconds, Parsed.Sequence);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++ReceivedStateCount;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LatestState = MoveTemp(Parsed);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LatestStateReceiveTimeSeconds = ArrivalTimeSeconds;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bHasState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bTrafficSnapshotAccepted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SyncRuntimeProxyActors(ParsedEntities, ArrivalTimeSeconds);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TickTrafficSignals();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F65962D-06E0-4525-AE83-6AC8B93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코드는 파싱과 현재 지도·Play·순번 검사를 통과한 뒤의 성공 경로입니다.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B4970E16-7C2A-473D-9566-63584EFD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최신 차량 상태와 수신 시각을 저장하고 교통 표시도 같은 수락 흐름에 연결합니다.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8D9CD62-6F7C-4B72-BDB2-E785B774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182 / 189</a:t>
            </a:r>
          </a:p>
        </p:txBody>
      </p:sp>
    </p:spTree>
    <p:extLst>
      <p:ext uri="{BB962C8B-B14F-4D97-AF65-F5344CB8AC3E}">
        <p14:creationId xmlns:p14="http://schemas.microsoft.com/office/powerpoint/2010/main" val="1622701983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2012052-9F37-48C6-BE33-AC2C2F15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 쓰기 전의 성공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E90AF52-037F-4E7D-AC4E-49A4E56E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1099~1101행은 수락한 상태의 도착 시각과 관측 개수를 갱신합니다. 1102행은 파싱한 차량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최신 상태로 옮깁니다. 1103~1104행은 그 상태의 수신 시각과 존재 여부를 기록하여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GetLatestState가 유효한 결과를 반환할 수 있게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1BCD9B-93C8-449F-84A8-772F5F9A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1105~1107행은 교통 상태가 수락됐음을 기록하고 런타임 표시와 신호 갱신을 연결합니다.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부분만 따로 떼어 보면 단순 대입이지만, 앞의 거부 분기들이 현재 상태를 보호한다는 맥락이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핵심입니다.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FABA50A-EDA4-42BB-AE01-14A33D3F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L01에서 읽은 GetLatestState는 이렇게 저장한 값을 요청하는 함수였습니다. 송신한 스로틀과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 표시한 속도 사이에는 입력 수락과 물리 계산, 결과 검증이 있습니다. 이 연결을 말로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설명하면 첫 단원부터의 왕복이 완성됩니다.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DB4D907-6A9A-4D59-BE62-42C7ADCB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183 / 189</a:t>
            </a:r>
          </a:p>
        </p:txBody>
      </p:sp>
    </p:spTree>
    <p:extLst>
      <p:ext uri="{BB962C8B-B14F-4D97-AF65-F5344CB8AC3E}">
        <p14:creationId xmlns:p14="http://schemas.microsoft.com/office/powerpoint/2010/main" val="1866791729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3F2B39B-4662-4076-810E-C8812510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종합 확인 문제: 바이트와 현재 제어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F8C9E99-B16D-4CF4-B305-7897E16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sequence=150을 2번 uint64 필드에 쓰는 태그와 값 바이트를 계산하세요. 5A 05 15 00 00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00 3F의 내부 값도 별도로 계산하고 전체 수락 패킷인지 구분하세요.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A91CCD4-59BC-4EEA-9088-6F5DD6CC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wheels=21의 두 번째 원소에 wheel_index=3이 있고 gear는 생략됐습니다. 바퀴 위치와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decoder의 기어 결과를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462615E-7436-4DBD-945D-EBAC6EB6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바이트 형식과 큰 순번은 정상이지만 지도 checksum이 다릅니다. 이를 수락해도 되나요?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 재연결에서 물리 초기화 여부도 함께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FF6E58-B854-4611-9D56-131F3CEF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184 / 189</a:t>
            </a:r>
          </a:p>
        </p:txBody>
      </p:sp>
    </p:spTree>
    <p:extLst>
      <p:ext uri="{BB962C8B-B14F-4D97-AF65-F5344CB8AC3E}">
        <p14:creationId xmlns:p14="http://schemas.microsoft.com/office/powerpoint/2010/main" val="1242697867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42E717A-F7F0-49AC-A2BC-D5753C57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종합 해설: 계산과 수락의 근거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9FFFB63-BA77-4DA7-A0C4-A89BC47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 태그는 2×8+0=16, 즉 10이고 값 150은 96 01이므로 10 96 01입니다. 중첩 조각의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내부 float는 0.5입니다. 이 조각에는 전체 Envelope와 수명 계약의 필수 정보가 없으므로 수락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가능한 전체 패킷이라고 할 수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390B6AA-D5E8-4733-96EE-3865D483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B의 wheel_index=3은 뒤오른쪽을 뜻하며 목록 두 번째라는 순서와 구분합니다. gear 부재는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내부 기본 Drive를 유지합니다. C는 지도 계약이 다르므로 높은 순번이어도 수락할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 큰 번호는 다른 검사를 우회하지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E34C25A-3BE7-479D-98CC-F2CCE184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Play의 정상 새 연결은 물리 상태를 보존하고 제어 연결을 교체한 뒤 새 정상 입력을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기다립니다. 새 Play 초기화와 다릅니다. 이제 답을 확인하는 데 그치지 말고 각 결론의 분기가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어느 함수에 있는지 찾아 표시해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3A15F6E-17AB-4C40-B733-9F3B437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185 / 189</a:t>
            </a:r>
          </a:p>
        </p:txBody>
      </p:sp>
    </p:spTree>
    <p:extLst>
      <p:ext uri="{BB962C8B-B14F-4D97-AF65-F5344CB8AC3E}">
        <p14:creationId xmlns:p14="http://schemas.microsoft.com/office/powerpoint/2010/main" val="1208743898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A2652CD-4B70-443D-8329-C5E281F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 부재 정책을 확인하는 기존 회귀검사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A49CC8E-F862-48A0-87B8-9F26BB1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cpp/host/tests/vehicle_protocol_test.cpp:954-965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A2FB052-6225-442B-A927-155E427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3E0C9C0-E741-4297-9FF1-E947D815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A0BA2BA-ECBE-4FA8-B0BB-81F8E481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simcore::Envelope envelope;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envelope.set_schema_version(simcore_host::kProtocolSchemaVersion);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envelope.mutable_control_command()-&gt;set_throttle(0.5f);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std::string error;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auto input = simcore_host::parse_control_command_envelope(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envelope.SerializeAsString(), &amp;error);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require(input.has_value(), "ControlCommand must parse: " + error);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require(input-&gt;input.gear == VehicleGear::Drive,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"missing gear must keep VehicleInput default Drive");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12E2AB5-303D-49CB-9733-22C3582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gear를 넣지 않은 ControlCommand를 만들어 decoder의 결과를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DB2CF61-3D86-4715-8DBE-FD952A66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40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테스트는 기어 해석을 검사하며 실제 소켓·Hello·ControlLease 전체를 실행하지 않습니다.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3939A48-813D-4643-94F3-086412D1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186 / 189</a:t>
            </a:r>
          </a:p>
        </p:txBody>
      </p:sp>
    </p:spTree>
    <p:extLst>
      <p:ext uri="{BB962C8B-B14F-4D97-AF65-F5344CB8AC3E}">
        <p14:creationId xmlns:p14="http://schemas.microsoft.com/office/powerpoint/2010/main" val="971218551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F7E722F-D79B-4CBC-91E1-632C702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회귀검사의 준비, 실행, 판정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1E1CB3C-8ACC-40EA-AD86-2AA49340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954~956행은 현재 스키마 버전과 throttle 0.5만 넣은 Envelope를 만듭니다. gear를 생략하는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준비가 핵심입니다. 958~960행은 오류 문자열을 준비하고 직렬화한 메시지를 decoder에 넣어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결과를 받습니다.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6AFC15-C279-44F2-B821-FAABAE71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962행은 파싱 결과가 있는지 검사합니다. 963~964행은 내부 gear가 Drive인지 확인합니다.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나중에 기본값이나 존재 여부 처리를 바꿨을 때 부재가 중립으로 바뀌는 회귀를 잡으려는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F84DB12-1B96-4356-B516-CB794DA1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검사가 통과해도 WebSocket 연결과 현재 Play, 지도 정합, 시간 한도가 정상이라는 증거는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테스트가 실행한 범위와 검증하지 않은 범위를 함께 설명해야 합니다. 본인의 이해를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확인할 때도 준비와 실행, 기대 결과를 먼저 적어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FE8B271-5B63-4756-B579-6F2B6E59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187 / 189</a:t>
            </a:r>
          </a:p>
        </p:txBody>
      </p:sp>
    </p:spTree>
    <p:extLst>
      <p:ext uri="{BB962C8B-B14F-4D97-AF65-F5344CB8AC3E}">
        <p14:creationId xmlns:p14="http://schemas.microsoft.com/office/powerpoint/2010/main" val="776389055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7790D1-CE66-45A6-9457-70D47A2A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혼자 복습하는 순서와 찾을 함수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15732FF-271E-4694-B4F1-86EA30DA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코드를 가리고 W 입력의 왕복을 설명합니다. 바이트 작성에서 막히면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SerializeControlEnvelope를, 부재 처리에서 막히면 parse_client_message_envelope를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읽습니다. 설명이 끊긴 지점부터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C8A891A-0345-418A-A0B8-776CE913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오래된 입력은 ControlLease::accept와 timeout 함수를 봅니다. 연결과 Play의 차이는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handle_simulation_reset에서 확인합니다. 화면 반영은 ApplyBinaryMessage의 거부 분기와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LatestState 저장을 함께 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1164515-1B60-48E8-8EDB-987126A9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 대신 300, 지연 160ms 대신 100ms, 같은 Play 대신 옛 Play로 바꾸어 다시 풉니다. 결과와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근거의 변화를 설명하세요. 입력을 바꿔 결과와 근거를 예측하는 것이 완료 기준입니다.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3D60950-2897-41B0-B1B7-F5F3C294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188 / 189</a:t>
            </a:r>
          </a:p>
        </p:txBody>
      </p:sp>
    </p:spTree>
    <p:extLst>
      <p:ext uri="{BB962C8B-B14F-4D97-AF65-F5344CB8AC3E}">
        <p14:creationId xmlns:p14="http://schemas.microsoft.com/office/powerpoint/2010/main" val="1589919890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90F05E-9546-4E76-9C19-43E1049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482A699-DB8B-4CA6-B45F-43646885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송신·서버 수락·WorldState 작성·Unreal 반영을 현재 함수로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추적하고 종합 문제와 기존 회귀검사를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E5DAFD-96DF-4EB1-92BF-26ED9852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부분 지식을 전체 경로에 연결해야 파싱 단위 검사가 실제 연결 수락까지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검증했다고 과장하지 않고 문제 위치를 찾아갈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F997B44-B8D8-4D45-9CB4-0996AC6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복습할 때는 왕복을 먼저 설명한 뒤 막힌 함수만 찾아 읽습니다.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권은 이 계약 위에서 클라이언트와 시뮬레이션의 실제 동작을 확장해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81D7DA-5F53-4F2A-8757-16564A6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189 / 189</a:t>
            </a:r>
          </a:p>
        </p:txBody>
      </p:sp>
    </p:spTree>
    <p:extLst>
      <p:ext uri="{BB962C8B-B14F-4D97-AF65-F5344CB8AC3E}">
        <p14:creationId xmlns:p14="http://schemas.microsoft.com/office/powerpoint/2010/main" val="533367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2026-09-08T05:03:54.5650000Z</dcterms:created>
  <dcterms:modified xsi:type="dcterms:W3CDTF">2026-09-08T05:03:54.5650000Z</dcterms:modified>
</coreProperties>
</file>