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19abc09e174829" /><Relationship Type="http://schemas.openxmlformats.org/officeDocument/2006/relationships/extended-properties" Target="/docProps/app.xml" Id="Rfc9df6549ba84e76" /><Relationship Type="http://schemas.openxmlformats.org/officeDocument/2006/relationships/officeDocument" Target="/ppt/presentation.xml" Id="Re867ad80de7e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a3375a4e64521"/>
  </p:sldMasterIdLst>
  <p:notesMasterIdLst>
    <p:notesMasterId xmlns:r="http://schemas.openxmlformats.org/officeDocument/2006/relationships" r:id="R550cd2f1833c44cf"/>
  </p:notesMasterIdLst>
  <p:sldIdLst>
    <p:sldId xmlns:r="http://schemas.openxmlformats.org/officeDocument/2006/relationships" id="256" r:id="Rfc01718318a04462"/>
    <p:sldId xmlns:r="http://schemas.openxmlformats.org/officeDocument/2006/relationships" id="257" r:id="Rf31f3574b259457f"/>
    <p:sldId xmlns:r="http://schemas.openxmlformats.org/officeDocument/2006/relationships" id="258" r:id="R53b55b32d7a54f98"/>
    <p:sldId xmlns:r="http://schemas.openxmlformats.org/officeDocument/2006/relationships" id="259" r:id="Rfdd5ec5e7db148d3"/>
    <p:sldId xmlns:r="http://schemas.openxmlformats.org/officeDocument/2006/relationships" id="260" r:id="R45f904e085654a2d"/>
    <p:sldId xmlns:r="http://schemas.openxmlformats.org/officeDocument/2006/relationships" id="261" r:id="Rcbb3be6a3c06439d"/>
    <p:sldId xmlns:r="http://schemas.openxmlformats.org/officeDocument/2006/relationships" id="262" r:id="Rf0509fecb93642b8"/>
    <p:sldId xmlns:r="http://schemas.openxmlformats.org/officeDocument/2006/relationships" id="263" r:id="R1d76735b780347e9"/>
    <p:sldId xmlns:r="http://schemas.openxmlformats.org/officeDocument/2006/relationships" id="264" r:id="R0ffba87e0977466c"/>
    <p:sldId xmlns:r="http://schemas.openxmlformats.org/officeDocument/2006/relationships" id="265" r:id="R7efe98934a714c92"/>
    <p:sldId xmlns:r="http://schemas.openxmlformats.org/officeDocument/2006/relationships" id="266" r:id="Re085c78827a14774"/>
    <p:sldId xmlns:r="http://schemas.openxmlformats.org/officeDocument/2006/relationships" id="267" r:id="R24bb5b3add9a45cd"/>
    <p:sldId xmlns:r="http://schemas.openxmlformats.org/officeDocument/2006/relationships" id="268" r:id="R060207d4d5524f72"/>
    <p:sldId xmlns:r="http://schemas.openxmlformats.org/officeDocument/2006/relationships" id="269" r:id="R3df68dd591264980"/>
    <p:sldId xmlns:r="http://schemas.openxmlformats.org/officeDocument/2006/relationships" id="270" r:id="R8f5adab7492e4631"/>
    <p:sldId xmlns:r="http://schemas.openxmlformats.org/officeDocument/2006/relationships" id="271" r:id="R50fe8268138641ef"/>
    <p:sldId xmlns:r="http://schemas.openxmlformats.org/officeDocument/2006/relationships" id="272" r:id="R7dc7d36c0deb499f"/>
    <p:sldId xmlns:r="http://schemas.openxmlformats.org/officeDocument/2006/relationships" id="273" r:id="R3aa652ea669b482c"/>
    <p:sldId xmlns:r="http://schemas.openxmlformats.org/officeDocument/2006/relationships" id="274" r:id="R095d12b1cf624373"/>
    <p:sldId xmlns:r="http://schemas.openxmlformats.org/officeDocument/2006/relationships" id="275" r:id="Rd045cef5fada488e"/>
    <p:sldId xmlns:r="http://schemas.openxmlformats.org/officeDocument/2006/relationships" id="276" r:id="R81dc0a12919c47f5"/>
    <p:sldId xmlns:r="http://schemas.openxmlformats.org/officeDocument/2006/relationships" id="277" r:id="R70e0bccc6fe948e1"/>
    <p:sldId xmlns:r="http://schemas.openxmlformats.org/officeDocument/2006/relationships" id="278" r:id="R03fb53bbd210493c"/>
    <p:sldId xmlns:r="http://schemas.openxmlformats.org/officeDocument/2006/relationships" id="279" r:id="R6cbce7d41bef431d"/>
    <p:sldId xmlns:r="http://schemas.openxmlformats.org/officeDocument/2006/relationships" id="280" r:id="Rfbe8f555f4694cce"/>
    <p:sldId xmlns:r="http://schemas.openxmlformats.org/officeDocument/2006/relationships" id="281" r:id="Re880b2b43714478d"/>
    <p:sldId xmlns:r="http://schemas.openxmlformats.org/officeDocument/2006/relationships" id="282" r:id="Rf363a08a9ed94789"/>
    <p:sldId xmlns:r="http://schemas.openxmlformats.org/officeDocument/2006/relationships" id="283" r:id="R08fc816b445e4c6d"/>
    <p:sldId xmlns:r="http://schemas.openxmlformats.org/officeDocument/2006/relationships" id="284" r:id="R2cfcd2189f7c46b5"/>
    <p:sldId xmlns:r="http://schemas.openxmlformats.org/officeDocument/2006/relationships" id="285" r:id="R4c6bd50bddcf403e"/>
    <p:sldId xmlns:r="http://schemas.openxmlformats.org/officeDocument/2006/relationships" id="286" r:id="R5168e466c2fc4e56"/>
    <p:sldId xmlns:r="http://schemas.openxmlformats.org/officeDocument/2006/relationships" id="287" r:id="R5a1229eb43424a3e"/>
    <p:sldId xmlns:r="http://schemas.openxmlformats.org/officeDocument/2006/relationships" id="288" r:id="Ra43ffb9839dd465b"/>
    <p:sldId xmlns:r="http://schemas.openxmlformats.org/officeDocument/2006/relationships" id="289" r:id="Rf27381bc9f6548a1"/>
    <p:sldId xmlns:r="http://schemas.openxmlformats.org/officeDocument/2006/relationships" id="290" r:id="R6bff8fce02a64d15"/>
    <p:sldId xmlns:r="http://schemas.openxmlformats.org/officeDocument/2006/relationships" id="291" r:id="R9badf3da0d1d420c"/>
    <p:sldId xmlns:r="http://schemas.openxmlformats.org/officeDocument/2006/relationships" id="292" r:id="Rfb7cdf3d4705419e"/>
    <p:sldId xmlns:r="http://schemas.openxmlformats.org/officeDocument/2006/relationships" id="293" r:id="R790aa0c1d5074437"/>
    <p:sldId xmlns:r="http://schemas.openxmlformats.org/officeDocument/2006/relationships" id="294" r:id="R3c7c0065d6484cab"/>
    <p:sldId xmlns:r="http://schemas.openxmlformats.org/officeDocument/2006/relationships" id="295" r:id="Rbc77be745dc342fd"/>
    <p:sldId xmlns:r="http://schemas.openxmlformats.org/officeDocument/2006/relationships" id="296" r:id="R69df29ca5c294db0"/>
    <p:sldId xmlns:r="http://schemas.openxmlformats.org/officeDocument/2006/relationships" id="297" r:id="Rf400ac35a91d4ed1"/>
    <p:sldId xmlns:r="http://schemas.openxmlformats.org/officeDocument/2006/relationships" id="298" r:id="R6a532266c16e4581"/>
    <p:sldId xmlns:r="http://schemas.openxmlformats.org/officeDocument/2006/relationships" id="299" r:id="R3a963d6c6de64ca6"/>
    <p:sldId xmlns:r="http://schemas.openxmlformats.org/officeDocument/2006/relationships" id="300" r:id="R7440e98b348d41f9"/>
    <p:sldId xmlns:r="http://schemas.openxmlformats.org/officeDocument/2006/relationships" id="301" r:id="R2e190ef6ef3249c8"/>
    <p:sldId xmlns:r="http://schemas.openxmlformats.org/officeDocument/2006/relationships" id="302" r:id="Rf280e41b816642d9"/>
    <p:sldId xmlns:r="http://schemas.openxmlformats.org/officeDocument/2006/relationships" id="303" r:id="R802c7703be6740ba"/>
    <p:sldId xmlns:r="http://schemas.openxmlformats.org/officeDocument/2006/relationships" id="304" r:id="Rf30a76470153452d"/>
    <p:sldId xmlns:r="http://schemas.openxmlformats.org/officeDocument/2006/relationships" id="305" r:id="Rbf076e14304247f8"/>
    <p:sldId xmlns:r="http://schemas.openxmlformats.org/officeDocument/2006/relationships" id="306" r:id="R0c1627d6aed448c8"/>
    <p:sldId xmlns:r="http://schemas.openxmlformats.org/officeDocument/2006/relationships" id="307" r:id="R77256ac61a1e483f"/>
    <p:sldId xmlns:r="http://schemas.openxmlformats.org/officeDocument/2006/relationships" id="308" r:id="R8d7c1fed763b410b"/>
    <p:sldId xmlns:r="http://schemas.openxmlformats.org/officeDocument/2006/relationships" id="309" r:id="R18969d91bba74a08"/>
    <p:sldId xmlns:r="http://schemas.openxmlformats.org/officeDocument/2006/relationships" id="310" r:id="R86a51f43b8db4a7c"/>
    <p:sldId xmlns:r="http://schemas.openxmlformats.org/officeDocument/2006/relationships" id="311" r:id="Rb8ad5e60415044d6"/>
    <p:sldId xmlns:r="http://schemas.openxmlformats.org/officeDocument/2006/relationships" id="312" r:id="Rac89c89549d24294"/>
    <p:sldId xmlns:r="http://schemas.openxmlformats.org/officeDocument/2006/relationships" id="313" r:id="R4b20a4ad9fd74bdc"/>
    <p:sldId xmlns:r="http://schemas.openxmlformats.org/officeDocument/2006/relationships" id="314" r:id="R14541695ab9e41a6"/>
    <p:sldId xmlns:r="http://schemas.openxmlformats.org/officeDocument/2006/relationships" id="315" r:id="R5a19975f723a4ee8"/>
    <p:sldId xmlns:r="http://schemas.openxmlformats.org/officeDocument/2006/relationships" id="316" r:id="R45f012dee7814967"/>
    <p:sldId xmlns:r="http://schemas.openxmlformats.org/officeDocument/2006/relationships" id="317" r:id="Rca721a4af2b04d62"/>
    <p:sldId xmlns:r="http://schemas.openxmlformats.org/officeDocument/2006/relationships" id="318" r:id="Rbdeb2d39a5154f9f"/>
    <p:sldId xmlns:r="http://schemas.openxmlformats.org/officeDocument/2006/relationships" id="319" r:id="R604ed2a56a094b85"/>
    <p:sldId xmlns:r="http://schemas.openxmlformats.org/officeDocument/2006/relationships" id="320" r:id="Rb1c027c26cc24c61"/>
    <p:sldId xmlns:r="http://schemas.openxmlformats.org/officeDocument/2006/relationships" id="321" r:id="R3bf9ca1b83924443"/>
    <p:sldId xmlns:r="http://schemas.openxmlformats.org/officeDocument/2006/relationships" id="322" r:id="R7dfa35bd510446a7"/>
    <p:sldId xmlns:r="http://schemas.openxmlformats.org/officeDocument/2006/relationships" id="323" r:id="R185e69d4a3ea41cf"/>
    <p:sldId xmlns:r="http://schemas.openxmlformats.org/officeDocument/2006/relationships" id="324" r:id="R2189babe953f4ed9"/>
    <p:sldId xmlns:r="http://schemas.openxmlformats.org/officeDocument/2006/relationships" id="325" r:id="Re0a413eee1c14a62"/>
    <p:sldId xmlns:r="http://schemas.openxmlformats.org/officeDocument/2006/relationships" id="326" r:id="R3c77a8afc203445c"/>
    <p:sldId xmlns:r="http://schemas.openxmlformats.org/officeDocument/2006/relationships" id="327" r:id="R27de32db7c4f4845"/>
    <p:sldId xmlns:r="http://schemas.openxmlformats.org/officeDocument/2006/relationships" id="328" r:id="Rc925ea7334aa4a1b"/>
    <p:sldId xmlns:r="http://schemas.openxmlformats.org/officeDocument/2006/relationships" id="329" r:id="R353c074cd58d447a"/>
    <p:sldId xmlns:r="http://schemas.openxmlformats.org/officeDocument/2006/relationships" id="330" r:id="R5fa78ddcb50046d1"/>
    <p:sldId xmlns:r="http://schemas.openxmlformats.org/officeDocument/2006/relationships" id="331" r:id="Rbf272ee80320492e"/>
    <p:sldId xmlns:r="http://schemas.openxmlformats.org/officeDocument/2006/relationships" id="332" r:id="Rc824d11d58f74605"/>
    <p:sldId xmlns:r="http://schemas.openxmlformats.org/officeDocument/2006/relationships" id="333" r:id="Rc65db8aa672d4913"/>
    <p:sldId xmlns:r="http://schemas.openxmlformats.org/officeDocument/2006/relationships" id="334" r:id="Rcf329699d3ca4a97"/>
    <p:sldId xmlns:r="http://schemas.openxmlformats.org/officeDocument/2006/relationships" id="335" r:id="Rd22b0a47835e4a0d"/>
    <p:sldId xmlns:r="http://schemas.openxmlformats.org/officeDocument/2006/relationships" id="336" r:id="Rebc4298e96c044f9"/>
    <p:sldId xmlns:r="http://schemas.openxmlformats.org/officeDocument/2006/relationships" id="337" r:id="R057c3e453a2740ba"/>
    <p:sldId xmlns:r="http://schemas.openxmlformats.org/officeDocument/2006/relationships" id="338" r:id="R498b3233677448f8"/>
    <p:sldId xmlns:r="http://schemas.openxmlformats.org/officeDocument/2006/relationships" id="339" r:id="R915522b800d1477a"/>
    <p:sldId xmlns:r="http://schemas.openxmlformats.org/officeDocument/2006/relationships" id="340" r:id="R988aab8515c1497b"/>
    <p:sldId xmlns:r="http://schemas.openxmlformats.org/officeDocument/2006/relationships" id="341" r:id="Rd7161b962f0947fc"/>
    <p:sldId xmlns:r="http://schemas.openxmlformats.org/officeDocument/2006/relationships" id="342" r:id="R7ce5a44d2f3b4389"/>
    <p:sldId xmlns:r="http://schemas.openxmlformats.org/officeDocument/2006/relationships" id="343" r:id="R9d292ca6eaee485b"/>
    <p:sldId xmlns:r="http://schemas.openxmlformats.org/officeDocument/2006/relationships" id="344" r:id="R21e1926512734f8a"/>
    <p:sldId xmlns:r="http://schemas.openxmlformats.org/officeDocument/2006/relationships" id="345" r:id="Rc588d644422149b3"/>
    <p:sldId xmlns:r="http://schemas.openxmlformats.org/officeDocument/2006/relationships" id="346" r:id="R86527699357c41c5"/>
    <p:sldId xmlns:r="http://schemas.openxmlformats.org/officeDocument/2006/relationships" id="347" r:id="R20b475f8acbc4ce2"/>
    <p:sldId xmlns:r="http://schemas.openxmlformats.org/officeDocument/2006/relationships" id="348" r:id="Rc4ac8ea0cc494c2f"/>
    <p:sldId xmlns:r="http://schemas.openxmlformats.org/officeDocument/2006/relationships" id="349" r:id="Rb124fa06538b4722"/>
    <p:sldId xmlns:r="http://schemas.openxmlformats.org/officeDocument/2006/relationships" id="350" r:id="R45d59198e49d41dd"/>
    <p:sldId xmlns:r="http://schemas.openxmlformats.org/officeDocument/2006/relationships" id="351" r:id="Ra2d8c71705064ba5"/>
    <p:sldId xmlns:r="http://schemas.openxmlformats.org/officeDocument/2006/relationships" id="352" r:id="R2e0d1f6c8b8b40b7"/>
    <p:sldId xmlns:r="http://schemas.openxmlformats.org/officeDocument/2006/relationships" id="353" r:id="R5c764e6d6fef4699"/>
    <p:sldId xmlns:r="http://schemas.openxmlformats.org/officeDocument/2006/relationships" id="354" r:id="R5aa233bc8aaf4901"/>
    <p:sldId xmlns:r="http://schemas.openxmlformats.org/officeDocument/2006/relationships" id="355" r:id="Rd06335f44c6149cd"/>
    <p:sldId xmlns:r="http://schemas.openxmlformats.org/officeDocument/2006/relationships" id="356" r:id="R2da554277d674719"/>
    <p:sldId xmlns:r="http://schemas.openxmlformats.org/officeDocument/2006/relationships" id="357" r:id="R885550d405484f7a"/>
    <p:sldId xmlns:r="http://schemas.openxmlformats.org/officeDocument/2006/relationships" id="358" r:id="Re20f58f335234dcc"/>
    <p:sldId xmlns:r="http://schemas.openxmlformats.org/officeDocument/2006/relationships" id="359" r:id="Rd0be0d947ef84ce6"/>
    <p:sldId xmlns:r="http://schemas.openxmlformats.org/officeDocument/2006/relationships" id="360" r:id="Re6e511872b214f6a"/>
    <p:sldId xmlns:r="http://schemas.openxmlformats.org/officeDocument/2006/relationships" id="361" r:id="Rafd516df028f460f"/>
    <p:sldId xmlns:r="http://schemas.openxmlformats.org/officeDocument/2006/relationships" id="362" r:id="Rff0165e383e74911"/>
    <p:sldId xmlns:r="http://schemas.openxmlformats.org/officeDocument/2006/relationships" id="363" r:id="Rb8d2293e92554fe3"/>
    <p:sldId xmlns:r="http://schemas.openxmlformats.org/officeDocument/2006/relationships" id="364" r:id="Rd5868599b75f4987"/>
    <p:sldId xmlns:r="http://schemas.openxmlformats.org/officeDocument/2006/relationships" id="365" r:id="Ra6f665fd204448c5"/>
    <p:sldId xmlns:r="http://schemas.openxmlformats.org/officeDocument/2006/relationships" id="366" r:id="R89c975c8dffa44c5"/>
    <p:sldId xmlns:r="http://schemas.openxmlformats.org/officeDocument/2006/relationships" id="367" r:id="R5a7a36aa55ab4036"/>
    <p:sldId xmlns:r="http://schemas.openxmlformats.org/officeDocument/2006/relationships" id="368" r:id="R9d0f8ba98ada422d"/>
    <p:sldId xmlns:r="http://schemas.openxmlformats.org/officeDocument/2006/relationships" id="369" r:id="Ra04fd697f013473d"/>
    <p:sldId xmlns:r="http://schemas.openxmlformats.org/officeDocument/2006/relationships" id="370" r:id="Rccf93966ebeb48fb"/>
    <p:sldId xmlns:r="http://schemas.openxmlformats.org/officeDocument/2006/relationships" id="371" r:id="R57ec894150da4b0d"/>
    <p:sldId xmlns:r="http://schemas.openxmlformats.org/officeDocument/2006/relationships" id="372" r:id="R7cd0a4245435490f"/>
    <p:sldId xmlns:r="http://schemas.openxmlformats.org/officeDocument/2006/relationships" id="373" r:id="Rdc04112be966454b"/>
    <p:sldId xmlns:r="http://schemas.openxmlformats.org/officeDocument/2006/relationships" id="374" r:id="R019ec763d8fd49f2"/>
    <p:sldId xmlns:r="http://schemas.openxmlformats.org/officeDocument/2006/relationships" id="375" r:id="R71a9b8180c944734"/>
    <p:sldId xmlns:r="http://schemas.openxmlformats.org/officeDocument/2006/relationships" id="376" r:id="R1698d089e0a145bf"/>
    <p:sldId xmlns:r="http://schemas.openxmlformats.org/officeDocument/2006/relationships" id="377" r:id="R3046211794264f2d"/>
    <p:sldId xmlns:r="http://schemas.openxmlformats.org/officeDocument/2006/relationships" id="378" r:id="R8d33c05e2929470e"/>
    <p:sldId xmlns:r="http://schemas.openxmlformats.org/officeDocument/2006/relationships" id="379" r:id="Rd249841c5d2a4915"/>
    <p:sldId xmlns:r="http://schemas.openxmlformats.org/officeDocument/2006/relationships" id="380" r:id="R0590c6a877d54e1f"/>
    <p:sldId xmlns:r="http://schemas.openxmlformats.org/officeDocument/2006/relationships" id="381" r:id="R536cb2b4e99a42bc"/>
    <p:sldId xmlns:r="http://schemas.openxmlformats.org/officeDocument/2006/relationships" id="382" r:id="Rcbabd92aa01e4d0d"/>
    <p:sldId xmlns:r="http://schemas.openxmlformats.org/officeDocument/2006/relationships" id="383" r:id="Redd8185bafe84b32"/>
    <p:sldId xmlns:r="http://schemas.openxmlformats.org/officeDocument/2006/relationships" id="384" r:id="Re81d80b7f71c4beb"/>
    <p:sldId xmlns:r="http://schemas.openxmlformats.org/officeDocument/2006/relationships" id="385" r:id="R2f8a72a12b344de1"/>
    <p:sldId xmlns:r="http://schemas.openxmlformats.org/officeDocument/2006/relationships" id="386" r:id="R48cd0b3ddebe47b1"/>
    <p:sldId xmlns:r="http://schemas.openxmlformats.org/officeDocument/2006/relationships" id="387" r:id="R79106d809d5a4608"/>
    <p:sldId xmlns:r="http://schemas.openxmlformats.org/officeDocument/2006/relationships" id="388" r:id="R2291285f35a54857"/>
    <p:sldId xmlns:r="http://schemas.openxmlformats.org/officeDocument/2006/relationships" id="389" r:id="R687be3a638114c9f"/>
    <p:sldId xmlns:r="http://schemas.openxmlformats.org/officeDocument/2006/relationships" id="390" r:id="R9183e242194949c8"/>
    <p:sldId xmlns:r="http://schemas.openxmlformats.org/officeDocument/2006/relationships" id="391" r:id="R9101c6938dea4900"/>
    <p:sldId xmlns:r="http://schemas.openxmlformats.org/officeDocument/2006/relationships" id="392" r:id="Rd1f9c67e6aa449ec"/>
    <p:sldId xmlns:r="http://schemas.openxmlformats.org/officeDocument/2006/relationships" id="393" r:id="Rb9a9ed92f4754e52"/>
    <p:sldId xmlns:r="http://schemas.openxmlformats.org/officeDocument/2006/relationships" id="394" r:id="R7a8dbbbece484f07"/>
    <p:sldId xmlns:r="http://schemas.openxmlformats.org/officeDocument/2006/relationships" id="395" r:id="Radd89448cf61450f"/>
    <p:sldId xmlns:r="http://schemas.openxmlformats.org/officeDocument/2006/relationships" id="396" r:id="R09427a16c1b34707"/>
    <p:sldId xmlns:r="http://schemas.openxmlformats.org/officeDocument/2006/relationships" id="397" r:id="Rc16b8ec955014258"/>
    <p:sldId xmlns:r="http://schemas.openxmlformats.org/officeDocument/2006/relationships" id="398" r:id="R2559f33a6f594cc5"/>
    <p:sldId xmlns:r="http://schemas.openxmlformats.org/officeDocument/2006/relationships" id="399" r:id="R8a5215e3c3c44954"/>
    <p:sldId xmlns:r="http://schemas.openxmlformats.org/officeDocument/2006/relationships" id="400" r:id="R1d0f306ce8954032"/>
    <p:sldId xmlns:r="http://schemas.openxmlformats.org/officeDocument/2006/relationships" id="401" r:id="R13f526cdc3524066"/>
    <p:sldId xmlns:r="http://schemas.openxmlformats.org/officeDocument/2006/relationships" id="402" r:id="R39105f9f18684003"/>
    <p:sldId xmlns:r="http://schemas.openxmlformats.org/officeDocument/2006/relationships" id="403" r:id="Rb97f17e30e8448f3"/>
    <p:sldId xmlns:r="http://schemas.openxmlformats.org/officeDocument/2006/relationships" id="404" r:id="R95c01072575f4df9"/>
    <p:sldId xmlns:r="http://schemas.openxmlformats.org/officeDocument/2006/relationships" id="405" r:id="R2bb254aaa9d747db"/>
    <p:sldId xmlns:r="http://schemas.openxmlformats.org/officeDocument/2006/relationships" id="406" r:id="Rc04677ab175a4754"/>
    <p:sldId xmlns:r="http://schemas.openxmlformats.org/officeDocument/2006/relationships" id="407" r:id="Rf8d4b422f6bf4f22"/>
    <p:sldId xmlns:r="http://schemas.openxmlformats.org/officeDocument/2006/relationships" id="408" r:id="R63213c52ce264991"/>
    <p:sldId xmlns:r="http://schemas.openxmlformats.org/officeDocument/2006/relationships" id="409" r:id="R93149e65d23a471b"/>
    <p:sldId xmlns:r="http://schemas.openxmlformats.org/officeDocument/2006/relationships" id="410" r:id="Rbb0013c4b80f479f"/>
    <p:sldId xmlns:r="http://schemas.openxmlformats.org/officeDocument/2006/relationships" id="411" r:id="Rc05dbc48492b413a"/>
    <p:sldId xmlns:r="http://schemas.openxmlformats.org/officeDocument/2006/relationships" id="412" r:id="R5f0f278a4ea64b5b"/>
    <p:sldId xmlns:r="http://schemas.openxmlformats.org/officeDocument/2006/relationships" id="413" r:id="R05d58cfb1b2b4442"/>
    <p:sldId xmlns:r="http://schemas.openxmlformats.org/officeDocument/2006/relationships" id="414" r:id="Rb70dd74ed8664381"/>
    <p:sldId xmlns:r="http://schemas.openxmlformats.org/officeDocument/2006/relationships" id="415" r:id="R6f2cef5d149b4940"/>
    <p:sldId xmlns:r="http://schemas.openxmlformats.org/officeDocument/2006/relationships" id="416" r:id="Rd15c1b4464644450"/>
    <p:sldId xmlns:r="http://schemas.openxmlformats.org/officeDocument/2006/relationships" id="417" r:id="R6c36599b445b4e82"/>
    <p:sldId xmlns:r="http://schemas.openxmlformats.org/officeDocument/2006/relationships" id="418" r:id="R1cb8d01e8ad54e13"/>
    <p:sldId xmlns:r="http://schemas.openxmlformats.org/officeDocument/2006/relationships" id="419" r:id="R0da46ea4f2c9463a"/>
    <p:sldId xmlns:r="http://schemas.openxmlformats.org/officeDocument/2006/relationships" id="420" r:id="R69104c4689c64868"/>
    <p:sldId xmlns:r="http://schemas.openxmlformats.org/officeDocument/2006/relationships" id="421" r:id="R53f0504514c84230"/>
    <p:sldId xmlns:r="http://schemas.openxmlformats.org/officeDocument/2006/relationships" id="422" r:id="R1858814793d94ace"/>
    <p:sldId xmlns:r="http://schemas.openxmlformats.org/officeDocument/2006/relationships" id="423" r:id="R391e82aed78e47e1"/>
    <p:sldId xmlns:r="http://schemas.openxmlformats.org/officeDocument/2006/relationships" id="424" r:id="R36026df84956407c"/>
    <p:sldId xmlns:r="http://schemas.openxmlformats.org/officeDocument/2006/relationships" id="425" r:id="R22894102f90f485e"/>
    <p:sldId xmlns:r="http://schemas.openxmlformats.org/officeDocument/2006/relationships" id="426" r:id="Re85b4323bd7b4db5"/>
    <p:sldId xmlns:r="http://schemas.openxmlformats.org/officeDocument/2006/relationships" id="427" r:id="Re326e10c48b4454e"/>
    <p:sldId xmlns:r="http://schemas.openxmlformats.org/officeDocument/2006/relationships" id="428" r:id="R32e3e0dec9fd428b"/>
    <p:sldId xmlns:r="http://schemas.openxmlformats.org/officeDocument/2006/relationships" id="429" r:id="R7f68544ac1964a94"/>
    <p:sldId xmlns:r="http://schemas.openxmlformats.org/officeDocument/2006/relationships" id="430" r:id="Ra5d4a0c525794cf6"/>
    <p:sldId xmlns:r="http://schemas.openxmlformats.org/officeDocument/2006/relationships" id="431" r:id="Rd1a64f119d564171"/>
    <p:sldId xmlns:r="http://schemas.openxmlformats.org/officeDocument/2006/relationships" id="432" r:id="Rf20a2a419b674ba2"/>
    <p:sldId xmlns:r="http://schemas.openxmlformats.org/officeDocument/2006/relationships" id="433" r:id="R4adb98549dbd4a1b"/>
    <p:sldId xmlns:r="http://schemas.openxmlformats.org/officeDocument/2006/relationships" id="434" r:id="R1c26c5e887c74da1"/>
    <p:sldId xmlns:r="http://schemas.openxmlformats.org/officeDocument/2006/relationships" id="435" r:id="R3735412e65fa47cc"/>
    <p:sldId xmlns:r="http://schemas.openxmlformats.org/officeDocument/2006/relationships" id="436" r:id="R811cf38816104bae"/>
    <p:sldId xmlns:r="http://schemas.openxmlformats.org/officeDocument/2006/relationships" id="437" r:id="Rf7079d5105034f14"/>
    <p:sldId xmlns:r="http://schemas.openxmlformats.org/officeDocument/2006/relationships" id="438" r:id="R3c4b1431c69d4182"/>
    <p:sldId xmlns:r="http://schemas.openxmlformats.org/officeDocument/2006/relationships" id="439" r:id="R2d8ce5dabbff4f9f"/>
    <p:sldId xmlns:r="http://schemas.openxmlformats.org/officeDocument/2006/relationships" id="440" r:id="Rfabeaf66c4a74953"/>
    <p:sldId xmlns:r="http://schemas.openxmlformats.org/officeDocument/2006/relationships" id="441" r:id="Re4bd9df9496c4faf"/>
    <p:sldId xmlns:r="http://schemas.openxmlformats.org/officeDocument/2006/relationships" id="442" r:id="R7232c69138ab4513"/>
    <p:sldId xmlns:r="http://schemas.openxmlformats.org/officeDocument/2006/relationships" id="443" r:id="Rf8861ffbb7734707"/>
    <p:sldId xmlns:r="http://schemas.openxmlformats.org/officeDocument/2006/relationships" id="444" r:id="R1c8de89d9b6a4229"/>
    <p:sldId xmlns:r="http://schemas.openxmlformats.org/officeDocument/2006/relationships" id="445" r:id="Rba2007ffa9794bb2"/>
    <p:sldId xmlns:r="http://schemas.openxmlformats.org/officeDocument/2006/relationships" id="446" r:id="R2c675769acd24489"/>
    <p:sldId xmlns:r="http://schemas.openxmlformats.org/officeDocument/2006/relationships" id="447" r:id="R0c52ef084e6f4255"/>
    <p:sldId xmlns:r="http://schemas.openxmlformats.org/officeDocument/2006/relationships" id="448" r:id="Rfbea3b86fe62438f"/>
    <p:sldId xmlns:r="http://schemas.openxmlformats.org/officeDocument/2006/relationships" id="449" r:id="Rc9f8bbcaab2c44ae"/>
    <p:sldId xmlns:r="http://schemas.openxmlformats.org/officeDocument/2006/relationships" id="450" r:id="Rf73e4a55b16244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aab9d934364efe" /><Relationship Type="http://schemas.openxmlformats.org/officeDocument/2006/relationships/slideMaster" Target="/ppt/slideMasters/slideMaster1.xml" Id="Re01a3375a4e64521" /><Relationship Type="http://schemas.openxmlformats.org/officeDocument/2006/relationships/notesMaster" Target="/ppt/notesMasters/notesMaster1.xml" Id="R550cd2f1833c44cf" /><Relationship Type="http://schemas.openxmlformats.org/officeDocument/2006/relationships/presProps" Target="/ppt/presProps.xml" Id="R7188e954a30547b7" /><Relationship Type="http://schemas.openxmlformats.org/officeDocument/2006/relationships/tableStyles" Target="/ppt/tableStyles.xml" Id="R5629f17cac884784" /><Relationship Type="http://schemas.openxmlformats.org/officeDocument/2006/relationships/slide" Target="/ppt/slides/slide1.xml" Id="Rfc01718318a04462" /><Relationship Type="http://schemas.openxmlformats.org/officeDocument/2006/relationships/slide" Target="/ppt/slides/slide2.xml" Id="Rf31f3574b259457f" /><Relationship Type="http://schemas.openxmlformats.org/officeDocument/2006/relationships/slide" Target="/ppt/slides/slide3.xml" Id="R53b55b32d7a54f98" /><Relationship Type="http://schemas.openxmlformats.org/officeDocument/2006/relationships/slide" Target="/ppt/slides/slide4.xml" Id="Rfdd5ec5e7db148d3" /><Relationship Type="http://schemas.openxmlformats.org/officeDocument/2006/relationships/slide" Target="/ppt/slides/slide5.xml" Id="R45f904e085654a2d" /><Relationship Type="http://schemas.openxmlformats.org/officeDocument/2006/relationships/slide" Target="/ppt/slides/slide6.xml" Id="Rcbb3be6a3c06439d" /><Relationship Type="http://schemas.openxmlformats.org/officeDocument/2006/relationships/slide" Target="/ppt/slides/slide7.xml" Id="Rf0509fecb93642b8" /><Relationship Type="http://schemas.openxmlformats.org/officeDocument/2006/relationships/slide" Target="/ppt/slides/slide8.xml" Id="R1d76735b780347e9" /><Relationship Type="http://schemas.openxmlformats.org/officeDocument/2006/relationships/slide" Target="/ppt/slides/slide9.xml" Id="R0ffba87e0977466c" /><Relationship Type="http://schemas.openxmlformats.org/officeDocument/2006/relationships/slide" Target="/ppt/slides/slide10.xml" Id="R7efe98934a714c92" /><Relationship Type="http://schemas.openxmlformats.org/officeDocument/2006/relationships/slide" Target="/ppt/slides/slide11.xml" Id="Re085c78827a14774" /><Relationship Type="http://schemas.openxmlformats.org/officeDocument/2006/relationships/slide" Target="/ppt/slides/slide12.xml" Id="R24bb5b3add9a45cd" /><Relationship Type="http://schemas.openxmlformats.org/officeDocument/2006/relationships/slide" Target="/ppt/slides/slide13.xml" Id="R060207d4d5524f72" /><Relationship Type="http://schemas.openxmlformats.org/officeDocument/2006/relationships/slide" Target="/ppt/slides/slide14.xml" Id="R3df68dd591264980" /><Relationship Type="http://schemas.openxmlformats.org/officeDocument/2006/relationships/slide" Target="/ppt/slides/slide15.xml" Id="R8f5adab7492e4631" /><Relationship Type="http://schemas.openxmlformats.org/officeDocument/2006/relationships/slide" Target="/ppt/slides/slide16.xml" Id="R50fe8268138641ef" /><Relationship Type="http://schemas.openxmlformats.org/officeDocument/2006/relationships/slide" Target="/ppt/slides/slide17.xml" Id="R7dc7d36c0deb499f" /><Relationship Type="http://schemas.openxmlformats.org/officeDocument/2006/relationships/slide" Target="/ppt/slides/slide18.xml" Id="R3aa652ea669b482c" /><Relationship Type="http://schemas.openxmlformats.org/officeDocument/2006/relationships/slide" Target="/ppt/slides/slide19.xml" Id="R095d12b1cf624373" /><Relationship Type="http://schemas.openxmlformats.org/officeDocument/2006/relationships/slide" Target="/ppt/slides/slide20.xml" Id="Rd045cef5fada488e" /><Relationship Type="http://schemas.openxmlformats.org/officeDocument/2006/relationships/slide" Target="/ppt/slides/slide21.xml" Id="R81dc0a12919c47f5" /><Relationship Type="http://schemas.openxmlformats.org/officeDocument/2006/relationships/slide" Target="/ppt/slides/slide22.xml" Id="R70e0bccc6fe948e1" /><Relationship Type="http://schemas.openxmlformats.org/officeDocument/2006/relationships/slide" Target="/ppt/slides/slide23.xml" Id="R03fb53bbd210493c" /><Relationship Type="http://schemas.openxmlformats.org/officeDocument/2006/relationships/slide" Target="/ppt/slides/slide24.xml" Id="R6cbce7d41bef431d" /><Relationship Type="http://schemas.openxmlformats.org/officeDocument/2006/relationships/slide" Target="/ppt/slides/slide25.xml" Id="Rfbe8f555f4694cce" /><Relationship Type="http://schemas.openxmlformats.org/officeDocument/2006/relationships/slide" Target="/ppt/slides/slide26.xml" Id="Re880b2b43714478d" /><Relationship Type="http://schemas.openxmlformats.org/officeDocument/2006/relationships/slide" Target="/ppt/slides/slide27.xml" Id="Rf363a08a9ed94789" /><Relationship Type="http://schemas.openxmlformats.org/officeDocument/2006/relationships/slide" Target="/ppt/slides/slide28.xml" Id="R08fc816b445e4c6d" /><Relationship Type="http://schemas.openxmlformats.org/officeDocument/2006/relationships/slide" Target="/ppt/slides/slide29.xml" Id="R2cfcd2189f7c46b5" /><Relationship Type="http://schemas.openxmlformats.org/officeDocument/2006/relationships/slide" Target="/ppt/slides/slide30.xml" Id="R4c6bd50bddcf403e" /><Relationship Type="http://schemas.openxmlformats.org/officeDocument/2006/relationships/slide" Target="/ppt/slides/slide31.xml" Id="R5168e466c2fc4e56" /><Relationship Type="http://schemas.openxmlformats.org/officeDocument/2006/relationships/slide" Target="/ppt/slides/slide32.xml" Id="R5a1229eb43424a3e" /><Relationship Type="http://schemas.openxmlformats.org/officeDocument/2006/relationships/slide" Target="/ppt/slides/slide33.xml" Id="Ra43ffb9839dd465b" /><Relationship Type="http://schemas.openxmlformats.org/officeDocument/2006/relationships/slide" Target="/ppt/slides/slide34.xml" Id="Rf27381bc9f6548a1" /><Relationship Type="http://schemas.openxmlformats.org/officeDocument/2006/relationships/slide" Target="/ppt/slides/slide35.xml" Id="R6bff8fce02a64d15" /><Relationship Type="http://schemas.openxmlformats.org/officeDocument/2006/relationships/slide" Target="/ppt/slides/slide36.xml" Id="R9badf3da0d1d420c" /><Relationship Type="http://schemas.openxmlformats.org/officeDocument/2006/relationships/slide" Target="/ppt/slides/slide37.xml" Id="Rfb7cdf3d4705419e" /><Relationship Type="http://schemas.openxmlformats.org/officeDocument/2006/relationships/slide" Target="/ppt/slides/slide38.xml" Id="R790aa0c1d5074437" /><Relationship Type="http://schemas.openxmlformats.org/officeDocument/2006/relationships/slide" Target="/ppt/slides/slide39.xml" Id="R3c7c0065d6484cab" /><Relationship Type="http://schemas.openxmlformats.org/officeDocument/2006/relationships/slide" Target="/ppt/slides/slide40.xml" Id="Rbc77be745dc342fd" /><Relationship Type="http://schemas.openxmlformats.org/officeDocument/2006/relationships/slide" Target="/ppt/slides/slide41.xml" Id="R69df29ca5c294db0" /><Relationship Type="http://schemas.openxmlformats.org/officeDocument/2006/relationships/slide" Target="/ppt/slides/slide42.xml" Id="Rf400ac35a91d4ed1" /><Relationship Type="http://schemas.openxmlformats.org/officeDocument/2006/relationships/slide" Target="/ppt/slides/slide43.xml" Id="R6a532266c16e4581" /><Relationship Type="http://schemas.openxmlformats.org/officeDocument/2006/relationships/slide" Target="/ppt/slides/slide44.xml" Id="R3a963d6c6de64ca6" /><Relationship Type="http://schemas.openxmlformats.org/officeDocument/2006/relationships/slide" Target="/ppt/slides/slide45.xml" Id="R7440e98b348d41f9" /><Relationship Type="http://schemas.openxmlformats.org/officeDocument/2006/relationships/slide" Target="/ppt/slides/slide46.xml" Id="R2e190ef6ef3249c8" /><Relationship Type="http://schemas.openxmlformats.org/officeDocument/2006/relationships/slide" Target="/ppt/slides/slide47.xml" Id="Rf280e41b816642d9" /><Relationship Type="http://schemas.openxmlformats.org/officeDocument/2006/relationships/slide" Target="/ppt/slides/slide48.xml" Id="R802c7703be6740ba" /><Relationship Type="http://schemas.openxmlformats.org/officeDocument/2006/relationships/slide" Target="/ppt/slides/slide49.xml" Id="Rf30a76470153452d" /><Relationship Type="http://schemas.openxmlformats.org/officeDocument/2006/relationships/slide" Target="/ppt/slides/slide50.xml" Id="Rbf076e14304247f8" /><Relationship Type="http://schemas.openxmlformats.org/officeDocument/2006/relationships/slide" Target="/ppt/slides/slide51.xml" Id="R0c1627d6aed448c8" /><Relationship Type="http://schemas.openxmlformats.org/officeDocument/2006/relationships/slide" Target="/ppt/slides/slide52.xml" Id="R77256ac61a1e483f" /><Relationship Type="http://schemas.openxmlformats.org/officeDocument/2006/relationships/slide" Target="/ppt/slides/slide53.xml" Id="R8d7c1fed763b410b" /><Relationship Type="http://schemas.openxmlformats.org/officeDocument/2006/relationships/slide" Target="/ppt/slides/slide54.xml" Id="R18969d91bba74a08" /><Relationship Type="http://schemas.openxmlformats.org/officeDocument/2006/relationships/slide" Target="/ppt/slides/slide55.xml" Id="R86a51f43b8db4a7c" /><Relationship Type="http://schemas.openxmlformats.org/officeDocument/2006/relationships/slide" Target="/ppt/slides/slide56.xml" Id="Rb8ad5e60415044d6" /><Relationship Type="http://schemas.openxmlformats.org/officeDocument/2006/relationships/slide" Target="/ppt/slides/slide57.xml" Id="Rac89c89549d24294" /><Relationship Type="http://schemas.openxmlformats.org/officeDocument/2006/relationships/slide" Target="/ppt/slides/slide58.xml" Id="R4b20a4ad9fd74bdc" /><Relationship Type="http://schemas.openxmlformats.org/officeDocument/2006/relationships/slide" Target="/ppt/slides/slide59.xml" Id="R14541695ab9e41a6" /><Relationship Type="http://schemas.openxmlformats.org/officeDocument/2006/relationships/slide" Target="/ppt/slides/slide60.xml" Id="R5a19975f723a4ee8" /><Relationship Type="http://schemas.openxmlformats.org/officeDocument/2006/relationships/slide" Target="/ppt/slides/slide61.xml" Id="R45f012dee7814967" /><Relationship Type="http://schemas.openxmlformats.org/officeDocument/2006/relationships/slide" Target="/ppt/slides/slide62.xml" Id="Rca721a4af2b04d62" /><Relationship Type="http://schemas.openxmlformats.org/officeDocument/2006/relationships/slide" Target="/ppt/slides/slide63.xml" Id="Rbdeb2d39a5154f9f" /><Relationship Type="http://schemas.openxmlformats.org/officeDocument/2006/relationships/slide" Target="/ppt/slides/slide64.xml" Id="R604ed2a56a094b85" /><Relationship Type="http://schemas.openxmlformats.org/officeDocument/2006/relationships/slide" Target="/ppt/slides/slide65.xml" Id="Rb1c027c26cc24c61" /><Relationship Type="http://schemas.openxmlformats.org/officeDocument/2006/relationships/slide" Target="/ppt/slides/slide66.xml" Id="R3bf9ca1b83924443" /><Relationship Type="http://schemas.openxmlformats.org/officeDocument/2006/relationships/slide" Target="/ppt/slides/slide67.xml" Id="R7dfa35bd510446a7" /><Relationship Type="http://schemas.openxmlformats.org/officeDocument/2006/relationships/slide" Target="/ppt/slides/slide68.xml" Id="R185e69d4a3ea41cf" /><Relationship Type="http://schemas.openxmlformats.org/officeDocument/2006/relationships/slide" Target="/ppt/slides/slide69.xml" Id="R2189babe953f4ed9" /><Relationship Type="http://schemas.openxmlformats.org/officeDocument/2006/relationships/slide" Target="/ppt/slides/slide70.xml" Id="Re0a413eee1c14a62" /><Relationship Type="http://schemas.openxmlformats.org/officeDocument/2006/relationships/slide" Target="/ppt/slides/slide71.xml" Id="R3c77a8afc203445c" /><Relationship Type="http://schemas.openxmlformats.org/officeDocument/2006/relationships/slide" Target="/ppt/slides/slide72.xml" Id="R27de32db7c4f4845" /><Relationship Type="http://schemas.openxmlformats.org/officeDocument/2006/relationships/slide" Target="/ppt/slides/slide73.xml" Id="Rc925ea7334aa4a1b" /><Relationship Type="http://schemas.openxmlformats.org/officeDocument/2006/relationships/slide" Target="/ppt/slides/slide74.xml" Id="R353c074cd58d447a" /><Relationship Type="http://schemas.openxmlformats.org/officeDocument/2006/relationships/slide" Target="/ppt/slides/slide75.xml" Id="R5fa78ddcb50046d1" /><Relationship Type="http://schemas.openxmlformats.org/officeDocument/2006/relationships/slide" Target="/ppt/slides/slide76.xml" Id="Rbf272ee80320492e" /><Relationship Type="http://schemas.openxmlformats.org/officeDocument/2006/relationships/slide" Target="/ppt/slides/slide77.xml" Id="Rc824d11d58f74605" /><Relationship Type="http://schemas.openxmlformats.org/officeDocument/2006/relationships/slide" Target="/ppt/slides/slide78.xml" Id="Rc65db8aa672d4913" /><Relationship Type="http://schemas.openxmlformats.org/officeDocument/2006/relationships/slide" Target="/ppt/slides/slide79.xml" Id="Rcf329699d3ca4a97" /><Relationship Type="http://schemas.openxmlformats.org/officeDocument/2006/relationships/slide" Target="/ppt/slides/slide80.xml" Id="Rd22b0a47835e4a0d" /><Relationship Type="http://schemas.openxmlformats.org/officeDocument/2006/relationships/slide" Target="/ppt/slides/slide81.xml" Id="Rebc4298e96c044f9" /><Relationship Type="http://schemas.openxmlformats.org/officeDocument/2006/relationships/slide" Target="/ppt/slides/slide82.xml" Id="R057c3e453a2740ba" /><Relationship Type="http://schemas.openxmlformats.org/officeDocument/2006/relationships/slide" Target="/ppt/slides/slide83.xml" Id="R498b3233677448f8" /><Relationship Type="http://schemas.openxmlformats.org/officeDocument/2006/relationships/slide" Target="/ppt/slides/slide84.xml" Id="R915522b800d1477a" /><Relationship Type="http://schemas.openxmlformats.org/officeDocument/2006/relationships/slide" Target="/ppt/slides/slide85.xml" Id="R988aab8515c1497b" /><Relationship Type="http://schemas.openxmlformats.org/officeDocument/2006/relationships/slide" Target="/ppt/slides/slide86.xml" Id="Rd7161b962f0947fc" /><Relationship Type="http://schemas.openxmlformats.org/officeDocument/2006/relationships/slide" Target="/ppt/slides/slide87.xml" Id="R7ce5a44d2f3b4389" /><Relationship Type="http://schemas.openxmlformats.org/officeDocument/2006/relationships/slide" Target="/ppt/slides/slide88.xml" Id="R9d292ca6eaee485b" /><Relationship Type="http://schemas.openxmlformats.org/officeDocument/2006/relationships/slide" Target="/ppt/slides/slide89.xml" Id="R21e1926512734f8a" /><Relationship Type="http://schemas.openxmlformats.org/officeDocument/2006/relationships/slide" Target="/ppt/slides/slide90.xml" Id="Rc588d644422149b3" /><Relationship Type="http://schemas.openxmlformats.org/officeDocument/2006/relationships/slide" Target="/ppt/slides/slide91.xml" Id="R86527699357c41c5" /><Relationship Type="http://schemas.openxmlformats.org/officeDocument/2006/relationships/slide" Target="/ppt/slides/slide92.xml" Id="R20b475f8acbc4ce2" /><Relationship Type="http://schemas.openxmlformats.org/officeDocument/2006/relationships/slide" Target="/ppt/slides/slide93.xml" Id="Rc4ac8ea0cc494c2f" /><Relationship Type="http://schemas.openxmlformats.org/officeDocument/2006/relationships/slide" Target="/ppt/slides/slide94.xml" Id="Rb124fa06538b4722" /><Relationship Type="http://schemas.openxmlformats.org/officeDocument/2006/relationships/slide" Target="/ppt/slides/slide95.xml" Id="R45d59198e49d41dd" /><Relationship Type="http://schemas.openxmlformats.org/officeDocument/2006/relationships/slide" Target="/ppt/slides/slide96.xml" Id="Ra2d8c71705064ba5" /><Relationship Type="http://schemas.openxmlformats.org/officeDocument/2006/relationships/slide" Target="/ppt/slides/slide97.xml" Id="R2e0d1f6c8b8b40b7" /><Relationship Type="http://schemas.openxmlformats.org/officeDocument/2006/relationships/slide" Target="/ppt/slides/slide98.xml" Id="R5c764e6d6fef4699" /><Relationship Type="http://schemas.openxmlformats.org/officeDocument/2006/relationships/slide" Target="/ppt/slides/slide99.xml" Id="R5aa233bc8aaf4901" /><Relationship Type="http://schemas.openxmlformats.org/officeDocument/2006/relationships/slide" Target="/ppt/slides/slide100.xml" Id="Rd06335f44c6149cd" /><Relationship Type="http://schemas.openxmlformats.org/officeDocument/2006/relationships/slide" Target="/ppt/slides/slide101.xml" Id="R2da554277d674719" /><Relationship Type="http://schemas.openxmlformats.org/officeDocument/2006/relationships/slide" Target="/ppt/slides/slide102.xml" Id="R885550d405484f7a" /><Relationship Type="http://schemas.openxmlformats.org/officeDocument/2006/relationships/slide" Target="/ppt/slides/slide103.xml" Id="Re20f58f335234dcc" /><Relationship Type="http://schemas.openxmlformats.org/officeDocument/2006/relationships/slide" Target="/ppt/slides/slide104.xml" Id="Rd0be0d947ef84ce6" /><Relationship Type="http://schemas.openxmlformats.org/officeDocument/2006/relationships/slide" Target="/ppt/slides/slide105.xml" Id="Re6e511872b214f6a" /><Relationship Type="http://schemas.openxmlformats.org/officeDocument/2006/relationships/slide" Target="/ppt/slides/slide106.xml" Id="Rafd516df028f460f" /><Relationship Type="http://schemas.openxmlformats.org/officeDocument/2006/relationships/slide" Target="/ppt/slides/slide107.xml" Id="Rff0165e383e74911" /><Relationship Type="http://schemas.openxmlformats.org/officeDocument/2006/relationships/slide" Target="/ppt/slides/slide108.xml" Id="Rb8d2293e92554fe3" /><Relationship Type="http://schemas.openxmlformats.org/officeDocument/2006/relationships/slide" Target="/ppt/slides/slide109.xml" Id="Rd5868599b75f4987" /><Relationship Type="http://schemas.openxmlformats.org/officeDocument/2006/relationships/slide" Target="/ppt/slides/slide110.xml" Id="Ra6f665fd204448c5" /><Relationship Type="http://schemas.openxmlformats.org/officeDocument/2006/relationships/slide" Target="/ppt/slides/slide111.xml" Id="R89c975c8dffa44c5" /><Relationship Type="http://schemas.openxmlformats.org/officeDocument/2006/relationships/slide" Target="/ppt/slides/slide112.xml" Id="R5a7a36aa55ab4036" /><Relationship Type="http://schemas.openxmlformats.org/officeDocument/2006/relationships/slide" Target="/ppt/slides/slide113.xml" Id="R9d0f8ba98ada422d" /><Relationship Type="http://schemas.openxmlformats.org/officeDocument/2006/relationships/slide" Target="/ppt/slides/slide114.xml" Id="Ra04fd697f013473d" /><Relationship Type="http://schemas.openxmlformats.org/officeDocument/2006/relationships/slide" Target="/ppt/slides/slide115.xml" Id="Rccf93966ebeb48fb" /><Relationship Type="http://schemas.openxmlformats.org/officeDocument/2006/relationships/slide" Target="/ppt/slides/slide116.xml" Id="R57ec894150da4b0d" /><Relationship Type="http://schemas.openxmlformats.org/officeDocument/2006/relationships/slide" Target="/ppt/slides/slide117.xml" Id="R7cd0a4245435490f" /><Relationship Type="http://schemas.openxmlformats.org/officeDocument/2006/relationships/slide" Target="/ppt/slides/slide118.xml" Id="Rdc04112be966454b" /><Relationship Type="http://schemas.openxmlformats.org/officeDocument/2006/relationships/slide" Target="/ppt/slides/slide119.xml" Id="R019ec763d8fd49f2" /><Relationship Type="http://schemas.openxmlformats.org/officeDocument/2006/relationships/slide" Target="/ppt/slides/slide120.xml" Id="R71a9b8180c944734" /><Relationship Type="http://schemas.openxmlformats.org/officeDocument/2006/relationships/slide" Target="/ppt/slides/slide121.xml" Id="R1698d089e0a145bf" /><Relationship Type="http://schemas.openxmlformats.org/officeDocument/2006/relationships/slide" Target="/ppt/slides/slide122.xml" Id="R3046211794264f2d" /><Relationship Type="http://schemas.openxmlformats.org/officeDocument/2006/relationships/slide" Target="/ppt/slides/slide123.xml" Id="R8d33c05e2929470e" /><Relationship Type="http://schemas.openxmlformats.org/officeDocument/2006/relationships/slide" Target="/ppt/slides/slide124.xml" Id="Rd249841c5d2a4915" /><Relationship Type="http://schemas.openxmlformats.org/officeDocument/2006/relationships/slide" Target="/ppt/slides/slide125.xml" Id="R0590c6a877d54e1f" /><Relationship Type="http://schemas.openxmlformats.org/officeDocument/2006/relationships/slide" Target="/ppt/slides/slide126.xml" Id="R536cb2b4e99a42bc" /><Relationship Type="http://schemas.openxmlformats.org/officeDocument/2006/relationships/slide" Target="/ppt/slides/slide127.xml" Id="Rcbabd92aa01e4d0d" /><Relationship Type="http://schemas.openxmlformats.org/officeDocument/2006/relationships/slide" Target="/ppt/slides/slide128.xml" Id="Redd8185bafe84b32" /><Relationship Type="http://schemas.openxmlformats.org/officeDocument/2006/relationships/slide" Target="/ppt/slides/slide129.xml" Id="Re81d80b7f71c4beb" /><Relationship Type="http://schemas.openxmlformats.org/officeDocument/2006/relationships/slide" Target="/ppt/slides/slide130.xml" Id="R2f8a72a12b344de1" /><Relationship Type="http://schemas.openxmlformats.org/officeDocument/2006/relationships/slide" Target="/ppt/slides/slide131.xml" Id="R48cd0b3ddebe47b1" /><Relationship Type="http://schemas.openxmlformats.org/officeDocument/2006/relationships/slide" Target="/ppt/slides/slide132.xml" Id="R79106d809d5a4608" /><Relationship Type="http://schemas.openxmlformats.org/officeDocument/2006/relationships/slide" Target="/ppt/slides/slide133.xml" Id="R2291285f35a54857" /><Relationship Type="http://schemas.openxmlformats.org/officeDocument/2006/relationships/slide" Target="/ppt/slides/slide134.xml" Id="R687be3a638114c9f" /><Relationship Type="http://schemas.openxmlformats.org/officeDocument/2006/relationships/slide" Target="/ppt/slides/slide135.xml" Id="R9183e242194949c8" /><Relationship Type="http://schemas.openxmlformats.org/officeDocument/2006/relationships/slide" Target="/ppt/slides/slide136.xml" Id="R9101c6938dea4900" /><Relationship Type="http://schemas.openxmlformats.org/officeDocument/2006/relationships/slide" Target="/ppt/slides/slide137.xml" Id="Rd1f9c67e6aa449ec" /><Relationship Type="http://schemas.openxmlformats.org/officeDocument/2006/relationships/slide" Target="/ppt/slides/slide138.xml" Id="Rb9a9ed92f4754e52" /><Relationship Type="http://schemas.openxmlformats.org/officeDocument/2006/relationships/slide" Target="/ppt/slides/slide139.xml" Id="R7a8dbbbece484f07" /><Relationship Type="http://schemas.openxmlformats.org/officeDocument/2006/relationships/slide" Target="/ppt/slides/slide140.xml" Id="Radd89448cf61450f" /><Relationship Type="http://schemas.openxmlformats.org/officeDocument/2006/relationships/slide" Target="/ppt/slides/slide141.xml" Id="R09427a16c1b34707" /><Relationship Type="http://schemas.openxmlformats.org/officeDocument/2006/relationships/slide" Target="/ppt/slides/slide142.xml" Id="Rc16b8ec955014258" /><Relationship Type="http://schemas.openxmlformats.org/officeDocument/2006/relationships/slide" Target="/ppt/slides/slide143.xml" Id="R2559f33a6f594cc5" /><Relationship Type="http://schemas.openxmlformats.org/officeDocument/2006/relationships/slide" Target="/ppt/slides/slide144.xml" Id="R8a5215e3c3c44954" /><Relationship Type="http://schemas.openxmlformats.org/officeDocument/2006/relationships/slide" Target="/ppt/slides/slide145.xml" Id="R1d0f306ce8954032" /><Relationship Type="http://schemas.openxmlformats.org/officeDocument/2006/relationships/slide" Target="/ppt/slides/slide146.xml" Id="R13f526cdc3524066" /><Relationship Type="http://schemas.openxmlformats.org/officeDocument/2006/relationships/slide" Target="/ppt/slides/slide147.xml" Id="R39105f9f18684003" /><Relationship Type="http://schemas.openxmlformats.org/officeDocument/2006/relationships/slide" Target="/ppt/slides/slide148.xml" Id="Rb97f17e30e8448f3" /><Relationship Type="http://schemas.openxmlformats.org/officeDocument/2006/relationships/slide" Target="/ppt/slides/slide149.xml" Id="R95c01072575f4df9" /><Relationship Type="http://schemas.openxmlformats.org/officeDocument/2006/relationships/slide" Target="/ppt/slides/slide150.xml" Id="R2bb254aaa9d747db" /><Relationship Type="http://schemas.openxmlformats.org/officeDocument/2006/relationships/slide" Target="/ppt/slides/slide151.xml" Id="Rc04677ab175a4754" /><Relationship Type="http://schemas.openxmlformats.org/officeDocument/2006/relationships/slide" Target="/ppt/slides/slide152.xml" Id="Rf8d4b422f6bf4f22" /><Relationship Type="http://schemas.openxmlformats.org/officeDocument/2006/relationships/slide" Target="/ppt/slides/slide153.xml" Id="R63213c52ce264991" /><Relationship Type="http://schemas.openxmlformats.org/officeDocument/2006/relationships/slide" Target="/ppt/slides/slide154.xml" Id="R93149e65d23a471b" /><Relationship Type="http://schemas.openxmlformats.org/officeDocument/2006/relationships/slide" Target="/ppt/slides/slide155.xml" Id="Rbb0013c4b80f479f" /><Relationship Type="http://schemas.openxmlformats.org/officeDocument/2006/relationships/slide" Target="/ppt/slides/slide156.xml" Id="Rc05dbc48492b413a" /><Relationship Type="http://schemas.openxmlformats.org/officeDocument/2006/relationships/slide" Target="/ppt/slides/slide157.xml" Id="R5f0f278a4ea64b5b" /><Relationship Type="http://schemas.openxmlformats.org/officeDocument/2006/relationships/slide" Target="/ppt/slides/slide158.xml" Id="R05d58cfb1b2b4442" /><Relationship Type="http://schemas.openxmlformats.org/officeDocument/2006/relationships/slide" Target="/ppt/slides/slide159.xml" Id="Rb70dd74ed8664381" /><Relationship Type="http://schemas.openxmlformats.org/officeDocument/2006/relationships/slide" Target="/ppt/slides/slide160.xml" Id="R6f2cef5d149b4940" /><Relationship Type="http://schemas.openxmlformats.org/officeDocument/2006/relationships/slide" Target="/ppt/slides/slide161.xml" Id="Rd15c1b4464644450" /><Relationship Type="http://schemas.openxmlformats.org/officeDocument/2006/relationships/slide" Target="/ppt/slides/slide162.xml" Id="R6c36599b445b4e82" /><Relationship Type="http://schemas.openxmlformats.org/officeDocument/2006/relationships/slide" Target="/ppt/slides/slide163.xml" Id="R1cb8d01e8ad54e13" /><Relationship Type="http://schemas.openxmlformats.org/officeDocument/2006/relationships/slide" Target="/ppt/slides/slide164.xml" Id="R0da46ea4f2c9463a" /><Relationship Type="http://schemas.openxmlformats.org/officeDocument/2006/relationships/slide" Target="/ppt/slides/slide165.xml" Id="R69104c4689c64868" /><Relationship Type="http://schemas.openxmlformats.org/officeDocument/2006/relationships/slide" Target="/ppt/slides/slide166.xml" Id="R53f0504514c84230" /><Relationship Type="http://schemas.openxmlformats.org/officeDocument/2006/relationships/slide" Target="/ppt/slides/slide167.xml" Id="R1858814793d94ace" /><Relationship Type="http://schemas.openxmlformats.org/officeDocument/2006/relationships/slide" Target="/ppt/slides/slide168.xml" Id="R391e82aed78e47e1" /><Relationship Type="http://schemas.openxmlformats.org/officeDocument/2006/relationships/slide" Target="/ppt/slides/slide169.xml" Id="R36026df84956407c" /><Relationship Type="http://schemas.openxmlformats.org/officeDocument/2006/relationships/slide" Target="/ppt/slides/slide170.xml" Id="R22894102f90f485e" /><Relationship Type="http://schemas.openxmlformats.org/officeDocument/2006/relationships/slide" Target="/ppt/slides/slide171.xml" Id="Re85b4323bd7b4db5" /><Relationship Type="http://schemas.openxmlformats.org/officeDocument/2006/relationships/slide" Target="/ppt/slides/slide172.xml" Id="Re326e10c48b4454e" /><Relationship Type="http://schemas.openxmlformats.org/officeDocument/2006/relationships/slide" Target="/ppt/slides/slide173.xml" Id="R32e3e0dec9fd428b" /><Relationship Type="http://schemas.openxmlformats.org/officeDocument/2006/relationships/slide" Target="/ppt/slides/slide174.xml" Id="R7f68544ac1964a94" /><Relationship Type="http://schemas.openxmlformats.org/officeDocument/2006/relationships/slide" Target="/ppt/slides/slide175.xml" Id="Ra5d4a0c525794cf6" /><Relationship Type="http://schemas.openxmlformats.org/officeDocument/2006/relationships/slide" Target="/ppt/slides/slide176.xml" Id="Rd1a64f119d564171" /><Relationship Type="http://schemas.openxmlformats.org/officeDocument/2006/relationships/slide" Target="/ppt/slides/slide177.xml" Id="Rf20a2a419b674ba2" /><Relationship Type="http://schemas.openxmlformats.org/officeDocument/2006/relationships/slide" Target="/ppt/slides/slide178.xml" Id="R4adb98549dbd4a1b" /><Relationship Type="http://schemas.openxmlformats.org/officeDocument/2006/relationships/slide" Target="/ppt/slides/slide179.xml" Id="R1c26c5e887c74da1" /><Relationship Type="http://schemas.openxmlformats.org/officeDocument/2006/relationships/slide" Target="/ppt/slides/slide180.xml" Id="R3735412e65fa47cc" /><Relationship Type="http://schemas.openxmlformats.org/officeDocument/2006/relationships/slide" Target="/ppt/slides/slide181.xml" Id="R811cf38816104bae" /><Relationship Type="http://schemas.openxmlformats.org/officeDocument/2006/relationships/slide" Target="/ppt/slides/slide182.xml" Id="Rf7079d5105034f14" /><Relationship Type="http://schemas.openxmlformats.org/officeDocument/2006/relationships/slide" Target="/ppt/slides/slide183.xml" Id="R3c4b1431c69d4182" /><Relationship Type="http://schemas.openxmlformats.org/officeDocument/2006/relationships/slide" Target="/ppt/slides/slide184.xml" Id="R2d8ce5dabbff4f9f" /><Relationship Type="http://schemas.openxmlformats.org/officeDocument/2006/relationships/slide" Target="/ppt/slides/slide185.xml" Id="Rfabeaf66c4a74953" /><Relationship Type="http://schemas.openxmlformats.org/officeDocument/2006/relationships/slide" Target="/ppt/slides/slide186.xml" Id="Re4bd9df9496c4faf" /><Relationship Type="http://schemas.openxmlformats.org/officeDocument/2006/relationships/slide" Target="/ppt/slides/slide187.xml" Id="R7232c69138ab4513" /><Relationship Type="http://schemas.openxmlformats.org/officeDocument/2006/relationships/slide" Target="/ppt/slides/slide188.xml" Id="Rf8861ffbb7734707" /><Relationship Type="http://schemas.openxmlformats.org/officeDocument/2006/relationships/slide" Target="/ppt/slides/slide189.xml" Id="R1c8de89d9b6a4229" /><Relationship Type="http://schemas.openxmlformats.org/officeDocument/2006/relationships/slide" Target="/ppt/slides/slide190.xml" Id="Rba2007ffa9794bb2" /><Relationship Type="http://schemas.openxmlformats.org/officeDocument/2006/relationships/slide" Target="/ppt/slides/slide191.xml" Id="R2c675769acd24489" /><Relationship Type="http://schemas.openxmlformats.org/officeDocument/2006/relationships/slide" Target="/ppt/slides/slide192.xml" Id="R0c52ef084e6f4255" /><Relationship Type="http://schemas.openxmlformats.org/officeDocument/2006/relationships/slide" Target="/ppt/slides/slide193.xml" Id="Rfbea3b86fe62438f" /><Relationship Type="http://schemas.openxmlformats.org/officeDocument/2006/relationships/slide" Target="/ppt/slides/slide194.xml" Id="Rc9f8bbcaab2c44ae" /><Relationship Type="http://schemas.openxmlformats.org/officeDocument/2006/relationships/slide" Target="/ppt/slides/slide195.xml" Id="Rf73e4a55b16244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1ab8175d4442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ec626acda740c3" /><Relationship Type="http://schemas.openxmlformats.org/officeDocument/2006/relationships/notesMaster" Target="/ppt/notesMasters/notesMaster1.xml" Id="R379fa5bf379f4b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7e6a5031b4315" /><Relationship Type="http://schemas.openxmlformats.org/officeDocument/2006/relationships/notesMaster" Target="/ppt/notesMasters/notesMaster1.xml" Id="R46374148894a49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2ce7f843e245be" /><Relationship Type="http://schemas.openxmlformats.org/officeDocument/2006/relationships/notesMaster" Target="/ppt/notesMasters/notesMaster1.xml" Id="Ra28add17c5cc47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76083f42b5450d" /><Relationship Type="http://schemas.openxmlformats.org/officeDocument/2006/relationships/notesMaster" Target="/ppt/notesMasters/notesMaster1.xml" Id="R068d85ce500645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5705d296524746" /><Relationship Type="http://schemas.openxmlformats.org/officeDocument/2006/relationships/notesMaster" Target="/ppt/notesMasters/notesMaster1.xml" Id="R240b095ca78645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0ea7dabb384432" /><Relationship Type="http://schemas.openxmlformats.org/officeDocument/2006/relationships/notesMaster" Target="/ppt/notesMasters/notesMaster1.xml" Id="Rc248589b82b64c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9caf3ecc9c49ed" /><Relationship Type="http://schemas.openxmlformats.org/officeDocument/2006/relationships/notesMaster" Target="/ppt/notesMasters/notesMaster1.xml" Id="R920f15e6c3a54f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1c3803176a43e3" /><Relationship Type="http://schemas.openxmlformats.org/officeDocument/2006/relationships/notesMaster" Target="/ppt/notesMasters/notesMaster1.xml" Id="R02d81118a4304a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11e03e0d4ce4324" /><Relationship Type="http://schemas.openxmlformats.org/officeDocument/2006/relationships/notesMaster" Target="/ppt/notesMasters/notesMaster1.xml" Id="R64aaaa4b098944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02d6fbb3aa45f8" /><Relationship Type="http://schemas.openxmlformats.org/officeDocument/2006/relationships/notesMaster" Target="/ppt/notesMasters/notesMaster1.xml" Id="R8bf35646fa1e46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6b337fe86a4c2e" /><Relationship Type="http://schemas.openxmlformats.org/officeDocument/2006/relationships/notesMaster" Target="/ppt/notesMasters/notesMaster1.xml" Id="Rc24c587dc6784b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98aaf2d0314922" /><Relationship Type="http://schemas.openxmlformats.org/officeDocument/2006/relationships/notesMaster" Target="/ppt/notesMasters/notesMaster1.xml" Id="Rb3a64d3e2a884d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1b4b12c948444c" /><Relationship Type="http://schemas.openxmlformats.org/officeDocument/2006/relationships/notesMaster" Target="/ppt/notesMasters/notesMaster1.xml" Id="Rbe47564b46a449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5f514fbec24602" /><Relationship Type="http://schemas.openxmlformats.org/officeDocument/2006/relationships/notesMaster" Target="/ppt/notesMasters/notesMaster1.xml" Id="R9e522439a56041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d985525d614c3a" /><Relationship Type="http://schemas.openxmlformats.org/officeDocument/2006/relationships/notesMaster" Target="/ppt/notesMasters/notesMaster1.xml" Id="Rd774257bad9443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1bf7e2a10f4b26" /><Relationship Type="http://schemas.openxmlformats.org/officeDocument/2006/relationships/notesMaster" Target="/ppt/notesMasters/notesMaster1.xml" Id="R12a5fba4b439472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bdd5969af54555" /><Relationship Type="http://schemas.openxmlformats.org/officeDocument/2006/relationships/notesMaster" Target="/ppt/notesMasters/notesMaster1.xml" Id="Rbce334af415440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13004da7f3441e" /><Relationship Type="http://schemas.openxmlformats.org/officeDocument/2006/relationships/notesMaster" Target="/ppt/notesMasters/notesMaster1.xml" Id="R59f56de0c92f49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85a982f5e7747ad" /><Relationship Type="http://schemas.openxmlformats.org/officeDocument/2006/relationships/notesMaster" Target="/ppt/notesMasters/notesMaster1.xml" Id="R30a20355416c41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d39bd5355c4ca0" /><Relationship Type="http://schemas.openxmlformats.org/officeDocument/2006/relationships/notesMaster" Target="/ppt/notesMasters/notesMaster1.xml" Id="R10cdba1b7b0e40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6af3323f5b4670" /><Relationship Type="http://schemas.openxmlformats.org/officeDocument/2006/relationships/notesMaster" Target="/ppt/notesMasters/notesMaster1.xml" Id="R758a0197cd4544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967a8541aaf4f5f" /><Relationship Type="http://schemas.openxmlformats.org/officeDocument/2006/relationships/notesMaster" Target="/ppt/notesMasters/notesMaster1.xml" Id="R8f4aeeadd9ca4e4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b74eb6ea894a54" /><Relationship Type="http://schemas.openxmlformats.org/officeDocument/2006/relationships/notesMaster" Target="/ppt/notesMasters/notesMaster1.xml" Id="Ra86d22731c1b49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73855db3b74ce3" /><Relationship Type="http://schemas.openxmlformats.org/officeDocument/2006/relationships/notesMaster" Target="/ppt/notesMasters/notesMaster1.xml" Id="Re84760f665754c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22275577b04354" /><Relationship Type="http://schemas.openxmlformats.org/officeDocument/2006/relationships/notesMaster" Target="/ppt/notesMasters/notesMaster1.xml" Id="Re1469bec35734d3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a416c1a56804ba9" /><Relationship Type="http://schemas.openxmlformats.org/officeDocument/2006/relationships/notesMaster" Target="/ppt/notesMasters/notesMaster1.xml" Id="Rcf274f19d5d7475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fc09cf05cc24a15" /><Relationship Type="http://schemas.openxmlformats.org/officeDocument/2006/relationships/notesMaster" Target="/ppt/notesMasters/notesMaster1.xml" Id="Rc2d8c1f35f074ae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02431159964710" /><Relationship Type="http://schemas.openxmlformats.org/officeDocument/2006/relationships/notesMaster" Target="/ppt/notesMasters/notesMaster1.xml" Id="Rb4c8e525dc244ec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c7ed1f4f3044439" /><Relationship Type="http://schemas.openxmlformats.org/officeDocument/2006/relationships/notesMaster" Target="/ppt/notesMasters/notesMaster1.xml" Id="R29240fb1b8d7413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0e98ffe77f4e08" /><Relationship Type="http://schemas.openxmlformats.org/officeDocument/2006/relationships/notesMaster" Target="/ppt/notesMasters/notesMaster1.xml" Id="Rc79cd87ea2a744f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009fb44ce0a4504" /><Relationship Type="http://schemas.openxmlformats.org/officeDocument/2006/relationships/notesMaster" Target="/ppt/notesMasters/notesMaster1.xml" Id="Rc8bbaa475b9848f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43dd764d4644e6" /><Relationship Type="http://schemas.openxmlformats.org/officeDocument/2006/relationships/notesMaster" Target="/ppt/notesMasters/notesMaster1.xml" Id="R708e64f6eeb543a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ffe1aa4d4e473b" /><Relationship Type="http://schemas.openxmlformats.org/officeDocument/2006/relationships/notesMaster" Target="/ppt/notesMasters/notesMaster1.xml" Id="Ra91dae06cd9c487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aa99a82030a4aa2" /><Relationship Type="http://schemas.openxmlformats.org/officeDocument/2006/relationships/notesMaster" Target="/ppt/notesMasters/notesMaster1.xml" Id="R8af80e51717f490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f441059871e4ce9" /><Relationship Type="http://schemas.openxmlformats.org/officeDocument/2006/relationships/notesMaster" Target="/ppt/notesMasters/notesMaster1.xml" Id="R0fa0da9d9fa1468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8581261648c451a" /><Relationship Type="http://schemas.openxmlformats.org/officeDocument/2006/relationships/notesMaster" Target="/ppt/notesMasters/notesMaster1.xml" Id="R5c4258b9d5ab4ac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0a39720fd4d43fc" /><Relationship Type="http://schemas.openxmlformats.org/officeDocument/2006/relationships/notesMaster" Target="/ppt/notesMasters/notesMaster1.xml" Id="Ref8baddcc01d4b2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3811ea19721435c" /><Relationship Type="http://schemas.openxmlformats.org/officeDocument/2006/relationships/notesMaster" Target="/ppt/notesMasters/notesMaster1.xml" Id="R4dbbe5560a64455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fa92ac0a6d544ec" /><Relationship Type="http://schemas.openxmlformats.org/officeDocument/2006/relationships/notesMaster" Target="/ppt/notesMasters/notesMaster1.xml" Id="Re6358b6d67fc4e2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3fb66082209474f" /><Relationship Type="http://schemas.openxmlformats.org/officeDocument/2006/relationships/notesMaster" Target="/ppt/notesMasters/notesMaster1.xml" Id="Rb9aba5c1627848f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47fc40b52154288" /><Relationship Type="http://schemas.openxmlformats.org/officeDocument/2006/relationships/notesMaster" Target="/ppt/notesMasters/notesMaster1.xml" Id="Rb99bf80ebcc94a5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d8d0264009f4a64" /><Relationship Type="http://schemas.openxmlformats.org/officeDocument/2006/relationships/notesMaster" Target="/ppt/notesMasters/notesMaster1.xml" Id="R4b913e3ba5e5418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4a3874621254129" /><Relationship Type="http://schemas.openxmlformats.org/officeDocument/2006/relationships/notesMaster" Target="/ppt/notesMasters/notesMaster1.xml" Id="Rd02124d9ea514a0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718e76f599443e8" /><Relationship Type="http://schemas.openxmlformats.org/officeDocument/2006/relationships/notesMaster" Target="/ppt/notesMasters/notesMaster1.xml" Id="R1cb40961c5f54b2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9e2753d23784d57" /><Relationship Type="http://schemas.openxmlformats.org/officeDocument/2006/relationships/notesMaster" Target="/ppt/notesMasters/notesMaster1.xml" Id="Rb09fdc2305db459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4325eaf42b7f4b0b" /><Relationship Type="http://schemas.openxmlformats.org/officeDocument/2006/relationships/notesMaster" Target="/ppt/notesMasters/notesMaster1.xml" Id="R6d17a7e9f3e24aa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8240a49253149cf" /><Relationship Type="http://schemas.openxmlformats.org/officeDocument/2006/relationships/notesMaster" Target="/ppt/notesMasters/notesMaster1.xml" Id="Rdfe6093bffdf427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1728d3355f4a47c4" /><Relationship Type="http://schemas.openxmlformats.org/officeDocument/2006/relationships/notesMaster" Target="/ppt/notesMasters/notesMaster1.xml" Id="Recdc30f0bc874c8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7893f09be4e447f" /><Relationship Type="http://schemas.openxmlformats.org/officeDocument/2006/relationships/notesMaster" Target="/ppt/notesMasters/notesMaster1.xml" Id="Recc3070ac54a455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654df8a32d341fe" /><Relationship Type="http://schemas.openxmlformats.org/officeDocument/2006/relationships/notesMaster" Target="/ppt/notesMasters/notesMaster1.xml" Id="R4b0fa43961584ef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b8a7fe559de4659" /><Relationship Type="http://schemas.openxmlformats.org/officeDocument/2006/relationships/notesMaster" Target="/ppt/notesMasters/notesMaster1.xml" Id="R0ceeb1bfa42a45b3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8b4a9b5cfad450b" /><Relationship Type="http://schemas.openxmlformats.org/officeDocument/2006/relationships/notesMaster" Target="/ppt/notesMasters/notesMaster1.xml" Id="R1c1d560704bd4ad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dc50e7080584b1f" /><Relationship Type="http://schemas.openxmlformats.org/officeDocument/2006/relationships/notesMaster" Target="/ppt/notesMasters/notesMaster1.xml" Id="Rb2b1dd62e5944d4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6197cc5c7914aaf" /><Relationship Type="http://schemas.openxmlformats.org/officeDocument/2006/relationships/notesMaster" Target="/ppt/notesMasters/notesMaster1.xml" Id="R0d69330d30a6484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de7ecc52d204d3d" /><Relationship Type="http://schemas.openxmlformats.org/officeDocument/2006/relationships/notesMaster" Target="/ppt/notesMasters/notesMaster1.xml" Id="R5332923e5cb14be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9a014a05246840fa" /><Relationship Type="http://schemas.openxmlformats.org/officeDocument/2006/relationships/notesMaster" Target="/ppt/notesMasters/notesMaster1.xml" Id="R51f0522d02064fd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8c6a2f82be747d7" /><Relationship Type="http://schemas.openxmlformats.org/officeDocument/2006/relationships/notesMaster" Target="/ppt/notesMasters/notesMaster1.xml" Id="R8557a2a15f8441a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8caa0d58c514613" /><Relationship Type="http://schemas.openxmlformats.org/officeDocument/2006/relationships/notesMaster" Target="/ppt/notesMasters/notesMaster1.xml" Id="R66441ecd3f2b4601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6eb3ec9f918e4358" /><Relationship Type="http://schemas.openxmlformats.org/officeDocument/2006/relationships/notesMaster" Target="/ppt/notesMasters/notesMaster1.xml" Id="Rdbeadea5aa15445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f2fa123be1140bf" /><Relationship Type="http://schemas.openxmlformats.org/officeDocument/2006/relationships/notesMaster" Target="/ppt/notesMasters/notesMaster1.xml" Id="R469c15e847af41e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f436da35f7148e3" /><Relationship Type="http://schemas.openxmlformats.org/officeDocument/2006/relationships/notesMaster" Target="/ppt/notesMasters/notesMaster1.xml" Id="R77b4e1f8f1b84e4b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00fe154809734834" /><Relationship Type="http://schemas.openxmlformats.org/officeDocument/2006/relationships/notesMaster" Target="/ppt/notesMasters/notesMaster1.xml" Id="R78e2fe6fd43c43b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dbe655edd904788" /><Relationship Type="http://schemas.openxmlformats.org/officeDocument/2006/relationships/notesMaster" Target="/ppt/notesMasters/notesMaster1.xml" Id="R6a0f32d789574ee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0e5a74e9354474c" /><Relationship Type="http://schemas.openxmlformats.org/officeDocument/2006/relationships/notesMaster" Target="/ppt/notesMasters/notesMaster1.xml" Id="Reb304af36ddf475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51d1f9b26dd45af" /><Relationship Type="http://schemas.openxmlformats.org/officeDocument/2006/relationships/notesMaster" Target="/ppt/notesMasters/notesMaster1.xml" Id="R718cd803a86d453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63962e07d613494b" /><Relationship Type="http://schemas.openxmlformats.org/officeDocument/2006/relationships/notesMaster" Target="/ppt/notesMasters/notesMaster1.xml" Id="R4338f9d961a34cc3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e731e4aaea24b8d" /><Relationship Type="http://schemas.openxmlformats.org/officeDocument/2006/relationships/notesMaster" Target="/ppt/notesMasters/notesMaster1.xml" Id="R00bf7d1f867b4eee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08d79060d6c4751" /><Relationship Type="http://schemas.openxmlformats.org/officeDocument/2006/relationships/notesMaster" Target="/ppt/notesMasters/notesMaster1.xml" Id="R426192747cd3430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8bc51a7ff4bd4768" /><Relationship Type="http://schemas.openxmlformats.org/officeDocument/2006/relationships/notesMaster" Target="/ppt/notesMasters/notesMaster1.xml" Id="R45e9bc2a994d486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58265debd9534c38" /><Relationship Type="http://schemas.openxmlformats.org/officeDocument/2006/relationships/notesMaster" Target="/ppt/notesMasters/notesMaster1.xml" Id="R49eccd0ca0904bb6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99000e06c3e441f4" /><Relationship Type="http://schemas.openxmlformats.org/officeDocument/2006/relationships/notesMaster" Target="/ppt/notesMasters/notesMaster1.xml" Id="Rebe3d903c0e24a9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2d7941948f79414d" /><Relationship Type="http://schemas.openxmlformats.org/officeDocument/2006/relationships/notesMaster" Target="/ppt/notesMasters/notesMaster1.xml" Id="R766301e8bc5249de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94cbd05f6654927" /><Relationship Type="http://schemas.openxmlformats.org/officeDocument/2006/relationships/notesMaster" Target="/ppt/notesMasters/notesMaster1.xml" Id="R9d5100c871cd46ee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9cbc46d8d329448d" /><Relationship Type="http://schemas.openxmlformats.org/officeDocument/2006/relationships/notesMaster" Target="/ppt/notesMasters/notesMaster1.xml" Id="Reae8d76a183147b3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7226afe02b6428a" /><Relationship Type="http://schemas.openxmlformats.org/officeDocument/2006/relationships/notesMaster" Target="/ppt/notesMasters/notesMaster1.xml" Id="R1c8f5710b8384ceb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03a6f396506941db" /><Relationship Type="http://schemas.openxmlformats.org/officeDocument/2006/relationships/notesMaster" Target="/ppt/notesMasters/notesMaster1.xml" Id="Rea89defb87804988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2d9702d4a4854885" /><Relationship Type="http://schemas.openxmlformats.org/officeDocument/2006/relationships/notesMaster" Target="/ppt/notesMasters/notesMaster1.xml" Id="R9f6bf6366fa6453c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578022ae38b7457d" /><Relationship Type="http://schemas.openxmlformats.org/officeDocument/2006/relationships/notesMaster" Target="/ppt/notesMasters/notesMaster1.xml" Id="Rd61d09acd9a4430b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b503d39df0c4c34" /><Relationship Type="http://schemas.openxmlformats.org/officeDocument/2006/relationships/notesMaster" Target="/ppt/notesMasters/notesMaster1.xml" Id="R59187074265742d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50adf7314fe74d7b" /><Relationship Type="http://schemas.openxmlformats.org/officeDocument/2006/relationships/notesMaster" Target="/ppt/notesMasters/notesMaster1.xml" Id="R5c5aafab6db04a4b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722c48aaf14433e" /><Relationship Type="http://schemas.openxmlformats.org/officeDocument/2006/relationships/notesMaster" Target="/ppt/notesMasters/notesMaster1.xml" Id="R369c1666e8114872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82c2dfff70704d1e" /><Relationship Type="http://schemas.openxmlformats.org/officeDocument/2006/relationships/notesMaster" Target="/ppt/notesMasters/notesMaster1.xml" Id="R01de357595ef468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b4ae9fc63c346cb" /><Relationship Type="http://schemas.openxmlformats.org/officeDocument/2006/relationships/notesMaster" Target="/ppt/notesMasters/notesMaster1.xml" Id="R642a8dfe2a2b4437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883a20173df94d85" /><Relationship Type="http://schemas.openxmlformats.org/officeDocument/2006/relationships/notesMaster" Target="/ppt/notesMasters/notesMaster1.xml" Id="R4ec76ea032864d6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70d4946c9d3545b6" /><Relationship Type="http://schemas.openxmlformats.org/officeDocument/2006/relationships/notesMaster" Target="/ppt/notesMasters/notesMaster1.xml" Id="R8d1c822d970b4828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b7b919e3356d4793" /><Relationship Type="http://schemas.openxmlformats.org/officeDocument/2006/relationships/notesMaster" Target="/ppt/notesMasters/notesMaster1.xml" Id="Rc3012efa50644807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9adda4b84a145f7" /><Relationship Type="http://schemas.openxmlformats.org/officeDocument/2006/relationships/notesMaster" Target="/ppt/notesMasters/notesMaster1.xml" Id="R0465db756ada40a4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eabf00f001048e7" /><Relationship Type="http://schemas.openxmlformats.org/officeDocument/2006/relationships/notesMaster" Target="/ppt/notesMasters/notesMaster1.xml" Id="Re3091d5222f8498a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49ca22f12fe34ae0" /><Relationship Type="http://schemas.openxmlformats.org/officeDocument/2006/relationships/notesMaster" Target="/ppt/notesMasters/notesMaster1.xml" Id="R5645bcb7a0084f23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af6d07bf098543f8" /><Relationship Type="http://schemas.openxmlformats.org/officeDocument/2006/relationships/notesMaster" Target="/ppt/notesMasters/notesMaster1.xml" Id="Re7cd0bd6d3314cca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cfb4d40789314b2e" /><Relationship Type="http://schemas.openxmlformats.org/officeDocument/2006/relationships/notesMaster" Target="/ppt/notesMasters/notesMaster1.xml" Id="Rb83c4cd8e8354dee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3f4a2b5239514f14" /><Relationship Type="http://schemas.openxmlformats.org/officeDocument/2006/relationships/notesMaster" Target="/ppt/notesMasters/notesMaster1.xml" Id="R065ce87c8d8f44b3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c3100162354d4247" /><Relationship Type="http://schemas.openxmlformats.org/officeDocument/2006/relationships/notesMaster" Target="/ppt/notesMasters/notesMaster1.xml" Id="R2f647db8b4284af5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b962a2a669c1426a" /><Relationship Type="http://schemas.openxmlformats.org/officeDocument/2006/relationships/notesMaster" Target="/ppt/notesMasters/notesMaster1.xml" Id="R469a9132c8bc439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08de050b8e8c44f3" /><Relationship Type="http://schemas.openxmlformats.org/officeDocument/2006/relationships/notesMaster" Target="/ppt/notesMasters/notesMaster1.xml" Id="Rfbfa573587f6450c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8a80710bc3634604" /><Relationship Type="http://schemas.openxmlformats.org/officeDocument/2006/relationships/notesMaster" Target="/ppt/notesMasters/notesMaster1.xml" Id="R2e0948d56b1f4b30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38f7d31b81a64a36" /><Relationship Type="http://schemas.openxmlformats.org/officeDocument/2006/relationships/notesMaster" Target="/ppt/notesMasters/notesMaster1.xml" Id="R2e1e86a688d34790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65b84be374534aa4" /><Relationship Type="http://schemas.openxmlformats.org/officeDocument/2006/relationships/notesMaster" Target="/ppt/notesMasters/notesMaster1.xml" Id="R60799fd3e4a249c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8fb6f02877024098" /><Relationship Type="http://schemas.openxmlformats.org/officeDocument/2006/relationships/notesMaster" Target="/ppt/notesMasters/notesMaster1.xml" Id="R55d6da5b1818447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ecb15cb0170d4d13" /><Relationship Type="http://schemas.openxmlformats.org/officeDocument/2006/relationships/notesMaster" Target="/ppt/notesMasters/notesMaster1.xml" Id="Rc0175e33c22442fe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c6d53f174e6d4aa9" /><Relationship Type="http://schemas.openxmlformats.org/officeDocument/2006/relationships/notesMaster" Target="/ppt/notesMasters/notesMaster1.xml" Id="R573917a268424a0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10cd124a8c8453c" /><Relationship Type="http://schemas.openxmlformats.org/officeDocument/2006/relationships/notesMaster" Target="/ppt/notesMasters/notesMaster1.xml" Id="Re61b61e5713b46e0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6ca39baee7fe4413" /><Relationship Type="http://schemas.openxmlformats.org/officeDocument/2006/relationships/notesMaster" Target="/ppt/notesMasters/notesMaster1.xml" Id="Rcf53981419064087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6799c98c4e034cad" /><Relationship Type="http://schemas.openxmlformats.org/officeDocument/2006/relationships/notesMaster" Target="/ppt/notesMasters/notesMaster1.xml" Id="Ra1e2d2bde8f84dc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72a349574ca745a5" /><Relationship Type="http://schemas.openxmlformats.org/officeDocument/2006/relationships/notesMaster" Target="/ppt/notesMasters/notesMaster1.xml" Id="Rae02487cf1de41a6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9ced777269a44462" /><Relationship Type="http://schemas.openxmlformats.org/officeDocument/2006/relationships/notesMaster" Target="/ppt/notesMasters/notesMaster1.xml" Id="Rce79d31be4554257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b8bceab18b4643f1" /><Relationship Type="http://schemas.openxmlformats.org/officeDocument/2006/relationships/notesMaster" Target="/ppt/notesMasters/notesMaster1.xml" Id="R40a60ee8345a473d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9aca5c2ec3c2403d" /><Relationship Type="http://schemas.openxmlformats.org/officeDocument/2006/relationships/notesMaster" Target="/ppt/notesMasters/notesMaster1.xml" Id="R4decaf8ac14542a5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081fdf47186843a0" /><Relationship Type="http://schemas.openxmlformats.org/officeDocument/2006/relationships/notesMaster" Target="/ppt/notesMasters/notesMaster1.xml" Id="R21ec15c375c044cd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053dc726f0bb4022" /><Relationship Type="http://schemas.openxmlformats.org/officeDocument/2006/relationships/notesMaster" Target="/ppt/notesMasters/notesMaster1.xml" Id="Rc7f57a97bffd462b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6367185fec2b4bd4" /><Relationship Type="http://schemas.openxmlformats.org/officeDocument/2006/relationships/notesMaster" Target="/ppt/notesMasters/notesMaster1.xml" Id="R804d3be332874cfd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00e3ed563f22447d" /><Relationship Type="http://schemas.openxmlformats.org/officeDocument/2006/relationships/notesMaster" Target="/ppt/notesMasters/notesMaster1.xml" Id="R14d1607f6ab74ecb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1857a7b294bb4a2d" /><Relationship Type="http://schemas.openxmlformats.org/officeDocument/2006/relationships/notesMaster" Target="/ppt/notesMasters/notesMaster1.xml" Id="R8b46678e139a4835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c1bf373269984b96" /><Relationship Type="http://schemas.openxmlformats.org/officeDocument/2006/relationships/notesMaster" Target="/ppt/notesMasters/notesMaster1.xml" Id="R4bcead6226a24968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6ea027a8de504256" /><Relationship Type="http://schemas.openxmlformats.org/officeDocument/2006/relationships/notesMaster" Target="/ppt/notesMasters/notesMaster1.xml" Id="R3a82471b8fbe46e9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5e0df6d48a574548" /><Relationship Type="http://schemas.openxmlformats.org/officeDocument/2006/relationships/notesMaster" Target="/ppt/notesMasters/notesMaster1.xml" Id="Rbda722556eb24b19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6fe079447e3546cd" /><Relationship Type="http://schemas.openxmlformats.org/officeDocument/2006/relationships/notesMaster" Target="/ppt/notesMasters/notesMaster1.xml" Id="R73c31a9bce014560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1a7d94566a684d46" /><Relationship Type="http://schemas.openxmlformats.org/officeDocument/2006/relationships/notesMaster" Target="/ppt/notesMasters/notesMaster1.xml" Id="R326e9973c62a4de0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628fc5728da949a1" /><Relationship Type="http://schemas.openxmlformats.org/officeDocument/2006/relationships/notesMaster" Target="/ppt/notesMasters/notesMaster1.xml" Id="Rb038fc9324aa4c77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3f8073242c04a50" /><Relationship Type="http://schemas.openxmlformats.org/officeDocument/2006/relationships/notesMaster" Target="/ppt/notesMasters/notesMaster1.xml" Id="R264ca75f09884785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b538641edad247a5" /><Relationship Type="http://schemas.openxmlformats.org/officeDocument/2006/relationships/notesMaster" Target="/ppt/notesMasters/notesMaster1.xml" Id="Rdc7b191948854658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7372c3b49d3c4990" /><Relationship Type="http://schemas.openxmlformats.org/officeDocument/2006/relationships/notesMaster" Target="/ppt/notesMasters/notesMaster1.xml" Id="Rf737a355c03a4ff7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08f3410be4ba4353" /><Relationship Type="http://schemas.openxmlformats.org/officeDocument/2006/relationships/notesMaster" Target="/ppt/notesMasters/notesMaster1.xml" Id="Rc852bb7fbb8f4204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3ea4911c9b76427b" /><Relationship Type="http://schemas.openxmlformats.org/officeDocument/2006/relationships/notesMaster" Target="/ppt/notesMasters/notesMaster1.xml" Id="R21a5ab66beb64b69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b2162ff8846d4bb8" /><Relationship Type="http://schemas.openxmlformats.org/officeDocument/2006/relationships/notesMaster" Target="/ppt/notesMasters/notesMaster1.xml" Id="R3246addd9f244213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298679bcfa0d499a" /><Relationship Type="http://schemas.openxmlformats.org/officeDocument/2006/relationships/notesMaster" Target="/ppt/notesMasters/notesMaster1.xml" Id="Rc87abbabd95945d7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1952bcb33a6d404d" /><Relationship Type="http://schemas.openxmlformats.org/officeDocument/2006/relationships/notesMaster" Target="/ppt/notesMasters/notesMaster1.xml" Id="R51c754f269af4075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dd83c1f1c8944887" /><Relationship Type="http://schemas.openxmlformats.org/officeDocument/2006/relationships/notesMaster" Target="/ppt/notesMasters/notesMaster1.xml" Id="R6a911a3fef434fd7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49e471f0190f4ec4" /><Relationship Type="http://schemas.openxmlformats.org/officeDocument/2006/relationships/notesMaster" Target="/ppt/notesMasters/notesMaster1.xml" Id="R7be2f759f5074eb7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0aa4b6e420f149e9" /><Relationship Type="http://schemas.openxmlformats.org/officeDocument/2006/relationships/notesMaster" Target="/ppt/notesMasters/notesMaster1.xml" Id="Rcbcfb78da5bc49d2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d872067a10e2459b" /><Relationship Type="http://schemas.openxmlformats.org/officeDocument/2006/relationships/notesMaster" Target="/ppt/notesMasters/notesMaster1.xml" Id="R2b3d64c847e04174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befa59f7a4f34bc7" /><Relationship Type="http://schemas.openxmlformats.org/officeDocument/2006/relationships/notesMaster" Target="/ppt/notesMasters/notesMaster1.xml" Id="R072cea3b4bee42a2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d9d83dfcb0ec4659" /><Relationship Type="http://schemas.openxmlformats.org/officeDocument/2006/relationships/notesMaster" Target="/ppt/notesMasters/notesMaster1.xml" Id="Ra955cf5934dd4955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518b24160faf411e" /><Relationship Type="http://schemas.openxmlformats.org/officeDocument/2006/relationships/notesMaster" Target="/ppt/notesMasters/notesMaster1.xml" Id="R344a3a818b264d0a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cdcdc99bb548428c" /><Relationship Type="http://schemas.openxmlformats.org/officeDocument/2006/relationships/notesMaster" Target="/ppt/notesMasters/notesMaster1.xml" Id="R20ba8bc5955d4a7f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2f68aff496e84f90" /><Relationship Type="http://schemas.openxmlformats.org/officeDocument/2006/relationships/notesMaster" Target="/ppt/notesMasters/notesMaster1.xml" Id="R027d9d66894c4118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dfe0e14cfff4434c" /><Relationship Type="http://schemas.openxmlformats.org/officeDocument/2006/relationships/notesMaster" Target="/ppt/notesMasters/notesMaster1.xml" Id="R5d31f5451d28402a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af808eee89444a99" /><Relationship Type="http://schemas.openxmlformats.org/officeDocument/2006/relationships/notesMaster" Target="/ppt/notesMasters/notesMaster1.xml" Id="Rb3f6d36dc8ed4495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02fb14062ad14874" /><Relationship Type="http://schemas.openxmlformats.org/officeDocument/2006/relationships/notesMaster" Target="/ppt/notesMasters/notesMaster1.xml" Id="Rd02a131f2d1e484c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b00206fa00864623" /><Relationship Type="http://schemas.openxmlformats.org/officeDocument/2006/relationships/notesMaster" Target="/ppt/notesMasters/notesMaster1.xml" Id="Rad7a1a35b862435c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0f490e3c579b404d" /><Relationship Type="http://schemas.openxmlformats.org/officeDocument/2006/relationships/notesMaster" Target="/ppt/notesMasters/notesMaster1.xml" Id="Rec970a089fcd4252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6a743632961348b9" /><Relationship Type="http://schemas.openxmlformats.org/officeDocument/2006/relationships/notesMaster" Target="/ppt/notesMasters/notesMaster1.xml" Id="Rfeef3a67b7ed4a9e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e46a3cc851ea4400" /><Relationship Type="http://schemas.openxmlformats.org/officeDocument/2006/relationships/notesMaster" Target="/ppt/notesMasters/notesMaster1.xml" Id="R97f23520cfc54abd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9ae8344469e44944" /><Relationship Type="http://schemas.openxmlformats.org/officeDocument/2006/relationships/notesMaster" Target="/ppt/notesMasters/notesMaster1.xml" Id="R7bb076ee1997496f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7999a741c4094810" /><Relationship Type="http://schemas.openxmlformats.org/officeDocument/2006/relationships/notesMaster" Target="/ppt/notesMasters/notesMaster1.xml" Id="Raeddcfb156494c43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4a7157101a1f4463" /><Relationship Type="http://schemas.openxmlformats.org/officeDocument/2006/relationships/notesMaster" Target="/ppt/notesMasters/notesMaster1.xml" Id="R6b1d8f5081864d38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8a280eea12b04a0a" /><Relationship Type="http://schemas.openxmlformats.org/officeDocument/2006/relationships/notesMaster" Target="/ppt/notesMasters/notesMaster1.xml" Id="R58660d97882f4e7d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7f70709674e64652" /><Relationship Type="http://schemas.openxmlformats.org/officeDocument/2006/relationships/notesMaster" Target="/ppt/notesMasters/notesMaster1.xml" Id="R9e8ecd5488f04254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d8cef0373d4540dc" /><Relationship Type="http://schemas.openxmlformats.org/officeDocument/2006/relationships/notesMaster" Target="/ppt/notesMasters/notesMaster1.xml" Id="R50e9425867614bbe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be414e09d51b4a91" /><Relationship Type="http://schemas.openxmlformats.org/officeDocument/2006/relationships/notesMaster" Target="/ppt/notesMasters/notesMaster1.xml" Id="R6a96165924b640ee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1c8026a333ea43c4" /><Relationship Type="http://schemas.openxmlformats.org/officeDocument/2006/relationships/notesMaster" Target="/ppt/notesMasters/notesMaster1.xml" Id="Re023f01804834f69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e5b2f3d7bf114506" /><Relationship Type="http://schemas.openxmlformats.org/officeDocument/2006/relationships/notesMaster" Target="/ppt/notesMasters/notesMaster1.xml" Id="Re9ab894248914d9e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1a53dce67d214f79" /><Relationship Type="http://schemas.openxmlformats.org/officeDocument/2006/relationships/notesMaster" Target="/ppt/notesMasters/notesMaster1.xml" Id="R7ab75646dcae4e47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460ec2e43725472c" /><Relationship Type="http://schemas.openxmlformats.org/officeDocument/2006/relationships/notesMaster" Target="/ppt/notesMasters/notesMaster1.xml" Id="R2e05200a18bc40d4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13847f3d3bb24487" /><Relationship Type="http://schemas.openxmlformats.org/officeDocument/2006/relationships/notesMaster" Target="/ppt/notesMasters/notesMaster1.xml" Id="R2bd33d432d1d45b2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662e2e1dcde54ffd" /><Relationship Type="http://schemas.openxmlformats.org/officeDocument/2006/relationships/notesMaster" Target="/ppt/notesMasters/notesMaster1.xml" Id="R101503a005ca4b91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5a424b236873470c" /><Relationship Type="http://schemas.openxmlformats.org/officeDocument/2006/relationships/notesMaster" Target="/ppt/notesMasters/notesMaster1.xml" Id="R1af023759cb8497a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33c6788a84d4453f" /><Relationship Type="http://schemas.openxmlformats.org/officeDocument/2006/relationships/notesMaster" Target="/ppt/notesMasters/notesMaster1.xml" Id="R6d9603bfc8a44eed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23945bc5034940e3" /><Relationship Type="http://schemas.openxmlformats.org/officeDocument/2006/relationships/notesMaster" Target="/ppt/notesMasters/notesMaster1.xml" Id="Rd525f5ea0560448d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c3ffcb8219cf480b" /><Relationship Type="http://schemas.openxmlformats.org/officeDocument/2006/relationships/notesMaster" Target="/ppt/notesMasters/notesMaster1.xml" Id="Ra66476e4caf9458e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594aa2308f094e20" /><Relationship Type="http://schemas.openxmlformats.org/officeDocument/2006/relationships/notesMaster" Target="/ppt/notesMasters/notesMaster1.xml" Id="R9a78bd9fc0414f8e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401e23a7c7c34905" /><Relationship Type="http://schemas.openxmlformats.org/officeDocument/2006/relationships/notesMaster" Target="/ppt/notesMasters/notesMaster1.xml" Id="R49b1ffd1e98345ef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a9ca8c8cd8ea4e50" /><Relationship Type="http://schemas.openxmlformats.org/officeDocument/2006/relationships/notesMaster" Target="/ppt/notesMasters/notesMaster1.xml" Id="Rd50b441a418a4d8e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abbe92c90942489b" /><Relationship Type="http://schemas.openxmlformats.org/officeDocument/2006/relationships/notesMaster" Target="/ppt/notesMasters/notesMaster1.xml" Id="R10fdd152990349e5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ad5e37f4052945a6" /><Relationship Type="http://schemas.openxmlformats.org/officeDocument/2006/relationships/notesMaster" Target="/ppt/notesMasters/notesMaster1.xml" Id="R83e3987543014114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98b7c8e678c2403f" /><Relationship Type="http://schemas.openxmlformats.org/officeDocument/2006/relationships/notesMaster" Target="/ppt/notesMasters/notesMaster1.xml" Id="Rf9123d08c5944b06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f7dc9ee5c9484568" /><Relationship Type="http://schemas.openxmlformats.org/officeDocument/2006/relationships/notesMaster" Target="/ppt/notesMasters/notesMaster1.xml" Id="Rb48e66dd168a465c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07db6000112f40cb" /><Relationship Type="http://schemas.openxmlformats.org/officeDocument/2006/relationships/notesMaster" Target="/ppt/notesMasters/notesMaster1.xml" Id="Rf2b6d871762c44a7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85331248b31a40b9" /><Relationship Type="http://schemas.openxmlformats.org/officeDocument/2006/relationships/notesMaster" Target="/ppt/notesMasters/notesMaster1.xml" Id="R340713363cdd4b0e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141b8fe388084ee4" /><Relationship Type="http://schemas.openxmlformats.org/officeDocument/2006/relationships/notesMaster" Target="/ppt/notesMasters/notesMaster1.xml" Id="R20026d8d3e10403f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6bdf1e086e604ad4" /><Relationship Type="http://schemas.openxmlformats.org/officeDocument/2006/relationships/notesMaster" Target="/ppt/notesMasters/notesMaster1.xml" Id="Re69df79981414e35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f2165414be594830" /><Relationship Type="http://schemas.openxmlformats.org/officeDocument/2006/relationships/notesMaster" Target="/ppt/notesMasters/notesMaster1.xml" Id="Rd67f749935054b9b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e76453eebf224dbc" /><Relationship Type="http://schemas.openxmlformats.org/officeDocument/2006/relationships/notesMaster" Target="/ppt/notesMasters/notesMaster1.xml" Id="R58a7d3276412459b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c4149bfd73d541be" /><Relationship Type="http://schemas.openxmlformats.org/officeDocument/2006/relationships/notesMaster" Target="/ppt/notesMasters/notesMaster1.xml" Id="R60886cfed7f14c77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e4b21b903ba1427b" /><Relationship Type="http://schemas.openxmlformats.org/officeDocument/2006/relationships/notesMaster" Target="/ppt/notesMasters/notesMaster1.xml" Id="Rcf623522fe5a4867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dd6857886f5d4c98" /><Relationship Type="http://schemas.openxmlformats.org/officeDocument/2006/relationships/notesMaster" Target="/ppt/notesMasters/notesMaster1.xml" Id="R8e57b77238de4253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b2220be3cb104af9" /><Relationship Type="http://schemas.openxmlformats.org/officeDocument/2006/relationships/notesMaster" Target="/ppt/notesMasters/notesMaster1.xml" Id="R887556f080144315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d7cc22a082c245d4" /><Relationship Type="http://schemas.openxmlformats.org/officeDocument/2006/relationships/notesMaster" Target="/ppt/notesMasters/notesMaster1.xml" Id="R52f39a3fa3344696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900b7a01dbb8452c" /><Relationship Type="http://schemas.openxmlformats.org/officeDocument/2006/relationships/notesMaster" Target="/ppt/notesMasters/notesMaster1.xml" Id="Ra9a8f4be78e14f37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c2d85cf106354d97" /><Relationship Type="http://schemas.openxmlformats.org/officeDocument/2006/relationships/notesMaster" Target="/ppt/notesMasters/notesMaster1.xml" Id="Rf3adbfc6cd9f412e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8cd64a8a29774ef3" /><Relationship Type="http://schemas.openxmlformats.org/officeDocument/2006/relationships/notesMaster" Target="/ppt/notesMasters/notesMaster1.xml" Id="Rd07a08d065c342ab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4773e847c66f4412" /><Relationship Type="http://schemas.openxmlformats.org/officeDocument/2006/relationships/notesMaster" Target="/ppt/notesMasters/notesMaster1.xml" Id="Rc5fe6e9be6e14ea6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e7f4ecaa4a9c4360" /><Relationship Type="http://schemas.openxmlformats.org/officeDocument/2006/relationships/notesMaster" Target="/ppt/notesMasters/notesMaster1.xml" Id="R575af72c74e246b7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da11555031a945b8" /><Relationship Type="http://schemas.openxmlformats.org/officeDocument/2006/relationships/notesMaster" Target="/ppt/notesMasters/notesMaster1.xml" Id="R8503ac1985594e1d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127d5e5773ed4343" /><Relationship Type="http://schemas.openxmlformats.org/officeDocument/2006/relationships/notesMaster" Target="/ppt/notesMasters/notesMaster1.xml" Id="R54cd3e1c7161478c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0a72a89185644aeb" /><Relationship Type="http://schemas.openxmlformats.org/officeDocument/2006/relationships/notesMaster" Target="/ppt/notesMasters/notesMaster1.xml" Id="Ra25516be7d1a4ae1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5a8511314b0b40ed" /><Relationship Type="http://schemas.openxmlformats.org/officeDocument/2006/relationships/notesMaster" Target="/ppt/notesMasters/notesMaster1.xml" Id="R444f26905544409e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cfcb35d50a8d4a6d" /><Relationship Type="http://schemas.openxmlformats.org/officeDocument/2006/relationships/notesMaster" Target="/ppt/notesMasters/notesMaster1.xml" Id="R052d53ccb74e43fc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a177fce5c7a940c9" /><Relationship Type="http://schemas.openxmlformats.org/officeDocument/2006/relationships/notesMaster" Target="/ppt/notesMasters/notesMaster1.xml" Id="R6fb1446e517b45c6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ba421896e0d84dd6" /><Relationship Type="http://schemas.openxmlformats.org/officeDocument/2006/relationships/notesMaster" Target="/ppt/notesMasters/notesMaster1.xml" Id="R620a37c1595b4bca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01b78080e8d046b2" /><Relationship Type="http://schemas.openxmlformats.org/officeDocument/2006/relationships/notesMaster" Target="/ppt/notesMasters/notesMaster1.xml" Id="R8f9adc0eaabc4a9c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192a2aaf4c6443b8" /><Relationship Type="http://schemas.openxmlformats.org/officeDocument/2006/relationships/notesMaster" Target="/ppt/notesMasters/notesMaster1.xml" Id="Ra5b947f8f1084a6d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825cde5917074e3f" /><Relationship Type="http://schemas.openxmlformats.org/officeDocument/2006/relationships/notesMaster" Target="/ppt/notesMasters/notesMaster1.xml" Id="R642649c8b5664d36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451705f1805442d7" /><Relationship Type="http://schemas.openxmlformats.org/officeDocument/2006/relationships/notesMaster" Target="/ppt/notesMasters/notesMaster1.xml" Id="Ra8cf295d50e94a3c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309dfbe9e0914977" /><Relationship Type="http://schemas.openxmlformats.org/officeDocument/2006/relationships/notesMaster" Target="/ppt/notesMasters/notesMaster1.xml" Id="R555cb6d3c05d47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2026-09-08 작업 폴더 기준. Windows와 Unreal Engine 5.6 환경의 실제 코드, 교육용 예제, 개념도를 구분하여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예제를 실제 서버에 실행하지 않아도 종이 위의 값 추적과 코드 읽기만으로 필수 문제를 풀 수 있습니다. 필수 학습에는 AI나 인터넷 연결이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상태를 계산하기 전에 어떤 입력을 믿어도 되는지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상태를 계산하기 전에 어떤 입력을 믿어도 되는지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서버가 반복 계산한다는 사실을 알았으므로 그 반복에서 시간이 어떻게 흐르는지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SimulationHostConfig host_config;</a:t>
            </a:r>
          </a:p>
          <a:p xmlns:a="http://schemas.openxmlformats.org/drawingml/2006/main">
            <a:r>
              <a:t>    host_config.origin_lat = options.origin_lat_deg;</a:t>
            </a:r>
          </a:p>
          <a:p xmlns:a="http://schemas.openxmlformats.org/drawingml/2006/main">
            <a:r>
              <a:t>    host_config.origin_lon = options.origin_lon_deg;</a:t>
            </a:r>
          </a:p>
          <a:p xmlns:a="http://schemas.openxmlformats.org/drawingml/2006/main">
            <a:r>
              <a:t>    host_config.origin_alt = options.origin_alt_m;</a:t>
            </a:r>
          </a:p>
          <a:p xmlns:a="http://schemas.openxmlformats.org/drawingml/2006/main">
            <a:r>
              <a:t>    host_config.spawn_heading = options.spawn_heading_deg;</a:t>
            </a:r>
          </a:p>
          <a:p xmlns:a="http://schemas.openxmlformats.org/drawingml/2006/main">
            <a:r>
              <a:t>    host_config.physics_frequency_hz = options.physics_frequency_hz;</a:t>
            </a:r>
          </a:p>
          <a:p xmlns:a="http://schemas.openxmlformats.org/drawingml/2006/main">
            <a:r>
              <a:t>    host_config.command_timeout = options.command_timeout;</a:t>
            </a:r>
          </a:p>
          <a:p xmlns:a="http://schemas.openxmlformats.org/drawingml/2006/main">
            <a:r>
              <a:t>    host_config.max_command_queue_age = options.max_command_queue_age;</a:t>
            </a:r>
          </a:p>
          <a:p xmlns:a="http://schemas.openxmlformats.org/drawingml/2006/main">
            <a:r>
              <a:t>    host_config.hard_command_timeout = options.hard_command_timeout;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cpp/host/src/main.cpp:321-329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cpp/host/src/main.cpp:321-329  run_simcore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net::signal_set shutdown_signals(ioc, SIGINT, SIGTERM);</a:t>
            </a:r>
          </a:p>
          <a:p xmlns:a="http://schemas.openxmlformats.org/drawingml/2006/main">
            <a:r>
              <a:t>    shutdown_signals.async_wait([&amp;ioc](const boost::system::error_code&amp; error, int) {</a:t>
            </a:r>
          </a:p>
          <a:p xmlns:a="http://schemas.openxmlformats.org/drawingml/2006/main">
            <a:r>
              <a:t>        if (!error) ioc.stop();</a:t>
            </a:r>
          </a:p>
          <a:p xmlns:a="http://schemas.openxmlformats.org/drawingml/2006/main">
            <a:r>
              <a:t>    });</a:t>
            </a:r>
          </a:p>
          <a:p xmlns:a="http://schemas.openxmlformats.org/drawingml/2006/main">
            <a:r>
              <a:t>    ioc.run();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cpp/host/src/main.cpp:409-413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cpp/host/src/main.cpp:409-413  run_simcore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시뮬레이션 시간을 배웠으므로 입력 만료가 왜 실제 시간으로 검사되는지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void advance(Clock::time_point completed_at)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++tick_index_;</a:t>
            </a:r>
          </a:p>
          <a:p xmlns:a="http://schemas.openxmlformats.org/drawingml/2006/main">
            <a:r>
              <a:t>        next_deadline_ += period_;</a:t>
            </a:r>
          </a:p>
          <a:p xmlns:a="http://schemas.openxmlformats.org/drawingml/2006/main">
            <a:r>
              <a:t>        if (completed_at &gt; next_deadline_) {</a:t>
            </a:r>
          </a:p>
          <a:p xmlns:a="http://schemas.openxmlformats.org/drawingml/2006/main">
            <a:r>
              <a:t>            // Skip missed wall-clock deadlines instead of issuing a burst of</a:t>
            </a:r>
          </a:p>
          <a:p xmlns:a="http://schemas.openxmlformats.org/drawingml/2006/main">
            <a:r>
              <a:t>            // immediate callbacks. Simulation time still advances by exactly</a:t>
            </a:r>
          </a:p>
          <a:p xmlns:a="http://schemas.openxmlformats.org/drawingml/2006/main">
            <a:r>
              <a:t>            // one fixed step, so overload slows the simulation rather than</a:t>
            </a:r>
          </a:p>
          <a:p xmlns:a="http://schemas.openxmlformats.org/drawingml/2006/main">
            <a:r>
              <a:t>            // creating a catch-up spiral.</a:t>
            </a:r>
          </a:p>
          <a:p xmlns:a="http://schemas.openxmlformats.org/drawingml/2006/main">
            <a:r>
              <a:t>            const auto skipped_periods =</a:t>
            </a:r>
          </a:p>
          <a:p xmlns:a="http://schemas.openxmlformats.org/drawingml/2006/main">
            <a:r>
              <a:t>                (completed_at - next_deadline_) / period_ + 1;</a:t>
            </a:r>
          </a:p>
          <a:p xmlns:a="http://schemas.openxmlformats.org/drawingml/2006/main">
            <a:r>
              <a:t>            next_deadline_ += period_ * skipped_periods;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cpp/host/src/simulation_clock.hpp:43-54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cpp/host/src/simulation_clock.hpp:43-54  SimulationClock::advance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auto completed_at = start + 1s;</a:t>
            </a:r>
          </a:p>
          <a:p xmlns:a="http://schemas.openxmlformats.org/drawingml/2006/main">
            <a:r>
              <a:t>    clock.advance(completed_at);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require(clock.tick_index() == 1,</a:t>
            </a:r>
          </a:p>
          <a:p xmlns:a="http://schemas.openxmlformats.org/drawingml/2006/main">
            <a:r>
              <a:t>            "one callback must advance one simulation tick");</a:t>
            </a:r>
          </a:p>
          <a:p xmlns:a="http://schemas.openxmlformats.org/drawingml/2006/main">
            <a:r>
              <a:t>    require(clock.next_deadline() &gt; completed_at,</a:t>
            </a:r>
          </a:p>
          <a:p xmlns:a="http://schemas.openxmlformats.org/drawingml/2006/main">
            <a:r>
              <a:t>            "the next callback must never be scheduled in the past");</a:t>
            </a:r>
          </a:p>
          <a:p xmlns:a="http://schemas.openxmlformats.org/drawingml/2006/main">
            <a:r>
              <a:t>    require(clock.overrun_count() &gt; 1,</a:t>
            </a:r>
          </a:p>
          <a:p xmlns:a="http://schemas.openxmlformats.org/drawingml/2006/main">
            <a:r>
              <a:t>            "all skipped wall-clock deadlines must be counted");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cpp/host/tests/simulation_clock_test.cpp:45-53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cpp/host/tests/simulation_clock_test.cpp:45-53  test_large_overrun_does_not_create_catch_up_deadlines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 입력이 어떤 지면 자료와 결합하는지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 입력이 어떤 지면 자료와 결합하는지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입력의 안전성을 알았으므로 서버가 보내는 상태를 밀리지 않게 관리하는 방법을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(safe_stop_active_ || last_receive_time_ == Clock::time_point::min())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if (now - last_receive_time_ &lt;= 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cpp/host/src/control/control_lease.hpp:155-165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cpp/host/src/control/control_lease.hpp:155-165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update_hard_timeout(Clock::time_point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(last_receive_time_ == Clock::time_point::min()</a:t>
            </a:r>
          </a:p>
          <a:p xmlns:a="http://schemas.openxmlformats.org/drawingml/2006/main">
            <a:r>
              <a:t>            || active_key_.empty()</a:t>
            </a:r>
          </a:p>
          <a:p xmlns:a="http://schemas.openxmlformats.org/drawingml/2006/main">
            <a:r>
              <a:t>            || now - last_receive_time_ &lt;= hard_timeout_)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retired_sessions_.insert(active_key_);</a:t>
            </a:r>
          </a:p>
          <a:p xmlns:a="http://schemas.openxmlformats.org/drawingml/2006/main">
            <a:r>
              <a:t>        active_key_.clear();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cpp/host/src/control/control_lease.hpp:170-180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cpp/host/src/control/control_lease.hpp:170-180  ControlLease::update_hard_timeout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const auto server_elapsed = received_at - previous_receive_time;</a:t>
            </a:r>
          </a:p>
          <a:p xmlns:a="http://schemas.openxmlformats.org/drawingml/2006/main">
            <a:r>
              <a:t>            const auto client_elapsed = std::chrono::nanoseconds(</a:t>
            </a:r>
          </a:p>
          <a:p xmlns:a="http://schemas.openxmlformats.org/drawingml/2006/main">
            <a:r>
              <a:t>                command.client_time_ns - previous_client_time_ns);</a:t>
            </a:r>
          </a:p>
          <a:p xmlns:a="http://schemas.openxmlformats.org/drawingml/2006/main">
            <a:r>
              <a:t>            const auto estimated_queue_age = server_elapsed &gt; client_elapsed</a:t>
            </a:r>
          </a:p>
          <a:p xmlns:a="http://schemas.openxmlformats.org/drawingml/2006/main">
            <a:r>
              <a:t>                ? std::chrono::duration_cast&lt;std::chrono::nanoseconds&gt;(</a:t>
            </a:r>
          </a:p>
          <a:p xmlns:a="http://schemas.openxmlformats.org/drawingml/2006/main">
            <a:r>
              <a:t>                      server_elapsed - client_elapsed)</a:t>
            </a:r>
          </a:p>
          <a:p xmlns:a="http://schemas.openxmlformats.org/drawingml/2006/main">
            <a:r>
              <a:t>                : std::chrono::nanoseconds::zero();</a:t>
            </a:r>
          </a:p>
          <a:p xmlns:a="http://schemas.openxmlformats.org/drawingml/2006/main">
            <a:r>
              <a:t>            if (estimated_queue_age &gt; max_queue_age_) {</a:t>
            </a:r>
          </a:p>
          <a:p xmlns:a="http://schemas.openxmlformats.org/drawingml/2006/main">
            <a:r>
              <a:t>                return ControlLeaseDecision::ExcessiveQueueAge;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cpp/host/src/control/control_lease.hpp:123-132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cpp/host/src/control/control_lease.hpp:123-132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require(lease.update_timeout(start + 251ms),</a:t>
            </a:r>
          </a:p>
          <a:p xmlns:a="http://schemas.openxmlformats.org/drawingml/2006/main">
            <a:r>
              <a:t>            "250ms command timeout must enter SafeStop");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require(lease.accept(command("manual", "session-a", 2, 1'010'000'000), start + 252ms)</a:t>
            </a:r>
          </a:p>
          <a:p xmlns:a="http://schemas.openxmlformats.org/drawingml/2006/main">
            <a:r>
              <a:t>                == ControlLeaseDecision::ExcessiveQueueAge,</a:t>
            </a:r>
          </a:p>
          <a:p xmlns:a="http://schemas.openxmlformats.org/drawingml/2006/main">
            <a:r>
              <a:t>            "an old queued packet must not release the soft SafeStop");</a:t>
            </a:r>
          </a:p>
          <a:p xmlns:a="http://schemas.openxmlformats.org/drawingml/2006/main">
            <a:r>
              <a:t>    require(lease.safe_stop_active(),</a:t>
            </a:r>
          </a:p>
          <a:p xmlns:a="http://schemas.openxmlformats.org/drawingml/2006/main">
            <a:r>
              <a:t>            "rejected queued input must leave SafeStop active");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cpp/host/tests/control_lease_test.cpp:77-84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cpp/host/tests/control_lease_test.cpp:77-84  test_stale_queued_packet_cannot_release_safe_stop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 입력과 최신 상태의 경계를 이해했으므로 계산의 재료인 지면 자료를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if (closed_ || close_requested_) {</a:t>
            </a:r>
          </a:p>
          <a:p xmlns:a="http://schemas.openxmlformats.org/drawingml/2006/main">
            <a:r>
              <a:t>        return;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// State broadcast is latest-wins; keep the write in progress and one pending update.</a:t>
            </a:r>
          </a:p>
          <a:p xmlns:a="http://schemas.openxmlformats.org/drawingml/2006/main">
            <a:r>
              <a:t>    if (write_in_progress_ &amp;&amp; write_queue_.size() &gt;= 2) {</a:t>
            </a:r>
          </a:p>
          <a:p xmlns:a="http://schemas.openxmlformats.org/drawingml/2006/main">
            <a:r>
              <a:t>        write_queue_.back() = std::move(message);</a:t>
            </a:r>
          </a:p>
          <a:p xmlns:a="http://schemas.openxmlformats.org/drawingml/2006/main">
            <a:r>
              <a:t>        return;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cpp/host/src/websocket/ws_server.cpp:72-80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cpp/host/src/websocket/ws_server.cpp:72-80  WsSession::send_binary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write_in_progress_ = true;</a:t>
            </a:r>
          </a:p>
          <a:p xmlns:a="http://schemas.openxmlformats.org/drawingml/2006/main">
            <a:r>
              <a:t>    ws_.binary(true);</a:t>
            </a:r>
          </a:p>
          <a:p xmlns:a="http://schemas.openxmlformats.org/drawingml/2006/main">
            <a:r>
              <a:t>    auto message = write_queue_.front();</a:t>
            </a:r>
          </a:p>
          <a:p xmlns:a="http://schemas.openxmlformats.org/drawingml/2006/main">
            <a:r>
              <a:t>    ws_.async_write(net::buffer(*message),</a:t>
            </a:r>
          </a:p>
          <a:p xmlns:a="http://schemas.openxmlformats.org/drawingml/2006/main">
            <a:r>
              <a:t>        [self = shared_from_this(), message](beast::error_code ec, std::size_t) {</a:t>
            </a:r>
          </a:p>
          <a:p xmlns:a="http://schemas.openxmlformats.org/drawingml/2006/main">
            <a:r>
              <a:t>            self-&gt;write_in_progress_ = false;</a:t>
            </a:r>
          </a:p>
          <a:p xmlns:a="http://schemas.openxmlformats.org/drawingml/2006/main">
            <a:r>
              <a:t>            if (ec) {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cpp/host/src/websocket/ws_server.cpp:181-187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cpp/host/src/websocket/ws_server.cpp:181-187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확보한 하중이 구동과 회전에 어떤 한계를 주는지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확보한 하중이 구동과 회전에 어떤 한계를 주는지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접점 위치를 구했으므로 그 접점이 얼마의 힘으로 차량을 지지하는지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std::array&lt;double, 3&gt; weights{};</a:t>
            </a:r>
          </a:p>
          <a:p xmlns:a="http://schemas.openxmlformats.org/drawingml/2006/main">
            <a:r>
              <a:t>    if (local_row &lt;= local_column) {</a:t>
            </a:r>
          </a:p>
          <a:p xmlns:a="http://schemas.openxmlformats.org/drawingml/2006/main">
            <a:r>
              <a:t>        triangle = {&amp;p00, &amp;p10, &amp;p11};</a:t>
            </a:r>
          </a:p>
          <a:p xmlns:a="http://schemas.openxmlformats.org/drawingml/2006/main">
            <a:r>
              <a:t>        weights = {</a:t>
            </a:r>
          </a:p>
          <a:p xmlns:a="http://schemas.openxmlformats.org/drawingml/2006/main">
            <a:r>
              <a:t>            1.0 - local_column,</a:t>
            </a:r>
          </a:p>
          <a:p xmlns:a="http://schemas.openxmlformats.org/drawingml/2006/main">
            <a:r>
              <a:t>            local_column - local_row,</a:t>
            </a:r>
          </a:p>
          <a:p xmlns:a="http://schemas.openxmlformats.org/drawingml/2006/main">
            <a:r>
              <a:t>            local_row};</a:t>
            </a:r>
          </a:p>
          <a:p xmlns:a="http://schemas.openxmlformats.org/drawingml/2006/main">
            <a:r>
              <a:t>    } else {</a:t>
            </a:r>
          </a:p>
          <a:p xmlns:a="http://schemas.openxmlformats.org/drawingml/2006/main">
            <a:r>
              <a:t>        triangle = {&amp;p00, &amp;p11, &amp;p01};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cpp/host/src/terrain/heightfield_ground_query.cpp:499-507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cpp/host/src/terrain/heightfield_ground_query.cpp:499-507  HeightfieldGroundQuery::query_down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// u=.75, v=.25 selects P00/P10/P11: .25*0 + .5*10 + .25*40.</a:t>
            </a:r>
          </a:p>
          <a:p xmlns:a="http://schemas.openxmlformats.org/drawingml/2006/main">
            <a:r>
              <a:t>    const auto lower = ground.query_down({{11.5, 20.75, 50.0}, 50.0});</a:t>
            </a:r>
          </a:p>
          <a:p xmlns:a="http://schemas.openxmlformats.org/drawingml/2006/main">
            <a:r>
              <a:t>    require(lower.has_value() &amp;&amp; close(lower-&gt;point_enu.up_m, 15.0)</a:t>
            </a:r>
          </a:p>
          <a:p xmlns:a="http://schemas.openxmlformats.org/drawingml/2006/main">
            <a:r>
              <a:t>            &amp;&amp; close(lower-&gt;distance_m, 35.0)</a:t>
            </a:r>
          </a:p>
          <a:p xmlns:a="http://schemas.openxmlformats.org/drawingml/2006/main">
            <a:r>
              <a:t>            &amp;&amp; lower-&gt;surface_material_id</a:t>
            </a:r>
          </a:p>
          <a:p xmlns:a="http://schemas.openxmlformats.org/drawingml/2006/main">
            <a:r>
              <a:t>                == simcore_host::GroundSurfaceMaterialId::Default</a:t>
            </a:r>
          </a:p>
          <a:p xmlns:a="http://schemas.openxmlformats.org/drawingml/2006/main">
            <a:r>
              <a:t>            &amp;&amp; close(lower-&gt;friction_multiplier, 1.0),</a:t>
            </a:r>
          </a:p>
          <a:p xmlns:a="http://schemas.openxmlformats.org/drawingml/2006/main">
            <a:r>
              <a:t>            "v1 must preserve interpolation and default material metadata");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cpp/host/tests/heightfield_ground_query_test.cpp:214-221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cpp/host/tests/heightfield_ground_query_test.cpp:214-221  test_fixed_diagonal_interpolates_measured_height_and_normal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수직 하중을 계산했으므로 이 하중이 구동 토크의 상한을 어떻게 만드는지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float spring_force = parameters.spring_rate_n_per_m</a:t>
            </a:r>
          </a:p>
          <a:p xmlns:a="http://schemas.openxmlformats.org/drawingml/2006/main">
            <a:r>
              <a:t>        * std::max(0.f, compression);</a:t>
            </a:r>
          </a:p>
          <a:p xmlns:a="http://schemas.openxmlformats.org/drawingml/2006/main">
            <a:r>
              <a:t>    const float damper_force = parameters.damper_rate_n_s_per_m</a:t>
            </a:r>
          </a:p>
          <a:p xmlns:a="http://schemas.openxmlformats.org/drawingml/2006/main">
            <a:r>
              <a:t>        * compression_velocity;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bounded_length,</a:t>
            </a:r>
          </a:p>
          <a:p xmlns:a="http://schemas.openxmlformats.org/drawingml/2006/main">
            <a:r>
              <a:t>        compression,</a:t>
            </a:r>
          </a:p>
          <a:p xmlns:a="http://schemas.openxmlformats.org/drawingml/2006/main">
            <a:r>
              <a:t>        compression_velocity,</a:t>
            </a:r>
          </a:p>
          <a:p xmlns:a="http://schemas.openxmlformats.org/drawingml/2006/main">
            <a:r>
              <a:t>        std::clamp(spring_force + damper_force, 0.f, parameters.max_force_n)};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cpp/host/src/physics/suspension_model.hpp:64-73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cpp/host/src/physics/suspension_model.hpp:64-73  evaluate_suspension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auto compressed = simcore_host::evaluate_suspension(</a:t>
            </a:r>
          </a:p>
          <a:p xmlns:a="http://schemas.openxmlformats.org/drawingml/2006/main">
            <a:r>
              <a:t>        parameters, -10.f, 0.f, false, 0.01f);</a:t>
            </a:r>
          </a:p>
          <a:p xmlns:a="http://schemas.openxmlformats.org/drawingml/2006/main">
            <a:r>
              <a:t>    require(std::abs(compressed.bounded_length_m - 0.3f) &lt; 1e-6f,</a:t>
            </a:r>
          </a:p>
          <a:p xmlns:a="http://schemas.openxmlformats.org/drawingml/2006/main">
            <a:r>
              <a:t>            "suspension length must stop at the compression stroke bound");</a:t>
            </a:r>
          </a:p>
          <a:p xmlns:a="http://schemas.openxmlformats.org/drawingml/2006/main">
            <a:r>
              <a:t>    require(std::abs(compressed.compression_m - 0.1f) &lt; 1e-6f,</a:t>
            </a:r>
          </a:p>
          <a:p xmlns:a="http://schemas.openxmlformats.org/drawingml/2006/main">
            <a:r>
              <a:t>            "suspension compression must be bounded");</a:t>
            </a:r>
          </a:p>
          <a:p xmlns:a="http://schemas.openxmlformats.org/drawingml/2006/main">
            <a:r>
              <a:t>    require(compressed.normal_force_n == parameters.max_force_n,</a:t>
            </a:r>
          </a:p>
          <a:p xmlns:a="http://schemas.openxmlformats.org/drawingml/2006/main">
            <a:r>
              <a:t>            "spring force must stop at the configured maximum");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cpp/host/tests/vehicle_physics_test.cpp:786-793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cpp/host/tests/vehicle_physics_test.cpp:786-793  test_suspension_model_clamps_stroke_and_force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타이어 힘 외에 충돌이 속도와 회전을 바꾸는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타이어 힘 외에 충돌이 속도와 회전을 바꾸는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종방향 구동을 이해했으므로 같은 타이어가 횡방향 회전에 힘을 쓰는 상황으로 확장합니다.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bool drive_force_suppressed = forward_limiter_active</a:t>
            </a:r>
          </a:p>
          <a:p xmlns:a="http://schemas.openxmlformats.org/drawingml/2006/main">
            <a:r>
              <a:t>        || reverse_limiter_active</a:t>
            </a:r>
          </a:p>
          <a:p xmlns:a="http://schemas.openxmlformats.org/drawingml/2006/main">
            <a:r>
              <a:t>        || in.brake &gt; 0.f;</a:t>
            </a:r>
          </a:p>
          <a:p xmlns:a="http://schemas.openxmlformats.org/drawingml/2006/main">
            <a:r>
              <a:t>    const float desired_drive_force = drive_force_suppressed</a:t>
            </a:r>
          </a:p>
          <a:p xmlns:a="http://schemas.openxmlformats.org/drawingml/2006/main">
            <a:r>
              <a:t>        ? 0.f</a:t>
            </a:r>
          </a:p>
          <a:p xmlns:a="http://schemas.openxmlformats.org/drawingml/2006/main">
            <a:r>
              <a:t>        : gear_sign * in.throttle * available_drive_force;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cpp/host/src/physics/vehicle_physics.cpp:787-792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cpp/host/src/physics/vehicle_physics.cpp:787-792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float traction_brake_capacity = parameters_.max_service_brake_n</a:t>
            </a:r>
          </a:p>
          <a:p xmlns:a="http://schemas.openxmlformats.org/drawingml/2006/main">
            <a:r>
              <a:t>            * brake_axle_fraction * 0.5f * parameters_.tire_radius_m * brake_assist_scale;</a:t>
            </a:r>
          </a:p>
          <a:p xmlns:a="http://schemas.openxmlformats.org/drawingml/2006/main">
            <a:r>
              <a:t>        const float torque_capacity_per_wheel = std::min(</a:t>
            </a:r>
          </a:p>
          <a:p xmlns:a="http://schemas.openxmlformats.org/drawingml/2006/main">
            <a:r>
              <a:t>            std::max(left_torque_capacity, right_torque_capacity),</a:t>
            </a:r>
          </a:p>
          <a:p xmlns:a="http://schemas.openxmlformats.org/drawingml/2006/main">
            <a:r>
              <a:t>            std::min(left_torque_capacity, right_torque_capacity)</a:t>
            </a:r>
          </a:p>
          <a:p xmlns:a="http://schemas.openxmlformats.org/drawingml/2006/main">
            <a:r>
              <a:t>                + traction_brake_capacity);</a:t>
            </a:r>
          </a:p>
          <a:p xmlns:a="http://schemas.openxmlformats.org/drawingml/2006/main">
            <a:r>
              <a:t>        axle_drive_torque_per_wheel[axle] = std::clamp(</a:t>
            </a:r>
          </a:p>
          <a:p xmlns:a="http://schemas.openxmlformats.org/drawingml/2006/main">
            <a:r>
              <a:t>            requested_torque_per_wheel,</a:t>
            </a:r>
          </a:p>
          <a:p xmlns:a="http://schemas.openxmlformats.org/drawingml/2006/main">
            <a:r>
              <a:t>            -torque_capacity_per_wheel,</a:t>
            </a:r>
          </a:p>
          <a:p xmlns:a="http://schemas.openxmlformats.org/drawingml/2006/main">
            <a:r>
              <a:t>            torque_capacity_per_wheel);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cpp/host/src/physics/vehicle_physics.cpp:1094-1103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cpp/host/src/physics/vehicle_physics.cpp:1094-1103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원리를 여러 질량과 치수에 적용하면 차종별 물리 차이를 이해할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std::array&lt;float, 4&gt; solver_wheel_steering_angles{};</a:t>
            </a:r>
          </a:p>
          <a:p xmlns:a="http://schemas.openxmlformats.org/drawingml/2006/main">
            <a:r>
              <a:t>    if (std::abs(solver_steering_angle) &gt; 1e-6f) {</a:t>
            </a:r>
          </a:p>
          <a:p xmlns:a="http://schemas.openxmlformats.org/drawingml/2006/main">
            <a:r>
              <a:t>        const float steering_sign = std::copysign(1.f, solver_steering_angle);</a:t>
            </a:r>
          </a:p>
          <a:p xmlns:a="http://schemas.openxmlformats.org/drawingml/2006/main">
            <a:r>
              <a:t>        const float centre_radius = parameters_.wheelbase_m</a:t>
            </a:r>
          </a:p>
          <a:p xmlns:a="http://schemas.openxmlformats.org/drawingml/2006/main">
            <a:r>
              <a:t>            / std::abs(std::tan(solver_steering_angle));</a:t>
            </a:r>
          </a:p>
          <a:p xmlns:a="http://schemas.openxmlformats.org/drawingml/2006/main">
            <a:r>
              <a:t>        for (std::size_t index = 0; index &lt; 2; ++index) {</a:t>
            </a:r>
          </a:p>
          <a:p xmlns:a="http://schemas.openxmlformats.org/drawingml/2006/main">
            <a:r>
              <a:t>            const float wheel_radius = std::max(</a:t>
            </a:r>
          </a:p>
          <a:p xmlns:a="http://schemas.openxmlformats.org/drawingml/2006/main">
            <a:r>
              <a:t>                0.05f, centre_radius - steering_sign * wheel_y[index]);</a:t>
            </a:r>
          </a:p>
          <a:p xmlns:a="http://schemas.openxmlformats.org/drawingml/2006/main">
            <a:r>
              <a:t>            solver_wheel_steering_angles[index] = steering_sign</a:t>
            </a:r>
          </a:p>
          <a:p xmlns:a="http://schemas.openxmlformats.org/drawingml/2006/main">
            <a:r>
              <a:t>                * std::atan(parameters_.wheelbase_m / wheel_radius);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cpp/host/src/physics/vehicle_physics.cpp:877-886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cpp/host/src/physics/vehicle_physics.cpp:877-886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longitudinal_force_reserve[index] = rear_handbrake_tire</a:t>
            </a:r>
          </a:p>
          <a:p xmlns:a="http://schemas.openxmlformats.org/drawingml/2006/main">
            <a:r>
              <a:t>            ? friction_limit</a:t>
            </a:r>
          </a:p>
          <a:p xmlns:a="http://schemas.openxmlformats.org/drawingml/2006/main">
            <a:r>
              <a:t>            : std::sqrt(std::max(</a:t>
            </a:r>
          </a:p>
          <a:p xmlns:a="http://schemas.openxmlformats.org/drawingml/2006/main">
            <a:r>
              <a:t>                0.f,</a:t>
            </a:r>
          </a:p>
          <a:p xmlns:a="http://schemas.openxmlformats.org/drawingml/2006/main">
            <a:r>
              <a:t>                friction_limit * friction_limit</a:t>
            </a:r>
          </a:p>
          <a:p xmlns:a="http://schemas.openxmlformats.org/drawingml/2006/main">
            <a:r>
              <a:t>                    - tire_force_y_by_wheel[index]</a:t>
            </a:r>
          </a:p>
          <a:p xmlns:a="http://schemas.openxmlformats.org/drawingml/2006/main">
            <a:r>
              <a:t>                        * tire_force_y_by_wheel[index]));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cpp/host/src/physics/vehicle_physics.cpp:1029-1035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cpp/host/src/physics/vehicle_physics.cpp:1029-1035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차종별 질량과 관성을 이해했으므로 충돌에서 서로 다른 상대가 반응하는 이유를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case RuntimeVehicleClass::Motorcycle:</a:t>
            </a:r>
          </a:p>
          <a:p xmlns:a="http://schemas.openxmlformats.org/drawingml/2006/main">
            <a:r>
              <a:t>        result.single_track = true;</a:t>
            </a:r>
          </a:p>
          <a:p xmlns:a="http://schemas.openxmlformats.org/drawingml/2006/main">
            <a:r>
              <a:t>        result.mass_kg = 240.f;</a:t>
            </a:r>
          </a:p>
          <a:p xmlns:a="http://schemas.openxmlformats.org/drawingml/2006/main">
            <a:r>
              <a:t>        result.wheelbase_m = 1.81f;</a:t>
            </a:r>
          </a:p>
          <a:p xmlns:a="http://schemas.openxmlformats.org/drawingml/2006/main">
            <a:r>
              <a:t>        result.max_steering_angle_rad = 0.5585054f; // 32 degrees</a:t>
            </a:r>
          </a:p>
          <a:p xmlns:a="http://schemas.openxmlformats.org/drawingml/2006/main">
            <a:r>
              <a:t>        result.steering_rate_rad_s = 2.4f;</a:t>
            </a:r>
          </a:p>
          <a:p xmlns:a="http://schemas.openxmlformats.org/drawingml/2006/main">
            <a:r>
              <a:t>        result.steering_return_rate_rad_s = 2.8f;</a:t>
            </a:r>
          </a:p>
          <a:p xmlns:a="http://schemas.openxmlformats.org/drawingml/2006/main">
            <a:r>
              <a:t>        result.max_drive_force_n = 1800.f;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cpp/host/src/player_vehicle_profile.cpp:114-121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cpp/host/src/player_vehicle_profile.cpp:114-121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result.tire_radius_m = 0.336f;</a:t>
            </a:r>
          </a:p>
          <a:p xmlns:a="http://schemas.openxmlformats.org/drawingml/2006/main">
            <a:r>
              <a:t>        result.max_forward_speed_mps = 50.f;</a:t>
            </a:r>
          </a:p>
          <a:p xmlns:a="http://schemas.openxmlformats.org/drawingml/2006/main">
            <a:r>
              <a:t>        result.front_track_m = 0.60f;</a:t>
            </a:r>
          </a:p>
          <a:p xmlns:a="http://schemas.openxmlformats.org/drawingml/2006/main">
            <a:r>
              <a:t>        result.rear_track_m = 0.60f;</a:t>
            </a:r>
          </a:p>
          <a:p xmlns:a="http://schemas.openxmlformats.org/drawingml/2006/main">
            <a:r>
              <a:t>        result.cg_height_m = 0.42f;</a:t>
            </a:r>
          </a:p>
          <a:p xmlns:a="http://schemas.openxmlformats.org/drawingml/2006/main">
            <a:r>
              <a:t>        result.front_static_load_fraction = 0.82f / 1.81f;</a:t>
            </a:r>
          </a:p>
          <a:p xmlns:a="http://schemas.openxmlformats.org/drawingml/2006/main">
            <a:r>
              <a:t>        result.front_drive_torque_fraction = 0.f;</a:t>
            </a:r>
          </a:p>
          <a:p xmlns:a="http://schemas.openxmlformats.org/drawingml/2006/main">
            <a:r>
              <a:t>        result.yaw_inertia_kg_m2 = 210.f;</a:t>
            </a:r>
          </a:p>
          <a:p xmlns:a="http://schemas.openxmlformats.org/drawingml/2006/main">
            <a:r>
              <a:t>        result.pitch_inertia_kg_m2 = 180.f;</a:t>
            </a:r>
          </a:p>
          <a:p xmlns:a="http://schemas.openxmlformats.org/drawingml/2006/main">
            <a:r>
              <a:t>        result.roll_inertia_kg_m2 = 70.f;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cpp/host/src/player_vehicle_profile.cpp:131-140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cpp/host/src/player_vehicle_profile.cpp:131-140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충돌체를 보고 NPC가 이동 경로를 고르는 과정을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충돌체를 보고 NPC가 이동 경로를 고르는 과정을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충돌체가 길을 차지하는 방식을 알았으므로 NPC 경로 판단에서 이를 어떻게 읽는지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double body_normal_arm = cross(</a:t>
            </a:r>
          </a:p>
          <a:p xmlns:a="http://schemas.openxmlformats.org/drawingml/2006/main">
            <a:r>
              <a:t>        body_contact_offset, manifold.normal_enu);</a:t>
            </a:r>
          </a:p>
          <a:p xmlns:a="http://schemas.openxmlformats.org/drawingml/2006/main">
            <a:r>
              <a:t>    const double proxy_normal_arm = cross(</a:t>
            </a:r>
          </a:p>
          <a:p xmlns:a="http://schemas.openxmlformats.org/drawingml/2006/main">
            <a:r>
              <a:t>        proxy_contact_offset, manifold.normal_enu);</a:t>
            </a:r>
          </a:p>
          <a:p xmlns:a="http://schemas.openxmlformats.org/drawingml/2006/main">
            <a:r>
              <a:t>    const double proxy_inverse_inertia = proxy_inverse_yaw_inertia(proxy);</a:t>
            </a:r>
          </a:p>
          <a:p xmlns:a="http://schemas.openxmlformats.org/drawingml/2006/main">
            <a:r>
              <a:t>    const double normal_denominator = body_inverse_mass + proxy_inverse_mass</a:t>
            </a:r>
          </a:p>
          <a:p xmlns:a="http://schemas.openxmlformats.org/drawingml/2006/main">
            <a:r>
              <a:t>        + body_normal_arm * body_normal_arm / body.yaw_inertia_kg_m2</a:t>
            </a:r>
          </a:p>
          <a:p xmlns:a="http://schemas.openxmlformats.org/drawingml/2006/main">
            <a:r>
              <a:t>        + proxy_normal_arm * proxy_normal_arm * proxy_inverse_inertia;</a:t>
            </a:r>
          </a:p>
          <a:p xmlns:a="http://schemas.openxmlformats.org/drawingml/2006/main">
            <a:r>
              <a:t>    const double normal_impulse =</a:t>
            </a:r>
          </a:p>
          <a:p xmlns:a="http://schemas.openxmlformats.org/drawingml/2006/main">
            <a:r>
              <a:t>        -(1.0 + proxy.material.restitution) * normal_velocity</a:t>
            </a:r>
          </a:p>
          <a:p xmlns:a="http://schemas.openxmlformats.org/drawingml/2006/main">
            <a:r>
              <a:t>        / normal_denominator;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cpp/host/src/collision/collision_world.cpp:595-605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cpp/host/src/collision/collision_world.cpp:595-605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require(near(</a:t>
            </a:r>
          </a:p>
          <a:p xmlns:a="http://schemas.openxmlformats.org/drawingml/2006/main">
            <a:r>
              <a:t>                result.body.mass_kg * result.body.linear_velocity_enu_mps.east_m</a:t>
            </a:r>
          </a:p>
          <a:p xmlns:a="http://schemas.openxmlformats.org/drawingml/2006/main">
            <a:r>
              <a:t>                    + resolved.mass_kg * resolved.linear_velocity_enu_mps.east_m,</a:t>
            </a:r>
          </a:p>
          <a:p xmlns:a="http://schemas.openxmlformats.org/drawingml/2006/main">
            <a:r>
              <a:t>                initial_east_momentum, 1e-6)</a:t>
            </a:r>
          </a:p>
          <a:p xmlns:a="http://schemas.openxmlformats.org/drawingml/2006/main">
            <a:r>
              <a:t>                &amp;&amp; near(</a:t>
            </a:r>
          </a:p>
          <a:p xmlns:a="http://schemas.openxmlformats.org/drawingml/2006/main">
            <a:r>
              <a:t>                    result.body.mass_kg * result.body.linear_velocity_enu_mps.north_m</a:t>
            </a:r>
          </a:p>
          <a:p xmlns:a="http://schemas.openxmlformats.org/drawingml/2006/main">
            <a:r>
              <a:t>                        + resolved.mass_kg * resolved.linear_velocity_enu_mps.north_m,</a:t>
            </a:r>
          </a:p>
          <a:p xmlns:a="http://schemas.openxmlformats.org/drawingml/2006/main">
            <a:r>
              <a:t>                    initial_north_momentum, 1e-6),</a:t>
            </a:r>
          </a:p>
          <a:p xmlns:a="http://schemas.openxmlformats.org/drawingml/2006/main">
            <a:r>
              <a:t>            "uncapped finite pair impulses must conserve planar linear momentum");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cpp/host/tests/collision_world_test.cpp:389-397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cpp/host/tests/collision_world_test.cpp:389-397  test_finite_npc_receives_equal_opposite_normal_and_tangent_impulse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상황을 기록하고 재실행하여 수정 근거를 남깁니다.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상황을 기록하고 재실행하여 수정 근거를 남깁니다.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도로 경로를 따라갈 수 있어도 가까운 사고 장애물에는 별도 우회 탐색과 계산 예산이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for (const auto successor : lanes_.at(next).successors) {</a:t>
            </a:r>
          </a:p>
          <a:p xmlns:a="http://schemas.openxmlformats.org/drawingml/2006/main">
            <a:r>
              <a:t>            if (blocked.contains(successor) || visited.contains(successor)) { continue; }</a:t>
            </a:r>
          </a:p>
          <a:p xmlns:a="http://schemas.openxmlformats.org/drawingml/2006/main">
            <a:r>
              <a:t>            const double candidate = best + lanes_.at(successor).length_m;</a:t>
            </a:r>
          </a:p>
          <a:p xmlns:a="http://schemas.openxmlformats.org/drawingml/2006/main">
            <a:r>
              <a:t>            const auto old = cost.find(successor);</a:t>
            </a:r>
          </a:p>
          <a:p xmlns:a="http://schemas.openxmlformats.org/drawingml/2006/main">
            <a:r>
              <a:t>            if (old == cost.end() || candidate &lt; old-&gt;second) {</a:t>
            </a:r>
          </a:p>
          <a:p xmlns:a="http://schemas.openxmlformats.org/drawingml/2006/main">
            <a:r>
              <a:t>                cost[successor] = candidate;</a:t>
            </a:r>
          </a:p>
          <a:p xmlns:a="http://schemas.openxmlformats.org/drawingml/2006/main">
            <a:r>
              <a:t>                predecessor[successor] = next;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cpp/host/src/traffic/npc_route_planner.cpp:106-114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cpp/host/src/traffic/npc_route_planner.cpp:106-114  NpcRoutePlanner::shortest_route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    if (lane.signal_group_id != 0 &amp;&amp; end &gt; committed_stopline_m_ + epsilon</a:t>
            </a:r>
          </a:p>
          <a:p xmlns:a="http://schemas.openxmlformats.org/drawingml/2006/main">
            <a:r>
              <a:t>                    &amp;&amp; !green(lane.signal_group_id, signals, elapsed)) {</a:t>
            </a:r>
          </a:p>
          <a:p xmlns:a="http://schemas.openxmlformats.org/drawingml/2006/main">
            <a:r>
              <a:t>                    const double target = std::max(progress_m_, end - clearance);</a:t>
            </a:r>
          </a:p>
          <a:p xmlns:a="http://schemas.openxmlformats.org/drawingml/2006/main">
            <a:r>
              <a:t>                    if (target &lt; stop_at) { stop_at = target; reason = NpcLaneStopReason::Signal; }</a:t>
            </a:r>
          </a:p>
          <a:p xmlns:a="http://schemas.openxmlformats.org/drawingml/2006/main">
            <a:r>
              <a:t>                }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const double remaining = stop_at - progress_m_;</a:t>
            </a:r>
          </a:p>
          <a:p xmlns:a="http://schemas.openxmlformats.org/drawingml/2006/main">
            <a:r>
              <a:t>        if (std::isfinite(stop_at)) {</a:t>
            </a:r>
          </a:p>
          <a:p xmlns:a="http://schemas.openxmlformats.org/drawingml/2006/main">
            <a:r>
              <a:t>            desired = std::min(desired, braking_envelope(remaining, 0.0, config_.braking_mps2, h));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cpp/host/src/traffic/npc_lane_follower.cpp:612-621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cpp/host/src/traffic/npc_lane_follower.cpp:612-621  NpcLaneFollower::step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    const std::uint64_t plan_cycle_ns = plan-&gt;cycle_ms * millisecond_ns;</a:t>
            </a:r>
          </a:p>
          <a:p xmlns:a="http://schemas.openxmlformats.org/drawingml/2006/main">
            <a:r>
              <a:t>                const std::uint64_t position_ns =</a:t>
            </a:r>
          </a:p>
          <a:p xmlns:a="http://schemas.openxmlformats.org/drawingml/2006/main">
            <a:r>
              <a:t>                    ((elapsed_ns % plan_cycle_ns)</a:t>
            </a:r>
          </a:p>
          <a:p xmlns:a="http://schemas.openxmlformats.org/drawingml/2006/main">
            <a:r>
              <a:t>                     + static_cast&lt;std::uint64_t&gt;(plan-&gt;offset_ms) * millisecond_ns)</a:t>
            </a:r>
          </a:p>
          <a:p xmlns:a="http://schemas.openxmlformats.org/drawingml/2006/main">
            <a:r>
              <a:t>                    % plan_cycle_ns;</a:t>
            </a:r>
          </a:p>
          <a:p xmlns:a="http://schemas.openxmlformats.org/drawingml/2006/main">
            <a:r>
              <a:t>                std::uint64_t phase_start_ns = 0;</a:t>
            </a:r>
          </a:p>
          <a:p xmlns:a="http://schemas.openxmlformats.org/drawingml/2006/main">
            <a:r>
              <a:t>                std::size_t phase_index = 0;</a:t>
            </a:r>
          </a:p>
          <a:p xmlns:a="http://schemas.openxmlformats.org/drawingml/2006/main">
            <a:r>
              <a:t>                for (; phase_index &lt; plan-&gt;phases.size(); ++phase_index) {</a:t>
            </a:r>
          </a:p>
          <a:p xmlns:a="http://schemas.openxmlformats.org/drawingml/2006/main">
            <a:r>
              <a:t>                    const std::uint64_t end = phase_start_ns</a:t>
            </a:r>
          </a:p>
          <a:p xmlns:a="http://schemas.openxmlformats.org/drawingml/2006/main">
            <a:r>
              <a:t>                        + static_cast&lt;std::uint64_t&gt;(plan-&gt;phases[phase_index].duration_ms)</a:t>
            </a:r>
          </a:p>
          <a:p xmlns:a="http://schemas.openxmlformats.org/drawingml/2006/main">
            <a:r>
              <a:t>                            * millisecond_ns;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cpp/host/src/traffic/traffic_network.cpp:905-915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cpp/host/src/traffic/traffic_network.cpp:905-915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이제 같은 장면을 기록하고 수정 후 재실행해 결과를 검증하는 방법으로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auto local_obstacles=npc_local_obstacles(npc);</a:t>
            </a:r>
          </a:p>
          <a:p xmlns:a="http://schemas.openxmlformats.org/drawingml/2006/main">
            <a:r>
              <a:t>    if (!try_npc_lane_change(npc, requested, false)</a:t>
            </a:r>
          </a:p>
          <a:p xmlns:a="http://schemas.openxmlformats.org/drawingml/2006/main">
            <a:r>
              <a:t>        &amp;&amp; !try_npc_local_bypass(npc, requested, false,&amp;local_obstacles)) {</a:t>
            </a:r>
          </a:p>
          <a:p xmlns:a="http://schemas.openxmlformats.org/drawingml/2006/main">
            <a:r>
              <a:t>        npc.next_reverse_probe_m = requested + 0.5;</a:t>
            </a:r>
          </a:p>
          <a:p xmlns:a="http://schemas.openxmlformats.org/drawingml/2006/main">
            <a:r>
              <a:t>        npc.navigation_search_requested = npc.next_reverse_probe_m &lt;= maximum + 1e-6;</a:t>
            </a:r>
          </a:p>
          <a:p xmlns:a="http://schemas.openxmlformats.org/drawingml/2006/main">
            <a:r>
              <a:t>        if (!npc.navigation_search_requested) npc.next_reverse_probe_m = 0.0;</a:t>
            </a:r>
          </a:p>
          <a:p xmlns:a="http://schemas.openxmlformats.org/drawingml/2006/main">
            <a:r>
              <a:t>        return false;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npc.next_reverse_probe_m = 0.0;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cpp/host/src/simulation_host_npc.cpp:547-555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cpp/host/src/simulation_host_npc.cpp:547-555  SimulationHost::begin_npc_escape_reverse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std::uint32_t first_requested = 0;</a:t>
            </a:r>
          </a:p>
          <a:p xmlns:a="http://schemas.openxmlformats.org/drawingml/2006/main">
            <a:r>
              <a:t>    if (enabled) for (const auto&amp; npc : lane_npcs_) {</a:t>
            </a:r>
          </a:p>
          <a:p xmlns:a="http://schemas.openxmlformats.org/drawingml/2006/main">
            <a:r>
              <a:t>        if (!npc.navigation_search_requested || npc.lane_change || npc.local_bypass</a:t>
            </a:r>
          </a:p>
          <a:p xmlns:a="http://schemas.openxmlformats.org/drawingml/2006/main">
            <a:r>
              <a:t>            || !npc.reaction.recovery.allows_driving()) continue;</a:t>
            </a:r>
          </a:p>
          <a:p xmlns:a="http://schemas.openxmlformats.org/drawingml/2006/main">
            <a:r>
              <a:t>        if (first_requested == 0 || npc.entity_id &lt; first_requested) first_requested = npc.entity_id;</a:t>
            </a:r>
          </a:p>
          <a:p xmlns:a="http://schemas.openxmlformats.org/drawingml/2006/main">
            <a:r>
              <a:t>        if (npc.entity_id &gt; npc_search_after_entity_id_</a:t>
            </a:r>
          </a:p>
          <a:p xmlns:a="http://schemas.openxmlformats.org/drawingml/2006/main">
            <a:r>
              <a:t>            &amp;&amp; (npc_search_entity_id_ == 0 || npc.entity_id &lt; npc_search_entity_id_))</a:t>
            </a:r>
          </a:p>
          <a:p xmlns:a="http://schemas.openxmlformats.org/drawingml/2006/main">
            <a:r>
              <a:t>            npc_search_entity_id_ = npc.entity_id;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if (npc_search_entity_id_ == 0) npc_search_entity_id_ = first_requested;</a:t>
            </a:r>
          </a:p>
          <a:p xmlns:a="http://schemas.openxmlformats.org/drawingml/2006/main">
            <a:r>
              <a:t>    if (npc_search_entity_id_ != 0) npc_search_after_entity_id_ = npc_search_entity_id_;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cpp/host/src/simulation_host_npc.cpp:1076-1086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cpp/host/src/simulation_host_npc.cpp:1076-1086  SimulationHost::prepare_lane_npc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for (std::size_t index = 0; index &lt; previous.size(); ++index) {</a:t>
            </a:r>
          </a:p>
          <a:p xmlns:a="http://schemas.openxmlformats.org/drawingml/2006/main">
            <a:r>
              <a:t>        require(previous[index].search_steps &gt;= 6 &amp;&amp; maximum_probe[index] &gt;= 2.5,</a:t>
            </a:r>
          </a:p>
          <a:p xmlns:a="http://schemas.openxmlformats.org/drawingml/2006/main">
            <a:r>
              <a:t>            "no NPC may starve while another explores repeated reverse candidates");</a:t>
            </a:r>
          </a:p>
          <a:p xmlns:a="http://schemas.openxmlformats.org/drawingml/2006/main">
            <a:r>
              <a:t>        if (full_search)</a:t>
            </a:r>
          </a:p>
          <a:p xmlns:a="http://schemas.openxmlformats.org/drawingml/2006/main">
            <a:r>
              <a:t>            require(maximum_probe[index] == 16.0 &amp;&amp; exhausted[index] &amp;&amp; retried[index],</a:t>
            </a:r>
          </a:p>
          <a:p xmlns:a="http://schemas.openxmlformats.org/drawingml/2006/main">
            <a:r>
              <a:t>                "every accident search must exhaust all 32 reverse proposals and later retry without starvation");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cpp/host/tests/npc_search_budget_test.cpp:205-210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cpp/host/tests/npc_search_budget_test.cpp:205-210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객체 수명, 좌표 변환, 역학을 필요한 부분부터 이어 공부합니다.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객체 수명, 좌표 변환, 역학을 필요한 부분부터 이어 공부합니다.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앞 수업의 개념을 사용하여 관측에서 원인 가설과 회귀까지 스스로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PhysicsReplayRecorder::tick(const VehicleInput&amp; input,</a:t>
            </a:r>
          </a:p>
          <a:p xmlns:a="http://schemas.openxmlformats.org/drawingml/2006/main">
            <a:r>
              <a:t>    const std::vector&lt;KinematicCollisionProxy&gt;&amp; proxies, const VehicleState&amp; state)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if (complete_ || invalid_) return;</a:t>
            </a:r>
          </a:p>
          <a:p xmlns:a="http://schemas.openxmlformats.org/drawingml/2006/main">
            <a:r>
              <a:t>    validate_input(input);</a:t>
            </a:r>
          </a:p>
          <a:p xmlns:a="http://schemas.openxmlformats.org/drawingml/2006/main">
            <a:r>
              <a:t>    require(proxies.size() &lt;= 255, "proxy count exceeds 255");</a:t>
            </a:r>
          </a:p>
          <a:p xmlns:a="http://schemas.openxmlformats.org/drawingml/2006/main">
            <a:r>
              <a:t>    auto output = output_line();</a:t>
            </a:r>
          </a:p>
          <a:p xmlns:a="http://schemas.openxmlformats.org/drawingml/2006/main">
            <a:r>
              <a:t>    output &lt;&lt; "TICK " &lt;&lt; frames_ &lt;&lt; ' ' &lt;&lt; input.throttle &lt;&lt; ' ' &lt;&lt; input.brake &lt;&lt; ' '</a:t>
            </a:r>
          </a:p>
          <a:p xmlns:a="http://schemas.openxmlformats.org/drawingml/2006/main">
            <a:r>
              <a:t>           &lt;&lt; input.steering &lt;&lt; ' ' &lt;&lt; input.handbrake &lt;&lt; ' '</a:t>
            </a:r>
          </a:p>
          <a:p xmlns:a="http://schemas.openxmlformats.org/drawingml/2006/main">
            <a:r>
              <a:t>           &lt;&lt; static_cast&lt;unsigned&gt;(input.gear) &lt;&lt; ' ' &lt;&lt; proxies.size();</a:t>
            </a:r>
          </a:p>
          <a:p xmlns:a="http://schemas.openxmlformats.org/drawingml/2006/main">
            <a:r>
              <a:t>    write_line(output.str());</a:t>
            </a:r>
          </a:p>
          <a:p xmlns:a="http://schemas.openxmlformats.org/drawingml/2006/main">
            <a:r>
              <a:t>    for (const auto&amp; proxy : proxies) write_line(proxy_line(proxy));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cpp/host/src/replay/physics_replay.cpp:348-359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cpp/host/src/replay/physics_replay.cpp:348-359  PhysicsReplayRecorder::tick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validate_identity(expected_identity);</a:t>
            </a:r>
          </a:p>
          <a:p xmlns:a="http://schemas.openxmlformats.org/drawingml/2006/main">
            <a:r>
              <a:t>    Reader reader(path);</a:t>
            </a:r>
          </a:p>
          <a:p xmlns:a="http://schemas.openxmlformats.org/drawingml/2006/main">
            <a:r>
              <a:t>    require(reader.line() == "SIMCORE_PHYSICS_REPLAY 1", "unsupported format/version");</a:t>
            </a:r>
          </a:p>
          <a:p xmlns:a="http://schemas.openxmlformats.org/drawingml/2006/main">
            <a:r>
              <a:t>    // Canonical max_digits10 formatting gives an exact, locale-independent</a:t>
            </a:r>
          </a:p>
          <a:p xmlns:a="http://schemas.openxmlformats.org/drawingml/2006/main">
            <a:r>
              <a:t>    // scalar/config/map/executable match, not a permissive approximate one.</a:t>
            </a:r>
          </a:p>
          <a:p xmlns:a="http://schemas.openxmlformats.org/drawingml/2006/main">
            <a:r>
              <a:t>    require(reader.line() == identity_line(expected_identity), "build/config/map/spawn/tick identity mismatch");</a:t>
            </a:r>
          </a:p>
          <a:p xmlns:a="http://schemas.openxmlformats.org/drawingml/2006/main">
            <a:r>
              <a:t>    VehiclePhysics physics(expected_identity.origin_lat, expected_identity.origin_lon,</a:t>
            </a:r>
          </a:p>
          <a:p xmlns:a="http://schemas.openxmlformats.org/drawingml/2006/main">
            <a:r>
              <a:t>        expected_identity.origin_alt, expected_identity.spawn_heading, parameters,</a:t>
            </a:r>
          </a:p>
          <a:p xmlns:a="http://schemas.openxmlformats.org/drawingml/2006/main">
            <a:r>
              <a:t>        std::move(ground), std::move(collision));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cpp/host/src/replay/physics_replay.cpp:396-404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cpp/host/src/replay/physics_replay.cpp:396-404  verify_physics_replay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for (int field = 0; field &lt; 6; ++field) {</a:t>
            </a:r>
          </a:p>
          <a:p xmlns:a="http://schemas.openxmlformats.org/drawingml/2006/main">
            <a:r>
              <a:t>        auto changed = identity;</a:t>
            </a:r>
          </a:p>
          <a:p xmlns:a="http://schemas.openxmlformats.org/drawingml/2006/main">
            <a:r>
              <a:t>        if (field == 0) changed.executable_checksum += "-other";</a:t>
            </a:r>
          </a:p>
          <a:p xmlns:a="http://schemas.openxmlformats.org/drawingml/2006/main">
            <a:r>
              <a:t>        if (field == 1) changed.vehicle_checksum += "-other";</a:t>
            </a:r>
          </a:p>
          <a:p xmlns:a="http://schemas.openxmlformats.org/drawingml/2006/main">
            <a:r>
              <a:t>        if (field == 2) changed.map_checksum += "-other";</a:t>
            </a:r>
          </a:p>
          <a:p xmlns:a="http://schemas.openxmlformats.org/drawingml/2006/main">
            <a:r>
              <a:t>        if (field == 3) changed.physics_hz = 60;</a:t>
            </a:r>
          </a:p>
          <a:p xmlns:a="http://schemas.openxmlformats.org/drawingml/2006/main">
            <a:r>
              <a:t>        if (field == 4) changed.spawn_heading = 5;</a:t>
            </a:r>
          </a:p>
          <a:p xmlns:a="http://schemas.openxmlformats.org/drawingml/2006/main">
            <a:r>
              <a:t>        if (field == 5) changed.origin_alt = 1;</a:t>
            </a:r>
          </a:p>
          <a:p xmlns:a="http://schemas.openxmlformats.org/drawingml/2006/main">
            <a:r>
              <a:t>        rejects([&amp;] { verify_physics_replay(path, changed, {}, {}, {}); });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cpp/host/tests/physics_replay_test.cpp:147-156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cpp/host/tests/physics_replay_test.cpp:147-156  test_actual_host_and_strict_reader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필요한 부분부터 C++ 수명, 좌표 변환, 역학을 깊게 공부하며 새로운 작은 회귀를 설명해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for (const auto&amp; wheel : state.wheels) {</a:t>
            </a:r>
          </a:p>
          <a:p xmlns:a="http://schemas.openxmlformats.org/drawingml/2006/main">
            <a:r>
              <a:t>                std::cout &lt;&lt; " wheel" &lt;&lt; wheel.wheel_index &lt;&lt; "=" &lt;&lt; wheel.in_contact</a:t>
            </a:r>
          </a:p>
          <a:p xmlns:a="http://schemas.openxmlformats.org/drawingml/2006/main">
            <a:r>
              <a:t>                    &lt;&lt; "/" &lt;&lt; wheel.normal_load &lt;&lt; "/" &lt;&lt; wheel.longitudinal_force;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const auto&amp; contacts = physics_.get_last_collision_contacts();</a:t>
            </a:r>
          </a:p>
          <a:p xmlns:a="http://schemas.openxmlformats.org/drawingml/2006/main">
            <a:r>
              <a:t>            std::cout &lt;&lt; " contacts=" &lt;&lt; contacts.size();</a:t>
            </a:r>
          </a:p>
          <a:p xmlns:a="http://schemas.openxmlformats.org/drawingml/2006/main">
            <a:r>
              <a:t>            for (std::size_t index=0; index&lt;std::min&lt;std::size_t&gt;(contacts.size(),4); ++index)</a:t>
            </a:r>
          </a:p>
          <a:p xmlns:a="http://schemas.openxmlformats.org/drawingml/2006/main">
            <a:r>
              <a:t>                std::cout &lt;&lt; " collider=" &lt;&lt; contacts[index].collider_id;</a:t>
            </a:r>
          </a:p>
          <a:p xmlns:a="http://schemas.openxmlformats.org/drawingml/2006/main">
            <a:r>
              <a:t>            std::cout &lt;&lt; std::endl;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cpp/host/src/simulation_host.cpp:691-699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cpp/host/src/simulation_host.cpp:691-699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auto state = settled;</a:t>
            </a:r>
          </a:p>
          <a:p xmlns:a="http://schemas.openxmlformats.org/drawingml/2006/main">
            <a:r>
              <a:t>        for (int tick = 0; tick &lt; 240; ++tick) {</a:t>
            </a:r>
          </a:p>
          <a:p xmlns:a="http://schemas.openxmlformats.org/drawingml/2006/main">
            <a:r>
              <a:t>            const auto previous = state;</a:t>
            </a:r>
          </a:p>
          <a:p xmlns:a="http://schemas.openxmlformats.org/drawingml/2006/main">
            <a:r>
              <a:t>            state = vehicle.update(kDt);</a:t>
            </a:r>
          </a:p>
          <a:p xmlns:a="http://schemas.openxmlformats.org/drawingml/2006/main">
            <a:r>
              <a:t>            if (tick == 0) {</a:t>
            </a:r>
          </a:p>
          <a:p xmlns:a="http://schemas.openxmlformats.org/drawingml/2006/main">
            <a:r>
              <a:t>                require(std::abs(state.wheels[3].longitudinal_force) &gt; 100.f,</a:t>
            </a:r>
          </a:p>
          <a:p xmlns:a="http://schemas.openxmlformats.org/drawingml/2006/main">
            <a:r>
              <a:t>                        "loaded rear tire must receive drive before the car leaves the stalled pose");</a:t>
            </a:r>
          </a:p>
          <a:p xmlns:a="http://schemas.openxmlformats.org/drawingml/2006/main">
            <a:r>
              <a:t>                require(std::abs(state.wheels[2].longitudinal_force) &lt; 1.f,</a:t>
            </a:r>
          </a:p>
          <a:p xmlns:a="http://schemas.openxmlformats.org/drawingml/2006/main">
            <a:r>
              <a:t>                        "traction brake must not invent ground force on the unloaded rear tire");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cpp/host/tests/signal_city_course_test.cpp:588-597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cpp/host/tests/signal_city_course_test.cpp:588-597  test_reported_diagonal_curb_restart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26c435cd0b4c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7bad92489e4fb7" /><Relationship Type="http://schemas.openxmlformats.org/officeDocument/2006/relationships/slideLayout" Target="/ppt/slideLayouts/slideLayout1.xml" Id="R98c1380fe77342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c1380fe77342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95590f6014edf" /><Relationship Type="http://schemas.openxmlformats.org/officeDocument/2006/relationships/notesSlide" Target="/ppt/notesSlides/notesSlide1.xml" Id="Rb138a0e7d0bc4f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114cdf2c4c04" /><Relationship Type="http://schemas.openxmlformats.org/officeDocument/2006/relationships/notesSlide" Target="/ppt/notesSlides/notesSlide2.xml" Id="R891bd486230e49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ab0af8f90483f" /><Relationship Type="http://schemas.openxmlformats.org/officeDocument/2006/relationships/notesSlide" Target="/ppt/notesSlides/notesSlide3.xml" Id="Rea6b7d52a19049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564b35f214e27" /><Relationship Type="http://schemas.openxmlformats.org/officeDocument/2006/relationships/notesSlide" Target="/ppt/notesSlides/notesSlide4.xml" Id="R874c123da6ac42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a5b3381e24978" /><Relationship Type="http://schemas.openxmlformats.org/officeDocument/2006/relationships/notesSlide" Target="/ppt/notesSlides/notesSlide5.xml" Id="R43bebc7c8e7441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91e846e654647" /><Relationship Type="http://schemas.openxmlformats.org/officeDocument/2006/relationships/notesSlide" Target="/ppt/notesSlides/notesSlide6.xml" Id="R8bb9923f74414a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b7c1e56184407" /><Relationship Type="http://schemas.openxmlformats.org/officeDocument/2006/relationships/notesSlide" Target="/ppt/notesSlides/notesSlide7.xml" Id="R794a46b5e2bc47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c8cd9c0124587" /><Relationship Type="http://schemas.openxmlformats.org/officeDocument/2006/relationships/notesSlide" Target="/ppt/notesSlides/notesSlide8.xml" Id="R09fc6dba10824c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4daa6e7ec4b71" /><Relationship Type="http://schemas.openxmlformats.org/officeDocument/2006/relationships/notesSlide" Target="/ppt/notesSlides/notesSlide9.xml" Id="R21860c2f748b4f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a0e5f29e491b" /><Relationship Type="http://schemas.openxmlformats.org/officeDocument/2006/relationships/notesSlide" Target="/ppt/notesSlides/notesSlide10.xml" Id="R8556ac20222e46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0222fcb84437d" /><Relationship Type="http://schemas.openxmlformats.org/officeDocument/2006/relationships/notesSlide" Target="/ppt/notesSlides/notesSlide11.xml" Id="R3e0254d68b0949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b56c27daf4f72" /><Relationship Type="http://schemas.openxmlformats.org/officeDocument/2006/relationships/notesSlide" Target="/ppt/notesSlides/notesSlide12.xml" Id="Rc615a6e305b849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dd5bf87e24937" /><Relationship Type="http://schemas.openxmlformats.org/officeDocument/2006/relationships/notesSlide" Target="/ppt/notesSlides/notesSlide13.xml" Id="Rcef440997e7a44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e01660ecd478c" /><Relationship Type="http://schemas.openxmlformats.org/officeDocument/2006/relationships/notesSlide" Target="/ppt/notesSlides/notesSlide14.xml" Id="Ra1cee621eb394a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ddbb1331844fc" /><Relationship Type="http://schemas.openxmlformats.org/officeDocument/2006/relationships/notesSlide" Target="/ppt/notesSlides/notesSlide15.xml" Id="R4baa66f4985648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b5c9a55414c58" /><Relationship Type="http://schemas.openxmlformats.org/officeDocument/2006/relationships/notesSlide" Target="/ppt/notesSlides/notesSlide16.xml" Id="Rc037ab8b832c4c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9862764fc4ce9" /><Relationship Type="http://schemas.openxmlformats.org/officeDocument/2006/relationships/notesSlide" Target="/ppt/notesSlides/notesSlide17.xml" Id="Raac02fbdec4f46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c23ec8605482b" /><Relationship Type="http://schemas.openxmlformats.org/officeDocument/2006/relationships/notesSlide" Target="/ppt/notesSlides/notesSlide18.xml" Id="Re0f925ece96942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5c3d21c434587" /><Relationship Type="http://schemas.openxmlformats.org/officeDocument/2006/relationships/notesSlide" Target="/ppt/notesSlides/notesSlide19.xml" Id="R6cd4aafe912344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79b135dd84db8" /><Relationship Type="http://schemas.openxmlformats.org/officeDocument/2006/relationships/notesSlide" Target="/ppt/notesSlides/notesSlide20.xml" Id="R32865602ac5542f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5ef93ca094ead" /><Relationship Type="http://schemas.openxmlformats.org/officeDocument/2006/relationships/notesSlide" Target="/ppt/notesSlides/notesSlide21.xml" Id="R5427571a1bda4c9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3ac06ee33432e" /><Relationship Type="http://schemas.openxmlformats.org/officeDocument/2006/relationships/notesSlide" Target="/ppt/notesSlides/notesSlide22.xml" Id="Rc23f1a6052924c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6ecce289b43a8" /><Relationship Type="http://schemas.openxmlformats.org/officeDocument/2006/relationships/notesSlide" Target="/ppt/notesSlides/notesSlide23.xml" Id="Rcb75aeadb63b41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21866388f4d91" /><Relationship Type="http://schemas.openxmlformats.org/officeDocument/2006/relationships/notesSlide" Target="/ppt/notesSlides/notesSlide24.xml" Id="Rd6ef0d45b37b4c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d9dfb28c74d41" /><Relationship Type="http://schemas.openxmlformats.org/officeDocument/2006/relationships/notesSlide" Target="/ppt/notesSlides/notesSlide25.xml" Id="Re6732a14bae648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d0d6bad284305" /><Relationship Type="http://schemas.openxmlformats.org/officeDocument/2006/relationships/notesSlide" Target="/ppt/notesSlides/notesSlide26.xml" Id="Rfe329ace71ce420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f3e0ee19c46c1" /><Relationship Type="http://schemas.openxmlformats.org/officeDocument/2006/relationships/notesSlide" Target="/ppt/notesSlides/notesSlide27.xml" Id="R473dc038eeff49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206bbb7064b13" /><Relationship Type="http://schemas.openxmlformats.org/officeDocument/2006/relationships/notesSlide" Target="/ppt/notesSlides/notesSlide28.xml" Id="Ra5e5864fa51d49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65e1d81a54ee5" /><Relationship Type="http://schemas.openxmlformats.org/officeDocument/2006/relationships/notesSlide" Target="/ppt/notesSlides/notesSlide29.xml" Id="Rad2356701ccc487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9a4d72f0c4857" /><Relationship Type="http://schemas.openxmlformats.org/officeDocument/2006/relationships/notesSlide" Target="/ppt/notesSlides/notesSlide30.xml" Id="Rfe2de4c9ce9244c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c3ab73d8d4122" /><Relationship Type="http://schemas.openxmlformats.org/officeDocument/2006/relationships/notesSlide" Target="/ppt/notesSlides/notesSlide31.xml" Id="R5e5495081e20456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adbf7384e41ab" /><Relationship Type="http://schemas.openxmlformats.org/officeDocument/2006/relationships/notesSlide" Target="/ppt/notesSlides/notesSlide32.xml" Id="Rf889883eaecf4bc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af61bde954ad5" /><Relationship Type="http://schemas.openxmlformats.org/officeDocument/2006/relationships/notesSlide" Target="/ppt/notesSlides/notesSlide33.xml" Id="Raf8459ec89d94a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c08a220c04448" /><Relationship Type="http://schemas.openxmlformats.org/officeDocument/2006/relationships/notesSlide" Target="/ppt/notesSlides/notesSlide34.xml" Id="Re00f0912709b49a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dd06483494ec6" /><Relationship Type="http://schemas.openxmlformats.org/officeDocument/2006/relationships/notesSlide" Target="/ppt/notesSlides/notesSlide35.xml" Id="Rd3650d65d82647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a8c7af041490d" /><Relationship Type="http://schemas.openxmlformats.org/officeDocument/2006/relationships/notesSlide" Target="/ppt/notesSlides/notesSlide36.xml" Id="R06e249c8af9a414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c6261b0e14d8e" /><Relationship Type="http://schemas.openxmlformats.org/officeDocument/2006/relationships/notesSlide" Target="/ppt/notesSlides/notesSlide37.xml" Id="R333207ef40204f6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9b150380f4fa1" /><Relationship Type="http://schemas.openxmlformats.org/officeDocument/2006/relationships/notesSlide" Target="/ppt/notesSlides/notesSlide38.xml" Id="R4d6f6e40941d4df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a8b85db0d43ec" /><Relationship Type="http://schemas.openxmlformats.org/officeDocument/2006/relationships/notesSlide" Target="/ppt/notesSlides/notesSlide39.xml" Id="Reb09aec78575435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256d96d9442ba" /><Relationship Type="http://schemas.openxmlformats.org/officeDocument/2006/relationships/notesSlide" Target="/ppt/notesSlides/notesSlide40.xml" Id="R1fd4e30f5b444b7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22b10ff194aa3" /><Relationship Type="http://schemas.openxmlformats.org/officeDocument/2006/relationships/notesSlide" Target="/ppt/notesSlides/notesSlide41.xml" Id="Rac74c0567f6e404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b60ffe6714492" /><Relationship Type="http://schemas.openxmlformats.org/officeDocument/2006/relationships/notesSlide" Target="/ppt/notesSlides/notesSlide42.xml" Id="Rc93d625a6c2a483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4b0a0e5ae4c85" /><Relationship Type="http://schemas.openxmlformats.org/officeDocument/2006/relationships/notesSlide" Target="/ppt/notesSlides/notesSlide43.xml" Id="R35ee3f7e276c45a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cde06b24748b4" /><Relationship Type="http://schemas.openxmlformats.org/officeDocument/2006/relationships/notesSlide" Target="/ppt/notesSlides/notesSlide44.xml" Id="R66801a10fd7845c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79cdd3b8841a0" /><Relationship Type="http://schemas.openxmlformats.org/officeDocument/2006/relationships/notesSlide" Target="/ppt/notesSlides/notesSlide45.xml" Id="R62a72b6038d2466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1e29c9ad846c2" /><Relationship Type="http://schemas.openxmlformats.org/officeDocument/2006/relationships/notesSlide" Target="/ppt/notesSlides/notesSlide46.xml" Id="R68101a96b76e468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364df5ca045c7" /><Relationship Type="http://schemas.openxmlformats.org/officeDocument/2006/relationships/notesSlide" Target="/ppt/notesSlides/notesSlide47.xml" Id="R07dfa29cf7374c7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5349476884d53" /><Relationship Type="http://schemas.openxmlformats.org/officeDocument/2006/relationships/notesSlide" Target="/ppt/notesSlides/notesSlide48.xml" Id="R414fe0aeb43e40d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9a8ea8f1b405e" /><Relationship Type="http://schemas.openxmlformats.org/officeDocument/2006/relationships/notesSlide" Target="/ppt/notesSlides/notesSlide49.xml" Id="R3f5bfaf0879d438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373f95c454705" /><Relationship Type="http://schemas.openxmlformats.org/officeDocument/2006/relationships/notesSlide" Target="/ppt/notesSlides/notesSlide50.xml" Id="Rc86e88f168e8481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c9ac690aa4187" /><Relationship Type="http://schemas.openxmlformats.org/officeDocument/2006/relationships/notesSlide" Target="/ppt/notesSlides/notesSlide51.xml" Id="R2af23b56fa4449e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9bae9e4a84e12" /><Relationship Type="http://schemas.openxmlformats.org/officeDocument/2006/relationships/notesSlide" Target="/ppt/notesSlides/notesSlide52.xml" Id="Ra9a9e58086764c6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df08568784202" /><Relationship Type="http://schemas.openxmlformats.org/officeDocument/2006/relationships/notesSlide" Target="/ppt/notesSlides/notesSlide53.xml" Id="R9cbf2d88695d4f9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aa036dc094f62" /><Relationship Type="http://schemas.openxmlformats.org/officeDocument/2006/relationships/notesSlide" Target="/ppt/notesSlides/notesSlide54.xml" Id="R4c4867ec3b1843b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4fc38804c41e3" /><Relationship Type="http://schemas.openxmlformats.org/officeDocument/2006/relationships/notesSlide" Target="/ppt/notesSlides/notesSlide55.xml" Id="Rb7c1462ed0ce418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6a71e1515477d" /><Relationship Type="http://schemas.openxmlformats.org/officeDocument/2006/relationships/notesSlide" Target="/ppt/notesSlides/notesSlide56.xml" Id="R7de2cfbe9308465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e0b822b5f40ed" /><Relationship Type="http://schemas.openxmlformats.org/officeDocument/2006/relationships/notesSlide" Target="/ppt/notesSlides/notesSlide57.xml" Id="Rd1022e37ffc4493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bde011629480d" /><Relationship Type="http://schemas.openxmlformats.org/officeDocument/2006/relationships/notesSlide" Target="/ppt/notesSlides/notesSlide58.xml" Id="Rc2bf483f536a413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ea988235a4b3f" /><Relationship Type="http://schemas.openxmlformats.org/officeDocument/2006/relationships/notesSlide" Target="/ppt/notesSlides/notesSlide59.xml" Id="Rbd6b823b28db44d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86396642b4729" /><Relationship Type="http://schemas.openxmlformats.org/officeDocument/2006/relationships/notesSlide" Target="/ppt/notesSlides/notesSlide60.xml" Id="R1efb0b8d814f4484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0d04f85c641a8" /><Relationship Type="http://schemas.openxmlformats.org/officeDocument/2006/relationships/image" Target="/ppt/media/image.png" Id="R27db7d1d151e401e" /><Relationship Type="http://schemas.openxmlformats.org/officeDocument/2006/relationships/notesSlide" Target="/ppt/notesSlides/notesSlide61.xml" Id="R11ce96aec2cb4bf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78129052f41ce" /><Relationship Type="http://schemas.openxmlformats.org/officeDocument/2006/relationships/notesSlide" Target="/ppt/notesSlides/notesSlide62.xml" Id="R7c0808c8753c414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7a933844f4bfa" /><Relationship Type="http://schemas.openxmlformats.org/officeDocument/2006/relationships/notesSlide" Target="/ppt/notesSlides/notesSlide63.xml" Id="R06e8a46388a6490c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32ee88f2940c8" /><Relationship Type="http://schemas.openxmlformats.org/officeDocument/2006/relationships/notesSlide" Target="/ppt/notesSlides/notesSlide64.xml" Id="R51da725b16364ee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9a42db04048c7" /><Relationship Type="http://schemas.openxmlformats.org/officeDocument/2006/relationships/notesSlide" Target="/ppt/notesSlides/notesSlide65.xml" Id="Rfbcd8d59b1e146d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4344f7d8473c" /><Relationship Type="http://schemas.openxmlformats.org/officeDocument/2006/relationships/notesSlide" Target="/ppt/notesSlides/notesSlide66.xml" Id="Reccc2a26653044a1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9a45b07844126" /><Relationship Type="http://schemas.openxmlformats.org/officeDocument/2006/relationships/notesSlide" Target="/ppt/notesSlides/notesSlide67.xml" Id="Re2e590aa43304202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88bb51e31480e" /><Relationship Type="http://schemas.openxmlformats.org/officeDocument/2006/relationships/notesSlide" Target="/ppt/notesSlides/notesSlide68.xml" Id="Rd0f80f88c7ba496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33f25c7ad4027" /><Relationship Type="http://schemas.openxmlformats.org/officeDocument/2006/relationships/notesSlide" Target="/ppt/notesSlides/notesSlide69.xml" Id="R1c12aff38ed0403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855cf0adc46cc" /><Relationship Type="http://schemas.openxmlformats.org/officeDocument/2006/relationships/notesSlide" Target="/ppt/notesSlides/notesSlide70.xml" Id="R03c7e0e30a4247a4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9fa5122a546a5" /><Relationship Type="http://schemas.openxmlformats.org/officeDocument/2006/relationships/notesSlide" Target="/ppt/notesSlides/notesSlide71.xml" Id="Rf947010ea93449e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bc5b1addb465c" /><Relationship Type="http://schemas.openxmlformats.org/officeDocument/2006/relationships/notesSlide" Target="/ppt/notesSlides/notesSlide72.xml" Id="Rb885ec2bfcaf4715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eba5e49fe4eaf" /><Relationship Type="http://schemas.openxmlformats.org/officeDocument/2006/relationships/notesSlide" Target="/ppt/notesSlides/notesSlide73.xml" Id="R17c2e68f24ff476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923220a3944e6" /><Relationship Type="http://schemas.openxmlformats.org/officeDocument/2006/relationships/image" Target="/ppt/media/image2.png" Id="R98940304899f4937" /><Relationship Type="http://schemas.openxmlformats.org/officeDocument/2006/relationships/notesSlide" Target="/ppt/notesSlides/notesSlide74.xml" Id="Rd961b01ca3cd4d4a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38778a3124317" /><Relationship Type="http://schemas.openxmlformats.org/officeDocument/2006/relationships/notesSlide" Target="/ppt/notesSlides/notesSlide75.xml" Id="Rf215589f8331457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c943cf08e45c5" /><Relationship Type="http://schemas.openxmlformats.org/officeDocument/2006/relationships/notesSlide" Target="/ppt/notesSlides/notesSlide76.xml" Id="R5d23dbdfba9e460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45ea732ae48c8" /><Relationship Type="http://schemas.openxmlformats.org/officeDocument/2006/relationships/notesSlide" Target="/ppt/notesSlides/notesSlide77.xml" Id="R729c3d9772494612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94d92a73f4761" /><Relationship Type="http://schemas.openxmlformats.org/officeDocument/2006/relationships/notesSlide" Target="/ppt/notesSlides/notesSlide78.xml" Id="Rba3759e185a844e5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bdb570b14421" /><Relationship Type="http://schemas.openxmlformats.org/officeDocument/2006/relationships/notesSlide" Target="/ppt/notesSlides/notesSlide79.xml" Id="Rb61a59a90d5242db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520f89b4d45ba" /><Relationship Type="http://schemas.openxmlformats.org/officeDocument/2006/relationships/notesSlide" Target="/ppt/notesSlides/notesSlide80.xml" Id="R1b1811a7ebe44582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d15d45dc7494f" /><Relationship Type="http://schemas.openxmlformats.org/officeDocument/2006/relationships/notesSlide" Target="/ppt/notesSlides/notesSlide81.xml" Id="R6b1f1daebe8f441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5e63cc70d4d01" /><Relationship Type="http://schemas.openxmlformats.org/officeDocument/2006/relationships/notesSlide" Target="/ppt/notesSlides/notesSlide82.xml" Id="R6aac10475ad64f4f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98082308f407c" /><Relationship Type="http://schemas.openxmlformats.org/officeDocument/2006/relationships/notesSlide" Target="/ppt/notesSlides/notesSlide83.xml" Id="Rd67f8da035dc4fa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72a7218e64a01" /><Relationship Type="http://schemas.openxmlformats.org/officeDocument/2006/relationships/notesSlide" Target="/ppt/notesSlides/notesSlide84.xml" Id="Rc33ad6b0d721464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b9026be15440f" /><Relationship Type="http://schemas.openxmlformats.org/officeDocument/2006/relationships/notesSlide" Target="/ppt/notesSlides/notesSlide85.xml" Id="R18bebdbe4e0c41c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6e7c4164846e6" /><Relationship Type="http://schemas.openxmlformats.org/officeDocument/2006/relationships/notesSlide" Target="/ppt/notesSlides/notesSlide86.xml" Id="R35451fb3bb0e469a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6167b88e14e84" /><Relationship Type="http://schemas.openxmlformats.org/officeDocument/2006/relationships/notesSlide" Target="/ppt/notesSlides/notesSlide87.xml" Id="R8793df91ee244040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2e8233f194c11" /><Relationship Type="http://schemas.openxmlformats.org/officeDocument/2006/relationships/notesSlide" Target="/ppt/notesSlides/notesSlide88.xml" Id="Re8661c3c28284574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b7a4ef9194f31" /><Relationship Type="http://schemas.openxmlformats.org/officeDocument/2006/relationships/notesSlide" Target="/ppt/notesSlides/notesSlide89.xml" Id="Re29b8f7fc54f44b6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81ea4d9e2468a" /><Relationship Type="http://schemas.openxmlformats.org/officeDocument/2006/relationships/notesSlide" Target="/ppt/notesSlides/notesSlide90.xml" Id="R28fc17f787414825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f72d9aa5448e5" /><Relationship Type="http://schemas.openxmlformats.org/officeDocument/2006/relationships/notesSlide" Target="/ppt/notesSlides/notesSlide91.xml" Id="R905cd99b64914767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edd962a384dbf" /><Relationship Type="http://schemas.openxmlformats.org/officeDocument/2006/relationships/notesSlide" Target="/ppt/notesSlides/notesSlide92.xml" Id="R52a2ededadcd484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e2568347e458f" /><Relationship Type="http://schemas.openxmlformats.org/officeDocument/2006/relationships/notesSlide" Target="/ppt/notesSlides/notesSlide93.xml" Id="R5640576ae85146c4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9870d382f449d" /><Relationship Type="http://schemas.openxmlformats.org/officeDocument/2006/relationships/notesSlide" Target="/ppt/notesSlides/notesSlide94.xml" Id="R5f6ccf71e01748d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fc5ed6a6a40fe" /><Relationship Type="http://schemas.openxmlformats.org/officeDocument/2006/relationships/notesSlide" Target="/ppt/notesSlides/notesSlide95.xml" Id="R47accef0d6b24b46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a8d032ff04dd5" /><Relationship Type="http://schemas.openxmlformats.org/officeDocument/2006/relationships/notesSlide" Target="/ppt/notesSlides/notesSlide96.xml" Id="R0b87fff70c0b475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0d1f8ca5040a8" /><Relationship Type="http://schemas.openxmlformats.org/officeDocument/2006/relationships/notesSlide" Target="/ppt/notesSlides/notesSlide97.xml" Id="R80fd7c2de1fb4caf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68a4ab5a94da0" /><Relationship Type="http://schemas.openxmlformats.org/officeDocument/2006/relationships/notesSlide" Target="/ppt/notesSlides/notesSlide98.xml" Id="Rffaa0ffda96e48c1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aa5bda5914051" /><Relationship Type="http://schemas.openxmlformats.org/officeDocument/2006/relationships/notesSlide" Target="/ppt/notesSlides/notesSlide99.xml" Id="R792838eeca684008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cbe9bc0cb447f" /><Relationship Type="http://schemas.openxmlformats.org/officeDocument/2006/relationships/notesSlide" Target="/ppt/notesSlides/notesSlide100.xml" Id="Rc841e57eb137470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3bacd3ba94e58" /><Relationship Type="http://schemas.openxmlformats.org/officeDocument/2006/relationships/notesSlide" Target="/ppt/notesSlides/notesSlide101.xml" Id="R8a94ace8c7e246be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89fdb118a4cf2" /><Relationship Type="http://schemas.openxmlformats.org/officeDocument/2006/relationships/image" Target="/ppt/media/image3.png" Id="R88437cbaf37944ee" /><Relationship Type="http://schemas.openxmlformats.org/officeDocument/2006/relationships/notesSlide" Target="/ppt/notesSlides/notesSlide102.xml" Id="R6bdacb6e58c945ae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85b42bde94a43" /><Relationship Type="http://schemas.openxmlformats.org/officeDocument/2006/relationships/notesSlide" Target="/ppt/notesSlides/notesSlide103.xml" Id="R2e4304025e2742e3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6056551b64813" /><Relationship Type="http://schemas.openxmlformats.org/officeDocument/2006/relationships/notesSlide" Target="/ppt/notesSlides/notesSlide104.xml" Id="R1884ce5cb46d4a02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e609c2fa6457d" /><Relationship Type="http://schemas.openxmlformats.org/officeDocument/2006/relationships/notesSlide" Target="/ppt/notesSlides/notesSlide105.xml" Id="R9e472514cdee4e7c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fb1f761d84ba7" /><Relationship Type="http://schemas.openxmlformats.org/officeDocument/2006/relationships/notesSlide" Target="/ppt/notesSlides/notesSlide106.xml" Id="R313f6658dd264a9a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7fe4b6c5a4d91" /><Relationship Type="http://schemas.openxmlformats.org/officeDocument/2006/relationships/notesSlide" Target="/ppt/notesSlides/notesSlide107.xml" Id="R5a34d5637dc84d67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007837bfe42f4" /><Relationship Type="http://schemas.openxmlformats.org/officeDocument/2006/relationships/notesSlide" Target="/ppt/notesSlides/notesSlide108.xml" Id="Ra63193d5a8c64afa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d6b8067f4472c" /><Relationship Type="http://schemas.openxmlformats.org/officeDocument/2006/relationships/notesSlide" Target="/ppt/notesSlides/notesSlide109.xml" Id="R4ab6c5602a36431a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d3f7f40584b35" /><Relationship Type="http://schemas.openxmlformats.org/officeDocument/2006/relationships/notesSlide" Target="/ppt/notesSlides/notesSlide110.xml" Id="R71bec7d52c5d4ecd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75c7e56984b90" /><Relationship Type="http://schemas.openxmlformats.org/officeDocument/2006/relationships/notesSlide" Target="/ppt/notesSlides/notesSlide111.xml" Id="Rd1a9ae779ebc4c3c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334040fc94b3b" /><Relationship Type="http://schemas.openxmlformats.org/officeDocument/2006/relationships/notesSlide" Target="/ppt/notesSlides/notesSlide112.xml" Id="R4d879cb0433e433b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853f1f7cb47d3" /><Relationship Type="http://schemas.openxmlformats.org/officeDocument/2006/relationships/notesSlide" Target="/ppt/notesSlides/notesSlide113.xml" Id="R2f938f820e3346ec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7d4049ac147de" /><Relationship Type="http://schemas.openxmlformats.org/officeDocument/2006/relationships/notesSlide" Target="/ppt/notesSlides/notesSlide114.xml" Id="R51f9df7f330c453c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b8da9b88140ef" /><Relationship Type="http://schemas.openxmlformats.org/officeDocument/2006/relationships/notesSlide" Target="/ppt/notesSlides/notesSlide115.xml" Id="R0e331e0301f84072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d8988e85342d2" /><Relationship Type="http://schemas.openxmlformats.org/officeDocument/2006/relationships/notesSlide" Target="/ppt/notesSlides/notesSlide116.xml" Id="R3a810285f1614e92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9b25eee8949e5" /><Relationship Type="http://schemas.openxmlformats.org/officeDocument/2006/relationships/notesSlide" Target="/ppt/notesSlides/notesSlide117.xml" Id="Rfe70ae38e2a448f8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1bb4bc4d84fb0" /><Relationship Type="http://schemas.openxmlformats.org/officeDocument/2006/relationships/notesSlide" Target="/ppt/notesSlides/notesSlide118.xml" Id="R18eeb07365b249f2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a640fdc234078" /><Relationship Type="http://schemas.openxmlformats.org/officeDocument/2006/relationships/notesSlide" Target="/ppt/notesSlides/notesSlide119.xml" Id="R7006a90aaa254036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5ab034ee04e49" /><Relationship Type="http://schemas.openxmlformats.org/officeDocument/2006/relationships/notesSlide" Target="/ppt/notesSlides/notesSlide120.xml" Id="Ra1a00d7ed5a749ef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525bcbe5f44e2" /><Relationship Type="http://schemas.openxmlformats.org/officeDocument/2006/relationships/notesSlide" Target="/ppt/notesSlides/notesSlide121.xml" Id="R758139a8e25742ee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6fe5dd40e48cc" /><Relationship Type="http://schemas.openxmlformats.org/officeDocument/2006/relationships/notesSlide" Target="/ppt/notesSlides/notesSlide122.xml" Id="R4d47d8df398c4855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c38d789af4531" /><Relationship Type="http://schemas.openxmlformats.org/officeDocument/2006/relationships/notesSlide" Target="/ppt/notesSlides/notesSlide123.xml" Id="R3a3f2d06ec2646ac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a65639ceb417a" /><Relationship Type="http://schemas.openxmlformats.org/officeDocument/2006/relationships/notesSlide" Target="/ppt/notesSlides/notesSlide124.xml" Id="R030b38359f9e4dac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f02ab920d4339" /><Relationship Type="http://schemas.openxmlformats.org/officeDocument/2006/relationships/notesSlide" Target="/ppt/notesSlides/notesSlide125.xml" Id="Raa62b5abe13f447b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e740ed978493f" /><Relationship Type="http://schemas.openxmlformats.org/officeDocument/2006/relationships/image" Target="/ppt/media/image4.png" Id="R0651a5c24bee4bb5" /><Relationship Type="http://schemas.openxmlformats.org/officeDocument/2006/relationships/notesSlide" Target="/ppt/notesSlides/notesSlide126.xml" Id="R6bfc5a09e8ba422b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795b419764d42" /><Relationship Type="http://schemas.openxmlformats.org/officeDocument/2006/relationships/notesSlide" Target="/ppt/notesSlides/notesSlide127.xml" Id="Rb39b4ab506fe4625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7a5cb2efb4d92" /><Relationship Type="http://schemas.openxmlformats.org/officeDocument/2006/relationships/notesSlide" Target="/ppt/notesSlides/notesSlide128.xml" Id="R8e62fdb9b4564a07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b517710d946b2" /><Relationship Type="http://schemas.openxmlformats.org/officeDocument/2006/relationships/notesSlide" Target="/ppt/notesSlides/notesSlide129.xml" Id="Ra4c741ab65f34ce4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bf8746eba41cc" /><Relationship Type="http://schemas.openxmlformats.org/officeDocument/2006/relationships/notesSlide" Target="/ppt/notesSlides/notesSlide130.xml" Id="R3ffded8e39654f47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f04b29ef54622" /><Relationship Type="http://schemas.openxmlformats.org/officeDocument/2006/relationships/notesSlide" Target="/ppt/notesSlides/notesSlide131.xml" Id="Rf3128992704f480e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061afaa424dd9" /><Relationship Type="http://schemas.openxmlformats.org/officeDocument/2006/relationships/notesSlide" Target="/ppt/notesSlides/notesSlide132.xml" Id="Rac09b591de424455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deb347366435a" /><Relationship Type="http://schemas.openxmlformats.org/officeDocument/2006/relationships/notesSlide" Target="/ppt/notesSlides/notesSlide133.xml" Id="R4e5a252b44af454f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6f8e46ebe44b1" /><Relationship Type="http://schemas.openxmlformats.org/officeDocument/2006/relationships/notesSlide" Target="/ppt/notesSlides/notesSlide134.xml" Id="R1746c9ff450640f3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6897a4e2744d9" /><Relationship Type="http://schemas.openxmlformats.org/officeDocument/2006/relationships/notesSlide" Target="/ppt/notesSlides/notesSlide135.xml" Id="Rfd54299b94714185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a2d1684ef41c1" /><Relationship Type="http://schemas.openxmlformats.org/officeDocument/2006/relationships/notesSlide" Target="/ppt/notesSlides/notesSlide136.xml" Id="R6fcc346226fb493c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54bbc237848c8" /><Relationship Type="http://schemas.openxmlformats.org/officeDocument/2006/relationships/notesSlide" Target="/ppt/notesSlides/notesSlide137.xml" Id="Rad7d0e334bf74c15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194003fba4300" /><Relationship Type="http://schemas.openxmlformats.org/officeDocument/2006/relationships/notesSlide" Target="/ppt/notesSlides/notesSlide138.xml" Id="R71ab3b4a30514f44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54cbcb4b243bc" /><Relationship Type="http://schemas.openxmlformats.org/officeDocument/2006/relationships/notesSlide" Target="/ppt/notesSlides/notesSlide139.xml" Id="Rb47ec207bb214065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6cf84acee41a3" /><Relationship Type="http://schemas.openxmlformats.org/officeDocument/2006/relationships/notesSlide" Target="/ppt/notesSlides/notesSlide140.xml" Id="R401a615541544929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e48f584c44145" /><Relationship Type="http://schemas.openxmlformats.org/officeDocument/2006/relationships/notesSlide" Target="/ppt/notesSlides/notesSlide141.xml" Id="R285e2fd614f24b8c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f2cf1a24046d7" /><Relationship Type="http://schemas.openxmlformats.org/officeDocument/2006/relationships/notesSlide" Target="/ppt/notesSlides/notesSlide142.xml" Id="R0815e8f0a8c445c6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d487533984f4c" /><Relationship Type="http://schemas.openxmlformats.org/officeDocument/2006/relationships/notesSlide" Target="/ppt/notesSlides/notesSlide143.xml" Id="Rb7e93d762dc44ec9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3335481a741b7" /><Relationship Type="http://schemas.openxmlformats.org/officeDocument/2006/relationships/notesSlide" Target="/ppt/notesSlides/notesSlide144.xml" Id="R9ba691bff27240fa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b45f8d1eb4ca5" /><Relationship Type="http://schemas.openxmlformats.org/officeDocument/2006/relationships/notesSlide" Target="/ppt/notesSlides/notesSlide145.xml" Id="R5854767872f3481d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5105791cf49a4" /><Relationship Type="http://schemas.openxmlformats.org/officeDocument/2006/relationships/notesSlide" Target="/ppt/notesSlides/notesSlide146.xml" Id="Rd82c4c35abec442b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e3f3faf55479a" /><Relationship Type="http://schemas.openxmlformats.org/officeDocument/2006/relationships/notesSlide" Target="/ppt/notesSlides/notesSlide147.xml" Id="Rd8dc3519d1294c84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0037867fb4c72" /><Relationship Type="http://schemas.openxmlformats.org/officeDocument/2006/relationships/notesSlide" Target="/ppt/notesSlides/notesSlide148.xml" Id="Rb0c166d497a24602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8ce14471c471f" /><Relationship Type="http://schemas.openxmlformats.org/officeDocument/2006/relationships/notesSlide" Target="/ppt/notesSlides/notesSlide149.xml" Id="Rcdd66c3062ae4d0d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40b7f41e146e4" /><Relationship Type="http://schemas.openxmlformats.org/officeDocument/2006/relationships/notesSlide" Target="/ppt/notesSlides/notesSlide150.xml" Id="Rbfb52c8d2480443c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28309082c4130" /><Relationship Type="http://schemas.openxmlformats.org/officeDocument/2006/relationships/notesSlide" Target="/ppt/notesSlides/notesSlide151.xml" Id="R162ac8dbf0e0414c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ca876dbec4395" /><Relationship Type="http://schemas.openxmlformats.org/officeDocument/2006/relationships/notesSlide" Target="/ppt/notesSlides/notesSlide152.xml" Id="R60f44749af60473e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2402ee0ad447e3" /><Relationship Type="http://schemas.openxmlformats.org/officeDocument/2006/relationships/notesSlide" Target="/ppt/notesSlides/notesSlide153.xml" Id="R098df2a345664851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c0e8d502d4615" /><Relationship Type="http://schemas.openxmlformats.org/officeDocument/2006/relationships/image" Target="/ppt/media/image5.png" Id="R65ed02c6ef584154" /><Relationship Type="http://schemas.openxmlformats.org/officeDocument/2006/relationships/notesSlide" Target="/ppt/notesSlides/notesSlide154.xml" Id="R3270a12c7a4d4f62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8ee72ad44f35" /><Relationship Type="http://schemas.openxmlformats.org/officeDocument/2006/relationships/notesSlide" Target="/ppt/notesSlides/notesSlide155.xml" Id="R897293370f4b4f1c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eccb643ea4216" /><Relationship Type="http://schemas.openxmlformats.org/officeDocument/2006/relationships/notesSlide" Target="/ppt/notesSlides/notesSlide156.xml" Id="R3e56572e3aa0426b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e6f46f68e4648" /><Relationship Type="http://schemas.openxmlformats.org/officeDocument/2006/relationships/notesSlide" Target="/ppt/notesSlides/notesSlide157.xml" Id="R7c2b236695bf407e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fde0574d44f57" /><Relationship Type="http://schemas.openxmlformats.org/officeDocument/2006/relationships/image" Target="/ppt/media/image6.png" Id="R5ae42f4087f4459a" /><Relationship Type="http://schemas.openxmlformats.org/officeDocument/2006/relationships/notesSlide" Target="/ppt/notesSlides/notesSlide158.xml" Id="R8b3e28b818eb42e0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0e2c8a8f94889" /><Relationship Type="http://schemas.openxmlformats.org/officeDocument/2006/relationships/notesSlide" Target="/ppt/notesSlides/notesSlide159.xml" Id="Raef0fc5a0b7f4331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9d00776724a20" /><Relationship Type="http://schemas.openxmlformats.org/officeDocument/2006/relationships/notesSlide" Target="/ppt/notesSlides/notesSlide160.xml" Id="R30f4ada89b774b9d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bc5a1d902457a" /><Relationship Type="http://schemas.openxmlformats.org/officeDocument/2006/relationships/notesSlide" Target="/ppt/notesSlides/notesSlide161.xml" Id="R55180d53570d4ba0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ade184b144ce2" /><Relationship Type="http://schemas.openxmlformats.org/officeDocument/2006/relationships/notesSlide" Target="/ppt/notesSlides/notesSlide162.xml" Id="Rb100a6620057406a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271cb93d3429d" /><Relationship Type="http://schemas.openxmlformats.org/officeDocument/2006/relationships/notesSlide" Target="/ppt/notesSlides/notesSlide163.xml" Id="R8333597789ae48df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4ef16157447b1" /><Relationship Type="http://schemas.openxmlformats.org/officeDocument/2006/relationships/image" Target="/ppt/media/image7.png" Id="R471535a8cee34b09" /><Relationship Type="http://schemas.openxmlformats.org/officeDocument/2006/relationships/notesSlide" Target="/ppt/notesSlides/notesSlide164.xml" Id="Rf2845fb8fa4f4a4c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282e6d17b48db" /><Relationship Type="http://schemas.openxmlformats.org/officeDocument/2006/relationships/notesSlide" Target="/ppt/notesSlides/notesSlide165.xml" Id="R02ce467d14c948c2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1144ab0c849fe" /><Relationship Type="http://schemas.openxmlformats.org/officeDocument/2006/relationships/notesSlide" Target="/ppt/notesSlides/notesSlide166.xml" Id="R4f4bf44c10284596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457c5b51548a4" /><Relationship Type="http://schemas.openxmlformats.org/officeDocument/2006/relationships/notesSlide" Target="/ppt/notesSlides/notesSlide167.xml" Id="Rd4b151dc0c524d0e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9f75900584911" /><Relationship Type="http://schemas.openxmlformats.org/officeDocument/2006/relationships/notesSlide" Target="/ppt/notesSlides/notesSlide168.xml" Id="R10fb72cdc6254027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0c9103e6b439d" /><Relationship Type="http://schemas.openxmlformats.org/officeDocument/2006/relationships/notesSlide" Target="/ppt/notesSlides/notesSlide169.xml" Id="Rcdea9dfa5a084446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75ef5b9094afd" /><Relationship Type="http://schemas.openxmlformats.org/officeDocument/2006/relationships/notesSlide" Target="/ppt/notesSlides/notesSlide170.xml" Id="R93963e3286f748aa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3f23ede9a4663" /><Relationship Type="http://schemas.openxmlformats.org/officeDocument/2006/relationships/notesSlide" Target="/ppt/notesSlides/notesSlide171.xml" Id="R810607d80cbb4ef1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40e2650b448bd" /><Relationship Type="http://schemas.openxmlformats.org/officeDocument/2006/relationships/notesSlide" Target="/ppt/notesSlides/notesSlide172.xml" Id="R470170b07e6d4cd3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3029ed69c4e9b" /><Relationship Type="http://schemas.openxmlformats.org/officeDocument/2006/relationships/notesSlide" Target="/ppt/notesSlides/notesSlide173.xml" Id="R93fef2078c9d47bf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cbdb4b89c42f5" /><Relationship Type="http://schemas.openxmlformats.org/officeDocument/2006/relationships/notesSlide" Target="/ppt/notesSlides/notesSlide174.xml" Id="R4608918130ef4adf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d434c993c40d8" /><Relationship Type="http://schemas.openxmlformats.org/officeDocument/2006/relationships/notesSlide" Target="/ppt/notesSlides/notesSlide175.xml" Id="R367a8e27f7bd4f5b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76dd671dc4b6b" /><Relationship Type="http://schemas.openxmlformats.org/officeDocument/2006/relationships/notesSlide" Target="/ppt/notesSlides/notesSlide176.xml" Id="R30c12a5a5da3486e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12b92f8a54bff" /><Relationship Type="http://schemas.openxmlformats.org/officeDocument/2006/relationships/notesSlide" Target="/ppt/notesSlides/notesSlide177.xml" Id="Re6c1feb8f87647aa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3fd8cfa60458e" /><Relationship Type="http://schemas.openxmlformats.org/officeDocument/2006/relationships/notesSlide" Target="/ppt/notesSlides/notesSlide178.xml" Id="R5cdf6f369907462b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798de2565429f" /><Relationship Type="http://schemas.openxmlformats.org/officeDocument/2006/relationships/notesSlide" Target="/ppt/notesSlides/notesSlide179.xml" Id="R0532fbebf0c34361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58378e3774b65" /><Relationship Type="http://schemas.openxmlformats.org/officeDocument/2006/relationships/notesSlide" Target="/ppt/notesSlides/notesSlide180.xml" Id="R8725adf7486a4dde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c9078c9b14109" /><Relationship Type="http://schemas.openxmlformats.org/officeDocument/2006/relationships/notesSlide" Target="/ppt/notesSlides/notesSlide181.xml" Id="Rc9f32a89096d4603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102251bae439a" /><Relationship Type="http://schemas.openxmlformats.org/officeDocument/2006/relationships/notesSlide" Target="/ppt/notesSlides/notesSlide182.xml" Id="R76f42e60fbbf49e0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f5a444f244c79" /><Relationship Type="http://schemas.openxmlformats.org/officeDocument/2006/relationships/notesSlide" Target="/ppt/notesSlides/notesSlide183.xml" Id="R0b8cdc9ceb024969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8250e7b644c79" /><Relationship Type="http://schemas.openxmlformats.org/officeDocument/2006/relationships/notesSlide" Target="/ppt/notesSlides/notesSlide184.xml" Id="Rd1e814d7c3ec4774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57517cebc4409" /><Relationship Type="http://schemas.openxmlformats.org/officeDocument/2006/relationships/notesSlide" Target="/ppt/notesSlides/notesSlide185.xml" Id="Rabceceea8cfa4dec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515b2910a42a8" /><Relationship Type="http://schemas.openxmlformats.org/officeDocument/2006/relationships/notesSlide" Target="/ppt/notesSlides/notesSlide186.xml" Id="Rb4dbac99f8d64e4a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a14abf98a440e" /><Relationship Type="http://schemas.openxmlformats.org/officeDocument/2006/relationships/notesSlide" Target="/ppt/notesSlides/notesSlide187.xml" Id="Redfa73efafcd47c7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ffcfbd6064b8e" /><Relationship Type="http://schemas.openxmlformats.org/officeDocument/2006/relationships/notesSlide" Target="/ppt/notesSlides/notesSlide188.xml" Id="Rb2432c10f13e4883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da04505aa4cc2" /><Relationship Type="http://schemas.openxmlformats.org/officeDocument/2006/relationships/notesSlide" Target="/ppt/notesSlides/notesSlide189.xml" Id="Rd74d2d1ea63c48ec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68b8b3ae24572" /><Relationship Type="http://schemas.openxmlformats.org/officeDocument/2006/relationships/notesSlide" Target="/ppt/notesSlides/notesSlide190.xml" Id="R936f16a595e84ab5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4fb016a0446c6" /><Relationship Type="http://schemas.openxmlformats.org/officeDocument/2006/relationships/notesSlide" Target="/ppt/notesSlides/notesSlide191.xml" Id="Re1cf604038464269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621ec1d704191" /><Relationship Type="http://schemas.openxmlformats.org/officeDocument/2006/relationships/notesSlide" Target="/ppt/notesSlides/notesSlide192.xml" Id="Rdb0ed9a08aba4fde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58faa759b4565" /><Relationship Type="http://schemas.openxmlformats.org/officeDocument/2006/relationships/notesSlide" Target="/ppt/notesSlides/notesSlide193.xml" Id="Re94cfc0d11744b5b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c2cd1594a4a84" /><Relationship Type="http://schemas.openxmlformats.org/officeDocument/2006/relationships/notesSlide" Target="/ppt/notesSlides/notesSlide194.xml" Id="Re05ea98f3ee94c3c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e4b5310644ffa" /><Relationship Type="http://schemas.openxmlformats.org/officeDocument/2006/relationships/notesSlide" Target="/ppt/notesSlides/notesSlide195.xml" Id="Rfdd8add9533c46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685CDC7-EECE-455D-A5BC-EFEFA22F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C++ 서버와 차량 시뮬레이션</a:t>
            </a:r>
          </a:p>
        </p:txBody>
      </p:sp>
      <p:sp>
        <p:nvSpPr>
          <p:cNvPr id="2" name="cover-230">
            <a:extLst xmlns:a="http://schemas.openxmlformats.org/drawingml/2006/main">
              <a:ext uri="{FF2B5EF4-FFF2-40B4-BE49-F238E27FC236}">
                <a16:creationId xmlns:a16="http://schemas.microsoft.com/office/drawing/2014/main" id="{FE02C363-A910-40A1-AFB8-23B2D237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02권  Drive Integration</a:t>
            </a:r>
          </a:p>
        </p:txBody>
      </p:sp>
      <p:sp>
        <p:nvSpPr>
          <p:cNvPr id="3" name="cover-313.28">
            <a:extLst xmlns:a="http://schemas.openxmlformats.org/drawingml/2006/main">
              <a:ext uri="{FF2B5EF4-FFF2-40B4-BE49-F238E27FC236}">
                <a16:creationId xmlns:a16="http://schemas.microsoft.com/office/drawing/2014/main" id="{375218E2-9259-4D11-AB09-656F2DBE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3992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문제의 이유부터 실제 코드와 계산, 독립 진단까지 이어 읽는 교재</a:t>
            </a:r>
          </a:p>
        </p:txBody>
      </p:sp>
      <p:sp>
        <p:nvSpPr>
          <p:cNvPr id="4" name="cover-396.55999999999995">
            <a:extLst xmlns:a="http://schemas.openxmlformats.org/drawingml/2006/main">
              <a:ext uri="{FF2B5EF4-FFF2-40B4-BE49-F238E27FC236}">
                <a16:creationId xmlns:a16="http://schemas.microsoft.com/office/drawing/2014/main" id="{D37E5AE4-42A9-4933-A432-E00526AD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7234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단원별 해설과 소스코드 실습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FA56CFE-6239-4CC9-A962-957996EB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1 / 195</a:t>
            </a:r>
          </a:p>
        </p:txBody>
      </p:sp>
    </p:spTree>
    <p:extLst>
      <p:ext uri="{BB962C8B-B14F-4D97-AF65-F5344CB8AC3E}">
        <p14:creationId xmlns:p14="http://schemas.microsoft.com/office/powerpoint/2010/main" val="824855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883B65E-176A-4861-9A17-C0A731A9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학습과 확인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75B9A06-BAD3-4767-B559-B85C1AF2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 단원은 먼저 실제 운전·통신 문제를 제시합니다. 왜 그 문제가 생기며 어떤 개념이 해결에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필요한지 확인한 뒤 코드를 읽습니다. 사용 목적과 핵심 해설은 슬라이드 본문에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E51604-F5F6-42BD-AF2B-1ED7883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페이지의 경로와 줄 번호는 현재 소스의 연속 구간을 가리킵니다. 바로 다음 풀이에서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입력, 조건, 상태 변경과 결과를 연결합니다. 교육용 계산은 실제 설정값·측정값과 구분합니다.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F386D79-A29C-4876-A3C9-28EEA80A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문제는 답을 보지 않고 먼저 풀어 보세요. 결과 숫자뿐 아니라 왜 그 분기를 선택했는지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설명해야 합니다. 틀린 경우 같은 단원의 예시와 코드 풀이를 다시 읽고 다음 단원으로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넘어갑니다.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29804E7-15E8-4BF2-A4D5-80B8E8B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799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목차의 시작 쪽과 각 장의 학습 순서로 현재 위치를 찾습니다. HTML 교재에는 장·단원별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바로가기와 같은 본문이 있습니다. 노트의 추가 설명은 보충 자료이므로 본문만으로도 핵심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수업을 따라갈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3A9494C-D284-4185-A3C6-F39EA931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2 / 195</a:t>
            </a:r>
          </a:p>
        </p:txBody>
      </p:sp>
    </p:spTree>
    <p:extLst>
      <p:ext uri="{BB962C8B-B14F-4D97-AF65-F5344CB8AC3E}">
        <p14:creationId xmlns:p14="http://schemas.microsoft.com/office/powerpoint/2010/main" val="1158470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F7D546-1B1E-4CB6-A55D-010F34DB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E502CC0-FBEA-4D24-B253-1B742DB1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1장 서버가 상태를 만드는 순서 · 6쪽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실행부터 틱 계산까지의 책임을 찾아 문제를 조사할 출발점을 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0969BF7-B397-42D3-87AD-12FDFDA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신뢰할 입력과 비동기 통신 · 30쪽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연결되어 있는데도 차량이 멈추는 이유와 오래된 명령을 거부하는 근거를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B021F5F-5F66-42D8-ADF9-E9394F1E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지면에서 지지력까지 · 56쪽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화면의 지형이 서버의 접지·서스펜션 힘으로 바뀌는 과정을 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0E19146-D991-46B6-8183-B59BF39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3 / 195</a:t>
            </a:r>
          </a:p>
        </p:txBody>
      </p:sp>
    </p:spTree>
    <p:extLst>
      <p:ext uri="{BB962C8B-B14F-4D97-AF65-F5344CB8AC3E}">
        <p14:creationId xmlns:p14="http://schemas.microsoft.com/office/powerpoint/2010/main" val="1141187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EFFA56D-0E18-4171-A62F-B923B091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2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4891418-91E5-4940-840C-80C78DA7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4장 타이어가 차를 움직이는 과정 · 84쪽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입력·토크·마찰·조향을 연결해 주행 느낌의 원인을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F88D2BF-F164-4834-9B4E-579B84E3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접촉과 충돌 반응 · 121쪽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단순 충돌 형상과 충격량을 이용해 상대가 밀리는 이유를 설명합니다.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5C61735-35EC-47DF-B6A2-A2416BDC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NPC 판단과 제한된 계산 시간 · 136쪽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목적지 경로와 근거리 우회를 나누고 탐색 폭주가 조작 지연을 만든 사례를 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3B2A89-FBE1-485E-B593-EFE45F23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4 / 195</a:t>
            </a:r>
          </a:p>
        </p:txBody>
      </p:sp>
    </p:spTree>
    <p:extLst>
      <p:ext uri="{BB962C8B-B14F-4D97-AF65-F5344CB8AC3E}">
        <p14:creationId xmlns:p14="http://schemas.microsoft.com/office/powerpoint/2010/main" val="790733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774CD5-B715-4A1B-9105-DBD21AF4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3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A4023C0-CAD2-4798-9677-F23AD0A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7장 기록·재현·독립 진단 · 169쪽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눈으로 확인한 결과를 반복 가능한 실험과 근거 있는 설명으로 바꿉니다.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1445C76-4AEF-47A0-AD83-6A979F47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5 / 195</a:t>
            </a:r>
          </a:p>
        </p:txBody>
      </p:sp>
    </p:spTree>
    <p:extLst>
      <p:ext uri="{BB962C8B-B14F-4D97-AF65-F5344CB8AC3E}">
        <p14:creationId xmlns:p14="http://schemas.microsoft.com/office/powerpoint/2010/main" val="2100375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CBD3877-4B00-495B-90F4-ABC197C8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1장 서버가 상태를 만드는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B0B2158-B7A9-416D-A2B1-6FA1C8AB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실행부터 틱 계산까지의 책임을 찾아 문제를 조사할 출발점을 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491BC48-35C1-41BD-99FA-EE039B45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함수 호출과 변수의 기본 의미를 알고 시작합니다.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516ACCA-1C93-4D2E-B676-ABE69B8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main과 SimulationHost의 조립 관계를 설명합니다. 실제 경과시간과 고정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시간을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72B8DA3F-E9F9-4A03-A1D8-CB780E9D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서버 시작 오류와 틱 지연을 서로 다른 문제로 분류할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6A01AA6-F9E2-42B3-85A2-52D5F34C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   6 / 195</a:t>
            </a:r>
          </a:p>
        </p:txBody>
      </p:sp>
    </p:spTree>
    <p:extLst>
      <p:ext uri="{BB962C8B-B14F-4D97-AF65-F5344CB8AC3E}">
        <p14:creationId xmlns:p14="http://schemas.microsoft.com/office/powerpoint/2010/main" val="202349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DBA4ECE-BA78-48F3-AA20-57F03C88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5E26F6C-19FA-4CBC-916C-6BB6AA4A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L01 실행 파일에서 한 번의 틱까지 · 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main에서 SimulationHost까지의 호출 흐름과 콜백의 역할을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F3DE219-7C4A-4509-8DED-C3E288B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L02 고정 dt와 두 개의 시간 · 19쪽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1/60초 이동량과 틱 초과 시각을 손으로 추적합니다.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A9510CC-6817-457D-A41F-34EC00F4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   7 / 195</a:t>
            </a:r>
          </a:p>
        </p:txBody>
      </p:sp>
    </p:spTree>
    <p:extLst>
      <p:ext uri="{BB962C8B-B14F-4D97-AF65-F5344CB8AC3E}">
        <p14:creationId xmlns:p14="http://schemas.microsoft.com/office/powerpoint/2010/main" val="1267353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D264858-7861-4108-A736-4696D6C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파일에서 한 번의 틱까지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976881B-3C03-41EC-827C-33710BF0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서버가 켜졌다는 로그만 보고 어디에서 차량 위치가 계산되는지 찾기 어렵습니다.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5842740-6E09-475D-9E30-1A2332FB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설정 읽기·객체 조립·반복 계산을 나누어야 시작 실패와 주행 실패를 구별할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A6D6663-4FB1-4598-AA2A-F5A11D55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main에서 SimulationHost까지의 호출 흐름과 콜백의 역할을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692CC1E3-1B71-4D38-A1D1-CCA3B75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함수 호출과 클래스 객체를 대략 이해하시면 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1091B93-0487-45FD-89F3-F6CE60F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8 / 195</a:t>
            </a:r>
          </a:p>
        </p:txBody>
      </p:sp>
    </p:spTree>
    <p:extLst>
      <p:ext uri="{BB962C8B-B14F-4D97-AF65-F5344CB8AC3E}">
        <p14:creationId xmlns:p14="http://schemas.microsoft.com/office/powerpoint/2010/main" val="1141490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EA0745-4802-4AF4-B0A3-3F644AFE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켜졌는데 어디부터 읽어야 할까요?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6C9015A-F7AB-40B6-9A74-48201CC0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콘솔에 연결 성공이 보이고 Unreal에서 자동차도 나타납니다. 그런데 자동차가 멈추면 어느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함수를 봐야 할까요? 시작점부터 전체 파일을 무작정 읽으면 설정 코드와 주행 계산이 섞여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원인을 좁히기 어렵습니다.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09D5F6E-C93B-4184-BE17-91DE7ADF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실행 준비와 반복 계산을 분리합니다. main은 실행 옵션을 읽고 run_simcore를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호출합니다. run_simcore는 지면·차량 설정을 읽고 서버 객체를 연결합니다. 실제 주행은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반복되는 틱에서 진행합니다.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54F63C-8B9D-485C-A737-11B93E9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수업에서는 코드를 고치지 않습니다. 입력이 어느 객체에 도착하고 계산 결과가 누구에게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전달되는지 이름을 따라가겠습니다. 이 연결도를 알면 시작 단계의 파일 오류를 물리식 오류와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혼동하지 않을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B688E95-DD68-4F72-91DE-3CC0727E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9 / 195</a:t>
            </a:r>
          </a:p>
        </p:txBody>
      </p:sp>
    </p:spTree>
    <p:extLst>
      <p:ext uri="{BB962C8B-B14F-4D97-AF65-F5344CB8AC3E}">
        <p14:creationId xmlns:p14="http://schemas.microsoft.com/office/powerpoint/2010/main" val="1798781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41BFFE1-7345-4AAB-8C46-7D608493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여러 책임을 연결하는 객체입니다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6699446-2548-4C27-911E-811F6F63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SimulationHost는 차량 물리만 계산하는 클래스가 아닙니다. 제어권을 확인하고 NPC와 외부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충돌 상태를 준비한 뒤 물리 객체를 호출하고 결과를 발행합니다. 이름의 Host는 이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흐름을 주관한다는 뜻입니다.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B6C4CB4-ACE7-4867-99B7-29B80DE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계산과 전송을 한 객체에 모두 구현하면 네트워크 없이 물리를 시험하기 어렵습니다.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프로젝트는 상태 전송 동작을 콜백으로 넘깁니다. 콜백은 나중에 필요한 순간에 호출하도록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등록한 함수입니다.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583D92E-40B7-4521-9435-2B38E27D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호스트를 읽을 때 소켓 내부 구현부터 외울 필요는 없습니다. 어떤 입력을 받아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바꾸고 어떤 콜백을 호출하는지 먼저 확인합니다. 이 방식은 통신을 제외한 호스트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테스트를 만드는 이유와도 연결됩니다.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DFF2F72-67BE-4CDE-9D95-C8778BE7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10 / 195</a:t>
            </a:r>
          </a:p>
        </p:txBody>
      </p:sp>
    </p:spTree>
    <p:extLst>
      <p:ext uri="{BB962C8B-B14F-4D97-AF65-F5344CB8AC3E}">
        <p14:creationId xmlns:p14="http://schemas.microsoft.com/office/powerpoint/2010/main" val="1704294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CC0B65A-2B8F-408E-BB82-1AB47000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옵션이 호스트 설정으로 들어가는 곳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68BE877-0492-4554-AEE1-4E72FAD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cpp/host/src/main.cpp:321-329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7959114-F552-47D4-9749-45B8B09C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2FEF7AF-ABFB-456B-9357-923653C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D35D6D9-326C-4BE7-A3ED-9240F719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SimulationHostConfig host_config;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host_config.origin_lat = options.origin_lat_deg;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host_config.origin_lon = options.origin_lon_deg;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host_config.origin_alt = options.origin_alt_m;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host_config.spawn_heading = options.spawn_heading_deg;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host_config.physics_frequency_hz = options.physics_frequency_hz;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host_config.command_timeout = options.command_timeout;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host_config.max_command_queue_age = options.max_command_queue_age;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host_config.hard_command_timeout = options.hard_command_timeout;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6A92536-A010-459C-8B9C-F203DC15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오른쪽 options의 값이 왼쪽 host_config로 복사됩니다. 같은 실행이라도 시작 위치·주파수·시간 제한이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달라지면 결과가 달라집니다.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CEF7C91-C0B2-499E-8A40-AFC315C2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11 / 195</a:t>
            </a:r>
          </a:p>
        </p:txBody>
      </p:sp>
    </p:spTree>
    <p:extLst>
      <p:ext uri="{BB962C8B-B14F-4D97-AF65-F5344CB8AC3E}">
        <p14:creationId xmlns:p14="http://schemas.microsoft.com/office/powerpoint/2010/main" val="1212768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8E15BE-2D5C-41A7-84C8-36E2C2F7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설정 복사는 계산을 준비하는 단계입니다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EC59595-0D21-4D5B-B641-BEBB6185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origin_lat·origin_lon·origin_alt는 좌표 원점을, spawn_heading은 시작 방향을 정합니다.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physics_frequency_hz는 뒤에서 고정 dt를 만드는 주파수입니다. 이 줄들 자체가 자동차를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이동시키지는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4425160-2D1F-4384-A6E3-87DF5357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command_timeout과 hard_command_timeout은 입력이 끊겼을 때의 단계적 대응에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사용됩니다. max_command_queue_age는 도착한 입력이 얼마나 늦어진 것으로 보이는지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판단합니다. 이름이 비슷해도 목적이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2738C92-5FA1-4483-972C-77D13D31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코드인데 PC마다 결과가 다르면 실행 옵션과 파일 경로를 먼저 비교해야 합니다. 클래스의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기본값을 읽는 것만으로 실제 실행값을 확정할 수 없습니다. 이 발췌는 설정의 출처와 사용처를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연결하는 출발점입니다.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44B09A1-6269-4595-9E76-9EED3A07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12 / 195</a:t>
            </a:r>
          </a:p>
        </p:txBody>
      </p:sp>
    </p:spTree>
    <p:extLst>
      <p:ext uri="{BB962C8B-B14F-4D97-AF65-F5344CB8AC3E}">
        <p14:creationId xmlns:p14="http://schemas.microsoft.com/office/powerpoint/2010/main" val="17162116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2A5C8D-12DD-46AF-BEE1-C688AA61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번의 실행을 책임별로 나누기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찾을 이름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역할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옵션 해석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객체 조립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run_simcore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읽기·호스트·소켓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이벤트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ioc.run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준비된 콜백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주행 반복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run_tick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입력·NPC·물리·발행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A51ECD1F-668E-43BA-8B5D-4DD86363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표는 시간 순서와 책임을 연결합니다. 준비 단계가 끝난 뒤 등록한 콜백을 실행하는 루프에 들어가며,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루프 안에서 여러 틱과 통신 이벤트를 처리합니다.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11DDE5A4-D41F-4C4A-A70C-920CF9F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차량이 처음부터 생성되지 않으면 위쪽 준비 단계를, 실행 후 점점 반응이 늦어지면 반복 단계의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작업과 대기를 먼저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650ABB9-1F82-4CE6-92A2-9AE52F24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13 / 195</a:t>
            </a:r>
          </a:p>
        </p:txBody>
      </p:sp>
    </p:spTree>
    <p:extLst>
      <p:ext uri="{BB962C8B-B14F-4D97-AF65-F5344CB8AC3E}">
        <p14:creationId xmlns:p14="http://schemas.microsoft.com/office/powerpoint/2010/main" val="18372499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F76E12B-8EBD-4540-B8C4-59796D80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 루프를 실행하는 마지막 호출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E2FA51E-E8DF-44F2-8C93-EE8320C9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cpp/host/src/main.cpp:409-413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8E5C7FB-9234-4305-8BB4-8E075E7B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7B75E05-31EA-445E-8AF5-08C5A503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11BC6C2-01FD-4440-91B8-33BC1A1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net::signal_set shutdown_signals(ioc, SIGINT, SIGTERM);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shutdown_signals.async_wait([&amp;ioc](const boost::system::error_code&amp; error, int)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(!error) ioc.stop();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ioc.run();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65D9893-C427-4B3A-BCC0-85E4EC68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 신호를 받을 콜백을 등록한 뒤 ioc.run()을 호출합니다. 비동기 동작도 이 루프가 실행할 기회를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얻어야 진행됩니다.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55DB1E1-30A3-4EE2-9CF2-D6FC9603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14 / 195</a:t>
            </a:r>
          </a:p>
        </p:txBody>
      </p:sp>
    </p:spTree>
    <p:extLst>
      <p:ext uri="{BB962C8B-B14F-4D97-AF65-F5344CB8AC3E}">
        <p14:creationId xmlns:p14="http://schemas.microsoft.com/office/powerpoint/2010/main" val="555454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BD494C-1BFC-47E2-9321-71ECC4D9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비동기라는 말이 무거운 계산을 없애 주지는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7542089-4BEB-4BD8-BC99-30C170DF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ioc.run은 이벤트를 기다렸다가 실행할 준비가 된 콜백을 호출합니다. 현재 주 루프는 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스레드에서 실행됩니다. async라는 이름은 완료를 기다리는 동안 다른 이벤트를 다룰 수 있게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한다는 뜻입니다.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CAD6799-76F4-4EC0-B54E-FFF4C198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 안에서 긴 탐색 계산을 직접 실행하면 그 시간 동안 같은 루프의 다른 콜백은 실행되지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못합니다. 입력 패킷이 PC에 도착했어도 서버의 읽기 콜백이 늦어질 수 있습니다. 인터넷만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조사해서는 설명이 안 되는 지점입니다.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75BEFBA-0AD5-484A-8A79-884F187E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일부 파일 준비 작업은 별도 경로에서 처리하므로 프로젝트의 모든 작업이 한 스레드라는 뜻은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지금 기억할 대상은 주 틱과 소켓 이벤트가 공유하는 루프입니다. 나중에 NPC 탐색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 사례에서 이 구조를 다시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A001E9F-5FA4-483A-9759-0EF2C8AE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15 / 195</a:t>
            </a:r>
          </a:p>
        </p:txBody>
      </p:sp>
    </p:spTree>
    <p:extLst>
      <p:ext uri="{BB962C8B-B14F-4D97-AF65-F5344CB8AC3E}">
        <p14:creationId xmlns:p14="http://schemas.microsoft.com/office/powerpoint/2010/main" val="6866999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54A9FE4-DB42-4CF0-A680-2DCE863C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두 종류의 실패를 어디서 조사할까요?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2C85848-6BE4-41E7-B555-2F0B7ED8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상황 A에서는 실행 직후 지도 파일을 열 수 없다는 오류와 함께 서버가 종료됩니다. 상황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B에서는 연결과 주행은 정상인데 NPC 앞을 막고 기다린 뒤 조작 지연이 커집니다. 각 상황의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조사 단계를 적어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6C96024-4DAD-479A-85A5-8F5425CF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main, run_simcore, run_tick, ioc.run을 각각 시작점·조립·반복 계산·이벤트 처리에 연결하세요.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모든 이름을 한 문장으로 나열하지 말고 앞 단계가 다음 단계에 무엇을 준비하는지 설명해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BA2E083-9701-4B7D-BE6E-7129E128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추가로 async_wait 안에 1초짜리 계산을 넣으면 소켓 콜백은 자동으로 다른 스레드에서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실행될까요? 지금 확인한 주 이벤트 루프 구조를 근거로 답하세요. 아직 코드를 수정하거나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서버를 실행할 필요는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60CAA94-B507-4F20-B3C3-C8055174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16 / 195</a:t>
            </a:r>
          </a:p>
        </p:txBody>
      </p:sp>
    </p:spTree>
    <p:extLst>
      <p:ext uri="{BB962C8B-B14F-4D97-AF65-F5344CB8AC3E}">
        <p14:creationId xmlns:p14="http://schemas.microsoft.com/office/powerpoint/2010/main" val="13152865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6AF281-D523-4D9C-AD7B-C019D8FA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실행 준비와 실행 중 작업을 구별합니다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9131892-FBDF-4102-ADC2-6B9ABC3C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시작 준비 단계입니다. run_simcore의 지도 경로와 파일 검증부터 확인합니다. B는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 반복 작업입니다. 틱 소요와 콜백이 오래 점유되는 위치를 확인해야 하며 지도 경로만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바꾸어 해결할 문제는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5C89FDB-1C01-488E-91F9-694C4E54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main은 옵션을 해석하고 run_simcore는 호스트와 통신 객체를 조립합니다. ioc.run이 등록된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이벤트를 실행하고, 타이머 콜백이 run_tick을 호출해 새 상태를 만듭니다. 각 함수가 모두 물리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계산을 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E736754-A947-47F2-A083-95761626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주 루프에서 긴 계산을 실행하면 같은 루프의 소켓 처리도 기다립니다. async 호출 자체가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계산을 별도 스레드로 옮겨 주지 않습니다. 다음 수업에서는 계산이 늦었을 때 실제 시간과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시간이 어떻게 달라지는지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4979CA-91FC-4BC4-96DF-5A65BFB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17 / 195</a:t>
            </a:r>
          </a:p>
        </p:txBody>
      </p:sp>
    </p:spTree>
    <p:extLst>
      <p:ext uri="{BB962C8B-B14F-4D97-AF65-F5344CB8AC3E}">
        <p14:creationId xmlns:p14="http://schemas.microsoft.com/office/powerpoint/2010/main" val="16470902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04DF1A-A4FC-43F5-8DA0-B3366393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81D6416-C652-4435-B86A-2653E037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main에서 SimulationHost까지의 호출 흐름과 콜백의 역할을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3EF9695-5C79-480B-BAFF-E625631C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설정 읽기·객체 조립·반복 계산을 나누어야 시작 실패와 주행 실패를 구별할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C39180D-1409-43B8-B892-8D034CFF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서버가 반복 계산한다는 사실을 알았으므로 그 반복에서 시간이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어떻게 흐르는지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420F9F-4260-4789-AC33-4225778D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18 / 195</a:t>
            </a:r>
          </a:p>
        </p:txBody>
      </p:sp>
    </p:spTree>
    <p:extLst>
      <p:ext uri="{BB962C8B-B14F-4D97-AF65-F5344CB8AC3E}">
        <p14:creationId xmlns:p14="http://schemas.microsoft.com/office/powerpoint/2010/main" val="1293413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360B5F1-6AA9-47D1-BEEC-1723645B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고정 dt와 두 개의 시간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4574C4-E7D3-405F-A8B9-455F110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화면은 60fps인데 서버 조작이 늦고 tick overrun 로그가 늘어날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04C4D67-12F1-48F9-8695-AC913BFE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화면 프레임·물리 틱·실제 경과시간을 분리해야 지연을 정확히 계산할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1DB3D6D-F675-42EF-A5EA-FA4DA8AA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1/60초 이동량과 틱 초과 시각을 손으로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62F94555-2CBC-4E46-98A1-F432D454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타이머와 콜백 흐름을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3DF0FDA-7A7B-4FFD-8744-E5FC173E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19 / 195</a:t>
            </a:r>
          </a:p>
        </p:txBody>
      </p:sp>
    </p:spTree>
    <p:extLst>
      <p:ext uri="{BB962C8B-B14F-4D97-AF65-F5344CB8AC3E}">
        <p14:creationId xmlns:p14="http://schemas.microsoft.com/office/powerpoint/2010/main" val="7135920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462684-12B4-41B9-81DA-AD68C6D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60fps와 60Hz는 무엇이 다를까요?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134370C-4376-401A-9428-4728A215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Unreal의 60fps는 화면을 초당 약 60번 그린다는 뜻입니다. 서버의 60Hz는 물리 시간 1초를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60단계로 나누도록 설정했다는 뜻입니다. 화면이 계속 그려져도 새 서버 상태가 늦으면 자동차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반응은 느릴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3665C5A-93E6-434F-8A0E-9F1DDDAC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dt는 한 계산 단계에서 진행할 시간이며 단위는 초입니다. 고정 dt를 사용하면 빠른 PC에서도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느린 PC에서도 한 단계가 같은 물리 시간을 뜻합니다. 여러 공식과 테스트를 같은 조건으로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비교하기 쉬워집니다.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E4D1F2F-5F9D-4ABD-9D8D-D76C5A83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반면 실제 시간은 사람이 시계로 기다린 시간입니다. 한 틱 계산이 30ms 걸려도 물리 dt가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자동으로 30ms가 되는 것은 아닙니다. 이 차이를 모르면 로그의 지연과 차량 이동량을 잘못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연결하게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F346E5-CFC0-44E9-8E6C-A4DCAEB4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20 / 195</a:t>
            </a:r>
          </a:p>
        </p:txBody>
      </p:sp>
    </p:spTree>
    <p:extLst>
      <p:ext uri="{BB962C8B-B14F-4D97-AF65-F5344CB8AC3E}">
        <p14:creationId xmlns:p14="http://schemas.microsoft.com/office/powerpoint/2010/main" val="14680157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B282B1-2B51-4C37-8113-D93ADFAF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속도에 시간을 곱하면 이동 거리가 나옵니다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2E13776-E2C2-4D87-8A64-CA325014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차량이 직선에서 일정한 50km/h로 움직인다고 가정합니다. km를 m로, 시간을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초로 바꾸면 50×1000÷3600=13.8889m/s입니다. 단위 변환 없이 숫자 50을 위치 계산에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넣으면 3.6배 빠르게 움직입니다.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9A68D3A-310B-41B1-912F-F3D1EA56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60Hz의 dt는 1÷60=0.0166667초입니다. 이동 거리 Δs=v×dt이므로 한 틱 거리는 약 0.23148m,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즉 23.148cm입니다. Unreal의 cm와 서버의 m를 연결할 때도 이 100배 차이를 따로 처리해야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27C4FD5-7E99-4A42-A8D4-D9E5C248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계산은 등속·직선 가정입니다. 실제 차량은 힘과 충돌 때문에 틱마다 속도가 변합니다.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그래도 예상 이동 규모를 먼저 계산해 두면 1틱에 수십 m를 이동하는 단위 오류를 빠르게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발견할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721B16F-44A1-404B-BBEC-6B91687E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21 / 195</a:t>
            </a:r>
          </a:p>
        </p:txBody>
      </p:sp>
    </p:spTree>
    <p:extLst>
      <p:ext uri="{BB962C8B-B14F-4D97-AF65-F5344CB8AC3E}">
        <p14:creationId xmlns:p14="http://schemas.microsoft.com/office/powerpoint/2010/main" val="3860131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8DC8413-8A74-491A-90F6-2CBC8F01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늦은 마감과 물리 틱을 처리하는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D46E5BB-5F22-4995-B508-3E101FE9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cpp/host/src/simulation_clock.hpp:43-54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219924C-1FD1-4C77-84EE-7A069BB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8CEAB7D-74CC-40ED-B82B-B9B0D2B7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9CE7B7A-68E5-4B92-A923-B395A49D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advance(Clock::time_point completed_at)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++tick_index_;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next_deadline_ += period_;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(completed_at &gt; next_deadline_)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Skip missed wall-clock deadlines instead of issuing a burst of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immediate callbacks. Simulation time still advances by exactly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one fixed step, so overload slows the simulation rather than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creating a catch-up spiral.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const auto skipped_periods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(completed_at - next_deadline_) / period_ + 1;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next_deadline_ += period_ * skipped_periods;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A06701C-649C-4D11-BF45-07B00D45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tick_index는 한 번 증가합니다. 다음 마감이 이미 과거라면 놓친 실제 마감을 건너뛰며, 즉시 실행되는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보충 틱을 무한히 쌓지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44EA1FF-BF26-4861-A602-C614E36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22 / 195</a:t>
            </a:r>
          </a:p>
        </p:txBody>
      </p:sp>
    </p:spTree>
    <p:extLst>
      <p:ext uri="{BB962C8B-B14F-4D97-AF65-F5344CB8AC3E}">
        <p14:creationId xmlns:p14="http://schemas.microsoft.com/office/powerpoint/2010/main" val="20282156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8F78D25-91FF-45F2-9CF9-C1E5DE52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과거의 마감을 모두 따라잡지 않는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24F0B82-BA4B-461E-99AF-CA5C40B3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느린 계산 뒤에 놓친 틱을 한꺼번에 따라잡으려 하면 다음 계산도 밀릴 수 있습니다. 밀린 일을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처리하려고 더 많은 일을 즉시 추가하는 악순환입니다. 현재 시계는 계산한 물리 틱 수와 놓친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마감 수를 분리합니다.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572E0C3-B96A-44EA-A390-9ADF932E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코드의 ++tick_index_는 물리 시간을 한 단계만 진행합니다. completed_at이 다음 마감보다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늦으면 지나간 주기 수를 구해 next_deadline을 미래로 옮깁니다. 그 결과 과부하에서는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진행이 실제 시간보다 느려질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514AE4A-AE99-4E6A-8576-D59B3B36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overrun은 시간 예산을 지키지 못했다는 경고이며 그 자체가 어느 함수가 느린지 알려 주지는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원인을 찾으려면 틱 내부 작업을 나누어 측정해야 합니다. 숫자를 숨기거나 dt를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갑자기 키우는 것으로 해결했다고 볼 수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F84F3F1-EE6D-486F-A156-010F9456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23 / 195</a:t>
            </a:r>
          </a:p>
        </p:txBody>
      </p:sp>
    </p:spTree>
    <p:extLst>
      <p:ext uri="{BB962C8B-B14F-4D97-AF65-F5344CB8AC3E}">
        <p14:creationId xmlns:p14="http://schemas.microsoft.com/office/powerpoint/2010/main" val="19570857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7C2CB56-5C0A-4F5E-8919-B0F26128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60Hz 설정에서 두 시간이 달라지는 예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042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콜백 완료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완료한 물리 틱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물리 진행량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마감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10ms 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16.67ms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미래 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30ms 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16.67ms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놓친 마감 건너뜀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1초 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16.67ms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1초보다 미래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DAEA257A-339D-4439-B7A0-DF490EAB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568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각 콜백을 마친 실제 시각만 비교합니다. 단 한 번 계산했다면 물리 진행은 1/60초입니다.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늦게 끝났다고 1초 분량의 물리를 계산한 것은 아닙니다.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69BB228D-E30D-4E05-84E0-649393F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341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마감은 완료 시각보다 뒤에 있어야 합니다. 이 조건이 네트워크를 포함한 다른 이벤트가 실행될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기회를 남깁니다.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027AAC5-A791-4620-B46B-63FFDB2D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24 / 195</a:t>
            </a:r>
          </a:p>
        </p:txBody>
      </p:sp>
    </p:spTree>
    <p:extLst>
      <p:ext uri="{BB962C8B-B14F-4D97-AF65-F5344CB8AC3E}">
        <p14:creationId xmlns:p14="http://schemas.microsoft.com/office/powerpoint/2010/main" val="7483920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3508285-280C-4FCD-AF27-34E5D74E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실제로 1초 초과를 넣는 시계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C3D8D00-5C69-4C1D-B3C7-CCB47320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cpp/host/tests/simulation_clock_test.cpp:45-53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4C6F85C-0F4B-41F6-A583-8510B874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8264A7D-B8CF-4F1D-89BB-F1AE6107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633CAFD-037D-4DC1-A542-8FB1CCFC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completed_at = start + 1s;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clock.advance(completed_at);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require(clock.tick_index() == 1,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"one callback must advance one simulation tick");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require(clock.next_deadline() &gt; completed_at,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"the next callback must never be scheduled in the past");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require(clock.overrun_count() &gt; 1,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"all skipped wall-clock deadlines must be counted");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B403818-8681-414A-AE33-CC0A8803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테스트는 완료 시각만 1초 뒤로 주고, 물리 틱은 1이며 다음 마감은 미래라는 세 조건을 검사합니다.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8F6C46B-6AC5-4D64-BD49-83F6306D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25 / 195</a:t>
            </a:r>
          </a:p>
        </p:txBody>
      </p:sp>
    </p:spTree>
    <p:extLst>
      <p:ext uri="{BB962C8B-B14F-4D97-AF65-F5344CB8AC3E}">
        <p14:creationId xmlns:p14="http://schemas.microsoft.com/office/powerpoint/2010/main" val="20744932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C7821DD-0FC9-463C-93CD-4F3E4ADD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검사해야 할 결과와 검사하지 않은 결과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0AEC788-FFED-44A9-97D1-CA79E80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require는 한 콜백이 한 물리 틱만 진행했다는 뜻입니다. 두 번째는 다음 호출을 이미 지난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시각으로 예약하지 않았다는 뜻입니다. 마지막은 건너뛴 마감을 기록하여 지연을 감추지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않았는지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9B14E56-4F5F-4FA7-9510-4CF8B38B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테스트는 자동차가 1초 동안 어디까지 가는지 검사하지 않습니다. 네트워크 입력 처리량이나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PC의 최대 틱 비용도 측정하지 않습니다. 작은 시계 객체의 규칙이 고정되어 있는지를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확인하는 검사입니다.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2E123D8-EA60-4053-B591-280E9FC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health와 주행 활성 여부도 틱 수 하나로 결정되지 않습니다. 새 Play와 유효 입력을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기다리거나 SafeStop 중일 수 있습니다. 이제 같은 시각에도 입력 상태에 따라 주행 허용이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달라지는 이유를 다음 수업에서 연결하겠습니다.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EDC0E3E-E05E-4A86-8660-6513FC4E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26 / 195</a:t>
            </a:r>
          </a:p>
        </p:txBody>
      </p:sp>
    </p:spTree>
    <p:extLst>
      <p:ext uri="{BB962C8B-B14F-4D97-AF65-F5344CB8AC3E}">
        <p14:creationId xmlns:p14="http://schemas.microsoft.com/office/powerpoint/2010/main" val="15593787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2754E7-91BB-47DA-BB68-236514EE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120틱과 실제 3초를 비교하기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51A1124-D497-444E-8B65-8BCEC857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60Hz 고정 dt에서 물리 틱을 120번 완료했습니다. 물리 시간은 몇 초인가요? 이 계산을 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데 실제로 3초가 걸렸다면 두 시간의 차이는 얼마이며, 반드시 잘못된 위치 적분이라고 결론낼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FAB7069-66CF-43BA-8B9E-C402D501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50km/h 등속 직선이라는 별도 가정에서 120틱 동안의 이동 거리도 계산하세요. 답에 사용한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속도의 단위와 dt의 단위를 꼭 쓰고 Unreal 좌표로 같은 거리를 표현하면 몇 cm인지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덧붙이세요.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49EBE57-7C25-421D-96C1-9639D275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시계 테스트가 통과했다는 정보만으로 서버가 모든 장면에서 실제 60Hz를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유지한다고 말할 수 있는지 판단하세요. 함수 규칙의 검증과 실시간 성능 측정이 각각 무엇을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보여 주는지 구분해 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CC6D714-9567-428C-8ED3-801969A7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27 / 195</a:t>
            </a:r>
          </a:p>
        </p:txBody>
      </p:sp>
    </p:spTree>
    <p:extLst>
      <p:ext uri="{BB962C8B-B14F-4D97-AF65-F5344CB8AC3E}">
        <p14:creationId xmlns:p14="http://schemas.microsoft.com/office/powerpoint/2010/main" val="2435510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8A1C38A-0C3A-4AF9-829D-1F1BA796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고정 시간과 성능 주장은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36927EE-E047-432A-A1F8-5F9971AF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물리 시간은 120×1/60=2초입니다. 실제 3초와는 1초 차이가 납니다. 과부하에서 마감을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건너뛰도록 설계했으므로 이 정보만으로 적분식이 틀렸다고 단정할 수는 없습니다. 다만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실시간 성능 목표는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4754390-39CE-4F06-8CD8-1EE11C1C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등속 직선 이동은 13.8889m/s×2s≈27.7778m입니다. Unreal의 cm로는 약 2777.78cm입니다.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3초를 곱하면 이번 실험에서 완료한 물리 틱과 다른 시간을 사용하게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290D719-D738-4DA6-A786-EB401C68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시계 회귀는 다음 마감과 틱 증가 규칙을 검증합니다. 실제 60Hz 유지 여부는 지면·충돌·NPC를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실행한 비용 측정이 필요합니다. 이후 입력 만료는 실제 기다린 시간을 다루기 때문에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시간을 계속 구별해야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7430D8C-BD46-4321-8AB3-CDD64471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28 / 195</a:t>
            </a:r>
          </a:p>
        </p:txBody>
      </p:sp>
    </p:spTree>
    <p:extLst>
      <p:ext uri="{BB962C8B-B14F-4D97-AF65-F5344CB8AC3E}">
        <p14:creationId xmlns:p14="http://schemas.microsoft.com/office/powerpoint/2010/main" val="14910141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FB90FA8-76B1-4B90-A872-97922CCB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242FB35-9832-4D70-9E69-396CD7E3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1/60초 이동량과 틱 초과 시각을 손으로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EB36888-A403-4DAD-AE7B-2EF9A5C2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화면 프레임·물리 틱·실제 경과시간을 분리해야 지연을 정확히 계산할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D56068E-ED03-41B1-B9FE-642BD467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시뮬레이션 시간을 배웠으므로 입력 만료가 왜 실제 시간으로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검사되는지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6ADC98C-2581-40CA-83DE-3EB528A9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29 / 195</a:t>
            </a:r>
          </a:p>
        </p:txBody>
      </p:sp>
    </p:spTree>
    <p:extLst>
      <p:ext uri="{BB962C8B-B14F-4D97-AF65-F5344CB8AC3E}">
        <p14:creationId xmlns:p14="http://schemas.microsoft.com/office/powerpoint/2010/main" val="2310734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8EF4957-590D-430E-BCC3-EB21BE09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신뢰할 입력과 비동기 통신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50F4C50-2390-468A-AE5B-B1C3AD91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연결되어 있는데도 차량이 멈추는 이유와 오래된 명령을 거부하는 근거를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170C1B0-02D1-4739-AD08-D3859354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이벤트 루프와 두 시간 개념이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3CB0EFD-5E75-4DD2-83FA-4FCA6C1D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제어권·soft·hard·queue age를 상태로 추적합니다. 비동기 전송에서 큐 크기와 버퍼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7375749-FA1C-47EB-B7A5-8A2E2F5D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통신 지연과 의도된 SafeStop을 로그로 구별할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06FDF33-30BF-41F6-A21A-BDBAF51C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   30 / 195</a:t>
            </a:r>
          </a:p>
        </p:txBody>
      </p:sp>
    </p:spTree>
    <p:extLst>
      <p:ext uri="{BB962C8B-B14F-4D97-AF65-F5344CB8AC3E}">
        <p14:creationId xmlns:p14="http://schemas.microsoft.com/office/powerpoint/2010/main" val="200874963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6E70C50-7569-4D7A-A2E8-05527C14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4E0DB52-1BC4-4291-996E-AED84F49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L03 제어권과 오래된 입력을 구별하기 · 32쪽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250ms·1000ms·100ms 조건을 상태 표로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8E7A48F-1AB6-4B46-A171-83362278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 상태 큐와 비동기 버퍼의 수명 · 45쪽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진행 중 메시지와 최신 대기 메시지, 콜백 캡처를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7542EF8-770C-4E01-8A78-653D1AFC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   31 / 195</a:t>
            </a:r>
          </a:p>
        </p:txBody>
      </p:sp>
    </p:spTree>
    <p:extLst>
      <p:ext uri="{BB962C8B-B14F-4D97-AF65-F5344CB8AC3E}">
        <p14:creationId xmlns:p14="http://schemas.microsoft.com/office/powerpoint/2010/main" val="9601370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797485F-3667-4CCB-8A73-F8A25FB9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제어권과 오래된 입력을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194762-3BA4-436A-AE88-DC9BB7D9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연결이 살아 있어도 마지막 가속 입력을 영원히 유지하면 차량을 통제할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F7EDE87-E8E7-4B8B-A022-7D75DCF1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누가 보낸 입력인지와 지금도 사용할 만큼 신선한 입력인지를 별도로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14C8CAA-0063-4F4F-A58A-106A383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250ms·1000ms·100ms 조건을 상태 표로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C1C0BE6-64C5-490B-B502-DE0F48FB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실제 시간과 고정 시뮬레이션 시간을 구분해야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156B733-762B-4FEF-8CA2-1BC6B605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32 / 195</a:t>
            </a:r>
          </a:p>
        </p:txBody>
      </p:sp>
    </p:spTree>
    <p:extLst>
      <p:ext uri="{BB962C8B-B14F-4D97-AF65-F5344CB8AC3E}">
        <p14:creationId xmlns:p14="http://schemas.microsoft.com/office/powerpoint/2010/main" val="11447846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2E1D1D8-7731-4F39-82BD-1C38AD8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성공만으로 조작을 허용하면 생기는 문제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FD9F4E9-42CE-4D48-B9E6-A86FA567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가속 키를 누른 뒤 연결이 멈췄다고 생각해 보세요. 마지막 입력이 계속 유효하다면 사용자가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조작을 멈췄는데도 자동차는 계속 가속할 수 있습니다. 반대로 잠깐 늦어진 모든 연결을 즉시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버리면 작은 일시 정지에도 재연결이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EBFC2FF-591F-4E75-9D52-FED07856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ControlLease는 현재 조작 권한을 가진 세션과 마지막 유효 입력 시점을 관리합니다. lease는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영구 소유권이 아니라 계속 유효성을 확인하는 권한입니다. 메시지를 받았다는 사실과 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메시지를 받아들였다는 사실도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BC38237-6D02-4952-8F73-45052AC7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수업의 목표는 안전 정지와 연결 폐기를 구별하는 것입니다. 먼저 순서·시계·세션을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확인하고, 도착하지 않은 입력의 만료와 늦게 도착한 입력의 신선도 검사를 따로 읽겠습니다.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그래야 경고 원인을 정확히 설명할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7B02CD2-7A55-452E-9BE0-CDDE7294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33 / 195</a:t>
            </a:r>
          </a:p>
        </p:txBody>
      </p:sp>
    </p:spTree>
    <p:extLst>
      <p:ext uri="{BB962C8B-B14F-4D97-AF65-F5344CB8AC3E}">
        <p14:creationId xmlns:p14="http://schemas.microsoft.com/office/powerpoint/2010/main" val="160772230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B7B397-2565-47CF-87F6-1CAD641A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 순서와 Play 세션을 따로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AF64A86-77C3-47AF-98C8-FAE54E4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sequence는 같은 세션에서 명령 순서를 나타냅니다. 이전 번호 이하인 메시지는 중복이나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역순이므로 거부합니다. client_time_ns가 이전 값보다 작아지면 클라이언트 시계가 뒤로 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것으로 보고 거부합니다.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5F273D5-3FA6-49A4-ABB3-ED4C95E3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세션 식별자는 누가 지금 제어 중인지 구분합니다. 새 Play는 새 시뮬레이션을 시작하지만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 안의 재연결은 기존 위치를 이어갈 수 있습니다. 둘을 같게 처리하면 통신이 잠깐 끊겼을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 차량이 출발점으로 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A68DF19-E003-4553-B310-FC2619F7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health의 awaiting_reset과 awaiting_control은 준비 절차를 기다리는 상태이고 active는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조건에서 주행을 허용한다는 뜻입니다. 연결됨 아이콘 하나보다 이 상태와 거부 이유를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읽어야 조작 불능을 진단할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AA1C511-2374-4FBF-9869-5D9A92A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34 / 195</a:t>
            </a:r>
          </a:p>
        </p:txBody>
      </p:sp>
    </p:spTree>
    <p:extLst>
      <p:ext uri="{BB962C8B-B14F-4D97-AF65-F5344CB8AC3E}">
        <p14:creationId xmlns:p14="http://schemas.microsoft.com/office/powerpoint/2010/main" val="16706984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DB77C04-926F-438D-8E1F-BB3BDF2E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soft 만료: 안전 입력으로 전환할 조건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1472F9E-CAA8-4F7C-8B45-9E3DB5EC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cpp/host/src/control/control_lease.hpp:155-165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8BA6BD5-3A02-4D0C-ADE7-913ED2D0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A919A5A-F5A3-4E5A-8D45-11AB133D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858E706-FDB5-457D-A9AB-C7A86635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(safe_stop_active_ || last_receive_time_ == Clock::time_point::min())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(now - last_receive_time_ &lt;= 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0D772DF-EE11-4A0C-8331-90DBD42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유효 수신 이후 시간이 timeout보다 클 때 SafeStop을 켭니다. 정확히 250ms와 같으면 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함수의 만료 조건은 아직 거짓입니다.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FB473A0-2654-4B86-A257-B94475C0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35 / 195</a:t>
            </a:r>
          </a:p>
        </p:txBody>
      </p:sp>
    </p:spTree>
    <p:extLst>
      <p:ext uri="{BB962C8B-B14F-4D97-AF65-F5344CB8AC3E}">
        <p14:creationId xmlns:p14="http://schemas.microsoft.com/office/powerpoint/2010/main" val="167142777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B181B97-B02E-4643-B2FD-9093B286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250ms SafeStop은 권한 폐기와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F8D073B-0180-405A-A15F-88F13B6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코드는 이미 안전 정지 중이거나 유효 수신 이력이 없으면 새 전환을 만들지 않습니다. 유효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입력이 있는 경우 실제 경과시간을 timeout과 비교합니다. 기본 실행의 soft 기준은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250ms이며 비교는 초과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2409AD0-9D90-4E3F-B39C-3E5D97B4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SafeStop이 켜지면 호스트는 오래된 가속을 유지하지 않도록 안전 입력을 적용합니다.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 세션은 이 단계에서 남습니다. 따라서 같은 세션의 순서와 신선도 검사를 통과한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명령으로 다시 조작할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C7D9293-BDF3-4663-A3C0-1F9AB8BE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단순히 아무 패킷이나 도착하면 복구되도록 만들면 지연 큐에 쌓여 있던 옛 가속이 차량을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움직일 수 있습니다. 복구 시에도 accept의 검사를 거쳐야 하는 이유입니다. 안전 상태와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네트워크 수신 여부를 구분해서 기록하세요.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8D2C1DB-0C65-408E-98C4-7846EA63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36 / 195</a:t>
            </a:r>
          </a:p>
        </p:txBody>
      </p:sp>
    </p:spTree>
    <p:extLst>
      <p:ext uri="{BB962C8B-B14F-4D97-AF65-F5344CB8AC3E}">
        <p14:creationId xmlns:p14="http://schemas.microsoft.com/office/powerpoint/2010/main" val="10071028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AF01DEE-A616-4335-864E-97187C74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만료: 세션을 폐기하는 조건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A6EED9F-E09A-47C7-8E10-59FB939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cpp/host/src/control/control_lease.hpp:170-180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4861CAD-FE60-4637-BD93-403C3106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A930AD8-ADF6-4A9D-9AFE-792BD646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5579C5D-5242-4473-8A4E-8BBFFBDE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update_hard_timeout(Clock::time_point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(last_receive_time_ == Clock::time_point::min()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active_key_.empty()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now - last_receive_time_ &lt;= hard_timeout_)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retired_sessions_.insert(active_key_);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active_key_.clear();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3235EAB-F41F-40B0-98ED-CAC23EBD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기준을 초과하면 active_key를 retired_sessions에 넣고 지웁니다. 이전 소유자의 늦은 입력이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권한을 되찾지 못하도록 막습니다.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7687B2D-2AB6-4285-979C-607686B0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37 / 195</a:t>
            </a:r>
          </a:p>
        </p:txBody>
      </p:sp>
    </p:spTree>
    <p:extLst>
      <p:ext uri="{BB962C8B-B14F-4D97-AF65-F5344CB8AC3E}">
        <p14:creationId xmlns:p14="http://schemas.microsoft.com/office/powerpoint/2010/main" val="210603373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F5C135-08DF-4985-9AF2-38AF754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유효 입력 이후의 상태 추적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경과시간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soft 초과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 초과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soft 경계와 같음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정지·권한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 경계와 같음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권한 폐기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703937E7-628D-455B-9D13-E56F7BE8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기준은 soft 250ms, hard 1000ms이고 중간에 유효한 새 명령은 없다고 가정합니다. 상태 변화는 해당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 함수가 실제로 실행되는 순간에 발생합니다.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ADDB6ED1-0C46-43E8-AAEB-CACF3423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1000ms에서는 soft 조건은 이미 참이지만 hard 조건은 아직 거짓입니다. 두 검사를 하나의 제한으로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외우지 말고 각각 비교하세요.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7405D96-C8D3-4388-807A-4F55C0D2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38 / 195</a:t>
            </a:r>
          </a:p>
        </p:txBody>
      </p:sp>
    </p:spTree>
    <p:extLst>
      <p:ext uri="{BB962C8B-B14F-4D97-AF65-F5344CB8AC3E}">
        <p14:creationId xmlns:p14="http://schemas.microsoft.com/office/powerpoint/2010/main" val="1871705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DD9DCEB-1C59-4F3C-AC04-6D69B350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queue age는 두 경과시간의 차이입니다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F894F37-233F-4C4B-BAA3-634DC5B6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cpp/host/src/control/control_lease.hpp:123-132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878D447-5C73-4B78-99FD-B8C2A54A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4BA4793-71FB-4580-AFAA-2223650D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F15D54B-47E1-497B-8835-D2B62747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server_elapsed = received_at - previous_receive_time;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client_elapsed = std::chrono::nanoseconds(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command.client_time_ns - previous_client_time_ns);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estimated_queue_age = server_elapsed &gt; client_elapsed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std::chrono::duration_cast&lt;std::chrono::nanoseconds&gt;(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server_elapsed - client_elapsed)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std::chrono::nanoseconds::zero();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(estimated_queue_age &gt; max_queue_age_)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ControlLeaseDecision::ExcessiveQueueAge;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FA33E94-4DDF-46DF-8984-74EE3147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서버에서 관측한 명령 간격에서 클라이언트의 명령 간격을 뺍니다. 양수 부분이 100ms를 초과하면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 지연이 큰 명령으로 거부합니다.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DB15D31-2502-4984-936C-F35BDDC3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39 / 195</a:t>
            </a:r>
          </a:p>
        </p:txBody>
      </p:sp>
    </p:spTree>
    <p:extLst>
      <p:ext uri="{BB962C8B-B14F-4D97-AF65-F5344CB8AC3E}">
        <p14:creationId xmlns:p14="http://schemas.microsoft.com/office/powerpoint/2010/main" val="10007553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3BFDD7-7A90-4EE9-BC75-53A56C4C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다른 PC의 절대 시각을 빼지 않는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7F3F660-B075-4493-8F02-82E87A9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 PC 시계는 같은 원점이나 오차를 가진다고 보장할 수 없습니다. 서버의 현재 시각에서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클라이언트의 절대 시각을 바로 빼면 네트워크 지연과 시계 차이가 섞입니다. 현재 코드는 연속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명령 사이의 경과시간을 비교합니다.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92A79C7-515D-4890-9870-FF33BC60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서버 수신 간격이 150ms인데 클라이언트 명령 간격은 16ms라면 추가 지연 추정은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134ms입니다. 100ms 제한을 넘으므로 거부합니다. 서버 80ms, 클라이언트 20ms이면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60ms이며 이 검사에서는 통과합니다.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F47BD29-8522-403C-A6E2-85DFAB7C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값은 절대 네트워크 지연을 완벽히 측정한 값이 아닙니다. 이전 유효 명령과 비교하는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신선도 정책입니다. 최초 명령에는 이전 간격이 없고, 다른 세션·순서 검사도 있으므로 queue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age 하나가 모든 허용 여부를 결정하지는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AF29AB-260D-47B4-B6E4-E1BEE0C3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40 / 195</a:t>
            </a:r>
          </a:p>
        </p:txBody>
      </p:sp>
    </p:spTree>
    <p:extLst>
      <p:ext uri="{BB962C8B-B14F-4D97-AF65-F5344CB8AC3E}">
        <p14:creationId xmlns:p14="http://schemas.microsoft.com/office/powerpoint/2010/main" val="64348472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1A82DDF-76A8-4E1A-9160-A21677A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 입력으로 SafeStop이 풀리지 않는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D78FE69-A311-4EF1-A8A8-813AD3A0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cpp/host/tests/control_lease_test.cpp:77-84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7BB944B-9F7A-48A6-BAEC-319B6C48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FA574CB-CB8C-43FB-9798-505497AE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D2C3B1E-5BEC-48B6-88C5-919BB653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require(lease.update_timeout(start + 251ms),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"250ms command timeout must enter SafeStop");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require(lease.accept(command("manual", "session-a", 2, 1'010'000'000), start +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252ms)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== ControlLeaseDecision::ExcessiveQueueAge,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"an old queued packet must not release the soft SafeStop");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require(lease.safe_stop_active(),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"rejected queued input must leave SafeStop active");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B4119C7-8CC0-4C70-BD17-AE86C470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251ms에 안전 정지를 만든 뒤 252ms에 도착한 오래된 명령을 거부하고, 안전 정지가 그대로인지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1CC6DD3-9C50-4CA6-BB62-E4EFA79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41 / 195</a:t>
            </a:r>
          </a:p>
        </p:txBody>
      </p:sp>
    </p:spTree>
    <p:extLst>
      <p:ext uri="{BB962C8B-B14F-4D97-AF65-F5344CB8AC3E}">
        <p14:creationId xmlns:p14="http://schemas.microsoft.com/office/powerpoint/2010/main" val="11271093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4341CA-1E26-4647-8AD6-2395BBDB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늦은 패킷과 새로운 입력을 분류하기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3037D7A-2A87-40D2-8BD9-7C579DB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유효 제어를 시작한 뒤 251ms 동안 새 입력이 없습니다. 이후 같은 세션에서 순서 번호가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증가한 명령이 도착하지만, 서버 간격은 252ms이고 클라이언트 간격은 10ms입니다. 권한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유지와 조작 복구를 각각 판단하세요.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426AA72-1880-48B1-934E-92C0CC7D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명령은 나머지 조건이 유효하며 서버와 클라이언트 경과가 둘 다 253ms라고 가정합니다.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 지연 추정값과 복구 가능성을 적으세요. 첫 거부가 마지막 유효 입력 기록을 오염시키지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않는지도 생각해 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07A9C71-C93A-4D4B-A00A-1AA73DB0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hard 만료가 실행된 뒤 예전 세션의 큰 sequence 명령이 오면 받아도 될까요?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순서가 새롭다는 사실과 세션이 폐기됐다는 사실 중 어떤 검사를 먼저 만족해야 하는지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915E35A-1DB3-4030-8253-A04A69A2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42 / 195</a:t>
            </a:r>
          </a:p>
        </p:txBody>
      </p:sp>
    </p:spTree>
    <p:extLst>
      <p:ext uri="{BB962C8B-B14F-4D97-AF65-F5344CB8AC3E}">
        <p14:creationId xmlns:p14="http://schemas.microsoft.com/office/powerpoint/2010/main" val="125334051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541949F-8344-4316-8C6B-C74FCAB8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권한 유지 상태에서도 신선도 검사는 필요합니다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B2A3E3F-AA77-4093-9758-0214FF53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251ms에서는 soft 안전 정지이고 기존 세션은 남습니다. 그러나 늦게 온 명령의 추가 지연은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252−10=242ms로 100ms를 넘습니다. sequence가 증가했어도 거부하며 SafeStop은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유지해야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E17671A-CE54-4C11-852A-D5947638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경과가 253ms로 같다면 추가 지연은 0입니다. 다른 검사까지 통과한 같은 소유자의 입력은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폐기 전에는 복구할 수 있습니다. 거부된 패킷으로 기준을 바꾸지 않아야 이후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명령을 정확히 판단할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72C4911-23DF-4E3E-9D99-12B8193F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만료 뒤 이전 세션은 retired 상태입니다. 큰 sequence만으로 권한을 되살리면 폐기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경계를 우회하게 됩니다. 새 연결·세션 절차가 필요합니다. 다음 수업은 반대 방향인 서버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전송에서 오래된 대기를 관리하는 방법입니다.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C25CA1B-59D5-432B-A1AF-9C35F56A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43 / 195</a:t>
            </a:r>
          </a:p>
        </p:txBody>
      </p:sp>
    </p:spTree>
    <p:extLst>
      <p:ext uri="{BB962C8B-B14F-4D97-AF65-F5344CB8AC3E}">
        <p14:creationId xmlns:p14="http://schemas.microsoft.com/office/powerpoint/2010/main" val="9378108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A8447D2-1DAA-4F48-83F7-B6B1588B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62CDB7D-9227-4036-BABA-2B46F7B3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250ms·1000ms·100ms 조건을 상태 표로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0E9A8BB-D4D7-4AF6-8EC5-CB8218DD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누가 보낸 입력인지와 지금도 사용할 만큼 신선한 입력인지를 별도로 검증해야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869BF3D-58D7-4851-AA65-77FC90D9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입력의 안전성을 알았으므로 서버가 보내는 상태를 밀리지 않게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관리하는 방법을 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8EFCB9C-19EF-4091-B0EE-6C83F6EC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44 / 195</a:t>
            </a:r>
          </a:p>
        </p:txBody>
      </p:sp>
    </p:spTree>
    <p:extLst>
      <p:ext uri="{BB962C8B-B14F-4D97-AF65-F5344CB8AC3E}">
        <p14:creationId xmlns:p14="http://schemas.microsoft.com/office/powerpoint/2010/main" val="148224698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33ADC96-0C7C-4E6B-B698-3913928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 큐와 비동기 버퍼의 수명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22D2333-C2A3-4F4D-B9AE-52810150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상태를 만드는 속도보다 보내는 속도가 느리면 화면이 점점 과거를 보여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006D276-ED9A-4383-81D1-71625A59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실시간 상태에는 제한된 대기 정책이 필요하고 비동기 메모리는 완료까지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살아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8513392-EB98-4C1C-9A61-A4983DBF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진행 중 메시지와 최신 대기 메시지, 콜백 캡처를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3C74981-5CED-409E-9BDF-C333A6FD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콜백과 L03의 입력 신선도를 먼저 이해합니다.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6F2DB0-2960-407F-9610-1C5D7C2D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45 / 195</a:t>
            </a:r>
          </a:p>
        </p:txBody>
      </p:sp>
    </p:spTree>
    <p:extLst>
      <p:ext uri="{BB962C8B-B14F-4D97-AF65-F5344CB8AC3E}">
        <p14:creationId xmlns:p14="http://schemas.microsoft.com/office/powerpoint/2010/main" val="93387639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5F36655-A31F-457A-8315-D16466E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상태를 모두 저장하면 항상 좋을까요?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BA8FBEA-86E3-42BA-832F-4958B36F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서버가 상태를 초당 60개 만들지만 연결이 초당 30개만 보낼 수 있다고 가정합니다. 모든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큐에 넣으면 1초마다 30개가 더 기다립니다. 화면은 끊기지 않아도 점점 오래된 위치를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따라가게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7DAD8DF-887C-4616-AA85-D72C43B1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 메시지는 현재 위치를 보여 주는 자료이므로 아직 보내지 않은 오래된 상태를 최신 상태로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바꿀 수 있습니다. 모든 사건을 반드시 보존해야 하는 기록 파일과 목적이 다릅니다. 메시지의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의미에 맞는 큐 정책이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847DA65-AB7F-4A11-89C4-D7A19AEB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프로젝트의 주행 상태 전송은 진행 중인 메시지 하나와 최신 대기 상태 하나를 유지합니다.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Hello와 제어 절차 전체를 무조건 버리는 규칙은 아닙니다. 어떤 종류의 메시지에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적용하는지까지 함께 읽어야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7903D04-39B2-44E1-952B-16E3B46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46 / 195</a:t>
            </a:r>
          </a:p>
        </p:txBody>
      </p:sp>
    </p:spTree>
    <p:extLst>
      <p:ext uri="{BB962C8B-B14F-4D97-AF65-F5344CB8AC3E}">
        <p14:creationId xmlns:p14="http://schemas.microsoft.com/office/powerpoint/2010/main" val="192277535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FE7C318-9D2E-418A-8C5A-A1F9CF0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backpressure와 latest-wins의 관계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D573AA5-F874-4A7B-BD60-D52D03BD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backpressure는 소비자가 감당할 속도보다 생산자가 빠를 때 작업량을 제어하는 문제입니다.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대기를 무한히 늘리는 대신 생산을 늦추거나 일부 자료를 합치거나 버릴 수 있습니다. 선택은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데이터의 의미에 따라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1929097-B137-4E93-BF5D-9ADDC46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latest-wins는 최신 값으로 대기 상태를 교체한다는 정책입니다. 차량 위치 표시는 몇 틱 전 중간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모두 보는 것보다 현재 상태에 가까워지는 편이 중요합니다. 이미 전송 중인 버퍼는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바꾸지 않아야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230121D-AEE0-4220-AED3-4874D823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큐 크기를 제한해도 느린 링크 자체가 빨라지는 것은 아닙니다. 다만 무한한 메모리 증가와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누적 표시 지연을 줄일 수 있습니다. 입력의 queue age 검사와 상태 출력 큐 정책은 방향과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목적이 다른 두 장치입니다.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EBCD0A-AD3A-4421-AFFE-30CB5374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47 / 195</a:t>
            </a:r>
          </a:p>
        </p:txBody>
      </p:sp>
    </p:spTree>
    <p:extLst>
      <p:ext uri="{BB962C8B-B14F-4D97-AF65-F5344CB8AC3E}">
        <p14:creationId xmlns:p14="http://schemas.microsoft.com/office/powerpoint/2010/main" val="18624092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50D5D70-59B1-466B-88FC-A79BB49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전송 중 상태와 대기 상태를 구별하는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2D0A2F0-834E-4FC9-8539-883FCE6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cpp/host/src/websocket/ws_server.cpp:72-80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691CC33-4771-472E-BD57-D0066AEA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C06A40B-7262-49F0-9AA9-4649A8C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570BC93-D077-48CE-9ACC-BD09C341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(closed_ || close_requested_)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State broadcast is latest-wins; keep the write in progress and one pending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update.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(write_in_progress_ &amp;&amp; write_queue_.size() &gt;= 2)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write_queue_.back() = std::move(message);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9B6F134-0460-46F9-B41D-5AD00743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쓰기가 진행 중이고 큐에 두 개 이상 있으면 맨 뒤 메시지를 교체합니다. 이미 보내고 있는 앞 메시지는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그대로 둡니다.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BA12A8B-4972-433E-B948-8CAFBAC7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48 / 195</a:t>
            </a:r>
          </a:p>
        </p:txBody>
      </p:sp>
    </p:spTree>
    <p:extLst>
      <p:ext uri="{BB962C8B-B14F-4D97-AF65-F5344CB8AC3E}">
        <p14:creationId xmlns:p14="http://schemas.microsoft.com/office/powerpoint/2010/main" val="116644952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C962A3-2118-4374-A9CB-0C4BC425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큐 교체 분기를 상태로 읽기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4F40CAC-BEEB-47FB-A833-2D4EEB00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closed 또는 close_requested이면 새 상태를 보내지 않습니다. 그다음 분기는 실제 쓰기가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진행 중이고 대기 슬롯이 있는 상황을 찾습니다. back을 바꾼 뒤 반환하므로 대기 메시지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개수를 계속 늘리지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799F9CA-A9CC-409E-A976-49CA8B28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큐 앞에는 비동기 쓰기가 참조하는 메시지가 있습니다. 그 값을 교체하거나 메모리를 지우면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운영체제가 읽는 바이트와 프로그램의 수명이 어긋날 수 있습니다. 최신값 정책과 버퍼 수명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동시에 지켜야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44579A7-08AF-4B59-A27B-6FE180D2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코드만 보고 모든 메시지가 정확히 두 개라고 단정하지 마세요. 메시지 종류와 초기 전송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함께 봐야 합니다. 여기서 학습할 계약은 주행 상태를 보낼 때 진행 중 데이터를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보존하고 뒤의 최신 상태만 유지한다는 것입니다.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2C913B8-A689-4E59-9D33-306012E1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49 / 195</a:t>
            </a:r>
          </a:p>
        </p:txBody>
      </p:sp>
    </p:spTree>
    <p:extLst>
      <p:ext uri="{BB962C8B-B14F-4D97-AF65-F5344CB8AC3E}">
        <p14:creationId xmlns:p14="http://schemas.microsoft.com/office/powerpoint/2010/main" val="86663013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A036FCF-E5D1-4BA7-B133-11B693E4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A를 보내는 동안 B·C·D가 생긴 경우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사건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 중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쓰기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버퍼 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교체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교체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06F2C43E-395B-4427-A952-E6FC361A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A의 쓰기가 아직 끝나지 않았다고 가정합니다. B는 대기하고 C와 D는 아직 보내지 않은 값을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교체합니다. A가 완료되면 과거 B가 아니라 가장 최근 D를 보냅니다.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E6E98FBD-D07B-4EB7-8AE8-0C85F19A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표는 상태 표시 정책의 예입니다. 파일 저장이나 결제 사건처럼 모든 항목이 필요한 데이터에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그대로 적용하면 정보가 사라집니다.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5B77E21-2AEC-466F-8FE9-C1F571A9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50 / 195</a:t>
            </a:r>
          </a:p>
        </p:txBody>
      </p:sp>
    </p:spTree>
    <p:extLst>
      <p:ext uri="{BB962C8B-B14F-4D97-AF65-F5344CB8AC3E}">
        <p14:creationId xmlns:p14="http://schemas.microsoft.com/office/powerpoint/2010/main" val="127324633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D4F2578-104F-4ADB-AE4A-BCDB09A8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완료 콜백이 세션과 메시지를 보유하는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5FA8699-1B63-43F2-AB6F-725D2912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cpp/host/src/websocket/ws_server.cpp:181-187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6F76841-D084-4113-A393-FDCC511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63FE15D-E3BA-44FC-ACE1-AEFB203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3B44475-0D12-40F2-821F-BC565AE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write_in_progress_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ws_.binary(true);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 message = write_queue_.front();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ws_.async_write(net::buffer(*message),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[self = shared_from_this(), message](beast::error_code ec, std::size_t)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self-&gt;write_in_progress_ =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(ec) {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53E2DFD-995E-45C0-872E-71D169C8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message와 self를 람다 캡처에 보관합니다. async_write 호출이 반환된 뒤에도 완료 시점까지 필요한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객체가 살아 있게 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776EB0A-9497-4E60-998C-06241401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51 / 195</a:t>
            </a:r>
          </a:p>
        </p:txBody>
      </p:sp>
    </p:spTree>
    <p:extLst>
      <p:ext uri="{BB962C8B-B14F-4D97-AF65-F5344CB8AC3E}">
        <p14:creationId xmlns:p14="http://schemas.microsoft.com/office/powerpoint/2010/main" val="25204247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ADD91B2-32E4-4D75-B0BC-59CDB935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지역변수가 사라져도 바이트는 남아 있어야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BDF7651-0DDC-47C3-A717-DBBCEF8F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net::buffer는 사용할 메모리 구간을 가리키며 이 표현만으로 데이터 전체의 수명이 보장되지는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 함수가 반환된 뒤 비동기 쓰기가 계속될 수 있으므로 메모리가 언제 해제되는지 따로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생각해야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CD47E7B-EB44-4969-8C6B-F3D26ED3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코드는 큐 앞 메시지를 공유 포인터로 얻고 완료 람다에도 message를 캡처합니다. self도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잡으므로 콜백이 사용할 세션 객체가 실행 전에 사라지지 않도록 합니다. 캡처는 값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복사와 객체 소유권의 연결입니다.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A227322-62C3-4FE9-8077-BE852EB4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수업에서는 shared_ptr 구현을 모두 외우기보다 마지막 참조가 사라질 때 객체가 정리된다는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점을 사용하세요. 큐에서 꺼내는 시점과 실제 쓰기 완료를 연결할 수 있으면, 삭제된 메모리를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참조하는 오류를 예방하는 이유를 설명할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3FF1AAA-94A1-4993-BA0A-370A935A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52 / 195</a:t>
            </a:r>
          </a:p>
        </p:txBody>
      </p:sp>
    </p:spTree>
    <p:extLst>
      <p:ext uri="{BB962C8B-B14F-4D97-AF65-F5344CB8AC3E}">
        <p14:creationId xmlns:p14="http://schemas.microsoft.com/office/powerpoint/2010/main" val="164054176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33E5B7-6A00-4398-8B05-33456974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큐 제한과 메모리 수명을 따로 판단하기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45AF6D5-7107-4C2F-8549-435EED6A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A가 전송 중일 때 B와 C가 순서대로 만들어졌습니다. 최신 대기 하나만 남기는 정책에서는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무엇을 버릴 수 있나요? A를 C로 즉시 교체하면 더 최신 화면이 될 것 같지만 왜 안전하지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않은지도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29A6B43-120F-457E-A68C-FD387C90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바이트를 지역 문자열에만 넣고 net::buffer를 만든 뒤 함수가 반환됐다고 가정합니다.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완료 콜백은 나중에 실행됩니다. 바이트를 실제로 소유하는 객체가 언제까지 살아 있어야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 적어 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B0848D9-3779-4EFF-A9F1-6CE67A84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이 정책이 모든 서버 데이터 손실을 허용한다는 뜻인지 판단하세요. 주행 상태 표시,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최초 Hello, 물리 기록 파일을 같은 큐 정책으로 묶어도 되는지 각 데이터의 목적을 근거로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ABD84F1-B7B7-4FAC-AAF3-F20276F7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53 / 195</a:t>
            </a:r>
          </a:p>
        </p:txBody>
      </p:sp>
    </p:spTree>
    <p:extLst>
      <p:ext uri="{BB962C8B-B14F-4D97-AF65-F5344CB8AC3E}">
        <p14:creationId xmlns:p14="http://schemas.microsoft.com/office/powerpoint/2010/main" val="158799856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9031068-598B-4563-B7E0-7E6A70D3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대기 상태는 교체하고 진행 중 바이트는 보존합니다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ECFC600-BEE1-437B-9AA2-53E5B152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B는 아직 전송하지 않은 대기 상태이므로 C로 바꿀 수 있습니다. A는 실제 비동기 쓰기가 사용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중이므로 내용을 바꾸면 안 됩니다. 큐에 들어 있다는 사실보다 어느 작업이 그 메모리를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참조하는지가 중요합니다.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3A50A37-22B0-4626-9C3B-BC9C9C5B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지역 문자열만 소유한다면 함수 반환 때 해제될 수 있습니다. 쓰기 완료까지 소유 객체를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유지해야 하며 현재 코드는 message 캡처로 그 참조를 보존합니다. self 캡처는 세션 객체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수명도 함께 유지합니다.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25D1C48-5896-488F-BFCC-8836D67F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주행 상태 표시와 사건 기록은 목적이 다릅니다. Hello 같은 절차 메시지와 물리 재현에 필요한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프레임을 무조건 최신값으로 지우면 안 됩니다. 다음 지면 수업에서는 읽는 중 내용이 바뀌지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않는 불변 자료가 비슷한 이유로 등장합니다.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FEFED71-2DB5-4AC3-8067-E8A0C33B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54 / 195</a:t>
            </a:r>
          </a:p>
        </p:txBody>
      </p:sp>
    </p:spTree>
    <p:extLst>
      <p:ext uri="{BB962C8B-B14F-4D97-AF65-F5344CB8AC3E}">
        <p14:creationId xmlns:p14="http://schemas.microsoft.com/office/powerpoint/2010/main" val="119709131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A274429-141F-418D-AF2C-9EA7707B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25B862-2DBF-4D04-8E74-2CF8A4B0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진행 중 메시지와 최신 대기 메시지, 콜백 캡처를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CA3D150-CB33-4751-8FA0-AF5828D3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실시간 상태에는 제한된 대기 정책이 필요하고 비동기 메모리는 완료까지 살아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338FED5-CA28-4946-9518-C6C6655C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유효 입력과 최신 상태의 경계를 이해했으므로 계산의 재료인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자료를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ACB69D0-C11F-4731-8FDE-AE240FB1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55 / 195</a:t>
            </a:r>
          </a:p>
        </p:txBody>
      </p:sp>
    </p:spTree>
    <p:extLst>
      <p:ext uri="{BB962C8B-B14F-4D97-AF65-F5344CB8AC3E}">
        <p14:creationId xmlns:p14="http://schemas.microsoft.com/office/powerpoint/2010/main" val="95030816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41FD56F-8D4A-4417-877E-C2E56F75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지면에서 지지력까지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A68BD06-FFBF-475A-8C69-A10537F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화면의 지형이 서버의 접지·서스펜션 힘으로 바뀌는 과정을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DF8FD43-AF63-4C60-9BDC-25D8C2A2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m·s·N 단위를 구분하고 간단한 비율을 계산할 수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DD5785D-F28F-4338-A69F-4DF9F366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지면 질의의 위치·법선·범위를 읽습니다. 접촉 유무와 실제 수직 하중의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9652C25-EFCA-4597-B1FA-23AFA2E5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차가 뜨거나 연석에 걸렸을 때 확인할 접지 값을 고를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9D139E-8655-4639-97D0-75DD28A5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   56 / 195</a:t>
            </a:r>
          </a:p>
        </p:txBody>
      </p:sp>
    </p:spTree>
    <p:extLst>
      <p:ext uri="{BB962C8B-B14F-4D97-AF65-F5344CB8AC3E}">
        <p14:creationId xmlns:p14="http://schemas.microsoft.com/office/powerpoint/2010/main" val="158519558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9AF489A-A651-4651-B76C-A861FEDF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7D63637-51D5-4CEE-AAB1-3B286EDE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L05 지면 측정과 서버 질의의 계약 · 58쪽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질의 결과와 삼각형 보간을 직접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2CA6C2E-99EE-4D3E-ABFF-0CBE5A99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L06 접촉이 힘으로 바뀌는 서스펜션 · 71쪽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스프링·댐퍼 힘과 앞뒤 정하중을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F432205-4D24-40E5-872D-DEB23EAE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   57 / 195</a:t>
            </a:r>
          </a:p>
        </p:txBody>
      </p:sp>
    </p:spTree>
    <p:extLst>
      <p:ext uri="{BB962C8B-B14F-4D97-AF65-F5344CB8AC3E}">
        <p14:creationId xmlns:p14="http://schemas.microsoft.com/office/powerpoint/2010/main" val="75925749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1D656D8-BB87-4B5B-AF10-7C5C26DE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측정과 서버 질의의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C5575E0-15AA-4C5B-9DF8-7973BCD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Unreal에서 보이는 보도가 서버에서는 없거나 범위 밖 지면이 있는 것처럼 처리될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2D07B76-2AFB-4B39-86B4-0F40BFA8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클라이언트의 충돌 표면과 서버의 읽기 전용 질의가 같은 좌표·범위를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F0372E-0215-4933-A12F-C3C34482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질의 결과와 삼각형 보간을 직접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E4EB382-C742-4B81-9A6B-9D2BB356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서버는 m, Unreal은 보통 cm를 사용한다는 차이를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3BF4D81-8F05-414D-8933-1B722A2F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58 / 195</a:t>
            </a:r>
          </a:p>
        </p:txBody>
      </p:sp>
    </p:spTree>
    <p:extLst>
      <p:ext uri="{BB962C8B-B14F-4D97-AF65-F5344CB8AC3E}">
        <p14:creationId xmlns:p14="http://schemas.microsoft.com/office/powerpoint/2010/main" val="6993867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F81FEFB-8E6F-46F8-B1C7-C2FA7080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 지면이 보여도 서버의 지면은 별도입니다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82B6AF2-ECF0-44BC-A39E-854461F7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서버는 Unreal 에디터의 모든 메시를 직접 읽고 있지 않습니다. Unreal이 충돌 표면을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측정하여 내보낸 지도 자료를 서버가 읽습니다. 따라서 화면에 보도가 있어도 내보낸 범위나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측정 조건이 다르면 서버는 다른 지면을 계산할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7D9C2DE-A0C0-4F8A-BD25-4E2C7313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분리는 Unreal이 장면의 실제 충돌 정보를 가장 잘 알고 있고 서버는 반복 물리 계산에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집중하기 위해 필요합니다. 서버가 매 틱 에디터에 접점 하나씩 요청하면 통신 지연이 물리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 순서에 들어갑니다.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4CB56E1-3282-47CC-AF5F-FB91F3FF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여기서 계약은 두 실행 환경이 동의한 데이터 의미입니다. 원점·단위·측정 범위·높이·법선·재질의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의미가 같아야 합니다. 차가 바닥을 뚫는다면 우선 화면 메시와 서버가 읽은 지면 자료가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같은지부터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4B85A62-3533-4699-8F8F-53F6A725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59 / 195</a:t>
            </a:r>
          </a:p>
        </p:txBody>
      </p:sp>
    </p:spTree>
    <p:extLst>
      <p:ext uri="{BB962C8B-B14F-4D97-AF65-F5344CB8AC3E}">
        <p14:creationId xmlns:p14="http://schemas.microsoft.com/office/powerpoint/2010/main" val="35202572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4544E5E-B328-42B5-8A8B-DE9D7164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아래 방향 질의가 알려 주는 정보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DCB4117-6141-4E27-B18D-2FDA3BA1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query_down은 주어진 위치에서 지도 ENU의 아래 방향으로 표면을 찾습니다. ENU는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동쪽·북쪽·위쪽 축입니다. 요청에는 시작 위치와 최대 거리, 결과에는 표면 위치와 거리, 법선,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재질 정보가 들어갑니다.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5F2E229-00C0-4740-B6FC-A4409EA8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법선 normal은 표면이 향하는 방향을 나타내는 단위 벡터입니다. 평평한 바닥의 법선은 보통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위쪽입니다. 경사면에서는 기울어진 방향을 알려 주므로 차량의 접지와 타이어 힘의 기준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방향을 구성하는 데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8F95467-3C01-4796-81FE-5310B332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높이는 어디에 닿는지 알려 주고 법선은 어떤 방향의 면에 닿는지 알려 줍니다. 둘 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하나만으로는 경사면 접촉을 충분히 설명할 수 없습니다. 질의 실패도 0m 높이와 구별해야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존재하지 않는 바닥을 만들어 내지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63FAF95-78BC-4A1E-B1D3-D8CEA33D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60 / 195</a:t>
            </a:r>
          </a:p>
        </p:txBody>
      </p:sp>
    </p:spTree>
    <p:extLst>
      <p:ext uri="{BB962C8B-B14F-4D97-AF65-F5344CB8AC3E}">
        <p14:creationId xmlns:p14="http://schemas.microsoft.com/office/powerpoint/2010/main" val="60417316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065037A-F18F-47EE-B466-28A6BA83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격자 표본에서 바퀴 아래 접점을 찾기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b7d1d151e401e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01BA6185-5588-4F44-8942-6C54E230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133ADD2-D55C-43F7-87E5-568E0AC5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61 / 195</a:t>
            </a:r>
          </a:p>
        </p:txBody>
      </p:sp>
    </p:spTree>
    <p:extLst>
      <p:ext uri="{BB962C8B-B14F-4D97-AF65-F5344CB8AC3E}">
        <p14:creationId xmlns:p14="http://schemas.microsoft.com/office/powerpoint/2010/main" val="133527321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0C48944-7623-4B7D-B274-7D6529D6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격자 표본에서 바퀴 아래 접점을 찾기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473846D-2185-4AAB-B781-1AA6FA6C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지면 질의의 개념도입니다. 시작점에서 아래로 확인한 표면 위치와 법선을 구하고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결과를 바퀴 접촉 계산에 사용합니다. 현재 프로젝트 화면을 촬영한 자료는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86CF0BD-2CF9-4ECD-807E-C2038ADC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격자 한 칸 안의 모든 점을 저장하지 않아도 주변 표본을 보간해 높이를 구할 수 있습니다. 다만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측정하지 않은 영역이나 구멍을 멋대로 채우면 지면 범위 계약이 깨집니다.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C5FCEAE-2239-44DB-B9C2-22252BD4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62 / 195</a:t>
            </a:r>
          </a:p>
        </p:txBody>
      </p:sp>
    </p:spTree>
    <p:extLst>
      <p:ext uri="{BB962C8B-B14F-4D97-AF65-F5344CB8AC3E}">
        <p14:creationId xmlns:p14="http://schemas.microsoft.com/office/powerpoint/2010/main" val="19280763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A2A5FC6-9562-48A4-A7DB-A6EE6199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셀에서 삼각형과 가중치를 고르는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981F874-D51B-4AA7-A717-3ACBFC1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cpp/host/src/terrain/heightfield_ground_query.cpp:499-507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49A9E6D-4472-41BE-B682-0D58BB5B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280AC40-20E4-467C-85F7-448467A6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1165828-48A9-4ECA-B5C4-6F28B12B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std::array&lt;double, 3&gt; weights{};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(local_row &lt;= local_column)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triangle = {&amp;p00, &amp;p10, &amp;p11};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weights =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1.0 - local_column,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local_column - local_row,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local_row};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triangle = {&amp;p00, &amp;p11, &amp;p01};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B1A8F5B-33F4-4744-9E3B-843E8A0C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local_column과 local_row는 셀 안의 정규화 위치입니다. 대각선의 어느 쪽인지 확인하고 세 꼭짓점과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보간 가중치를 선택합니다.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C8DD250-08F0-41B4-9E0F-FE93D8FB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63 / 195</a:t>
            </a:r>
          </a:p>
        </p:txBody>
      </p:sp>
    </p:spTree>
    <p:extLst>
      <p:ext uri="{BB962C8B-B14F-4D97-AF65-F5344CB8AC3E}">
        <p14:creationId xmlns:p14="http://schemas.microsoft.com/office/powerpoint/2010/main" val="4437235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B434F12-60D8-4A3F-B320-32BD9263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보간은 가까운 표본을 섞어 중간값을 구하는 과정입니다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F39D68D-F17B-4F22-B440-F6DB845F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격자 네 모서리를 두 삼각형으로 나누면 셀 안의 한 점을 세 꼭짓점의 가중 합으로 표현할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u를 local_column, v를 local_row라 하고 v≤u인 쪽을 보겠습니다. 가중치는 1−u,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u−v, v입니다.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7B2CCE9-4533-45C8-B43C-6FCD2DA4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u=0.75, v=0.25이면 가중치는 0.25, 0.50, 0.25이며 합은 1입니다. 세 높이가 0m, 10m, 40m이면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결과는 0.25×0+0.50×10+0.25×40=15m입니다. 이는 아래 테스트가 사용하는 의도적인 교육용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C29BA96-8870-49F5-9B96-E2163755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법선도 표본을 섞은 뒤 길이가 1이 되도록 정규화합니다. 대각선 선택을 다르게 하면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좌표에서 다른 면을 읽을 수 있습니다. 그래서 측정 파일의 셀 구조와 서버 보간 규칙이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일치해야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8A02442-A797-4804-8ADB-E6631F19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64 / 195</a:t>
            </a:r>
          </a:p>
        </p:txBody>
      </p:sp>
    </p:spTree>
    <p:extLst>
      <p:ext uri="{BB962C8B-B14F-4D97-AF65-F5344CB8AC3E}">
        <p14:creationId xmlns:p14="http://schemas.microsoft.com/office/powerpoint/2010/main" val="126798347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6B4DD4B-22D2-48B3-8F2A-E639B735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 50m에서 15m 표면을 찾은 결과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또는 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point_enu.up_m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표면 높이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distance_m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50−15=35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normal_enu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정규화한 표면 방향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friction_multiplier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재질 마찰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5C247BD-8635-488D-9F62-BB570EC1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앞의 보간 예와 같이 표면 높이가 15m이고 질의 시작 높이가 50m라고 가정합니다. 아래로 내려간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거리는 35m입니다. 결과의 거리와 표면 높이를 같은 필드로 취급하지 마세요.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507A8FA0-7F37-4CCA-BA07-80E2BFEA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재질 배율은 지면이 제공하는 무차원 값입니다. 실제 마찰력은 서버가 차량 타이어 계수와 수직 하중을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사용해 다음 단계에서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A2665BD-8E52-40AA-875E-4DF11EBA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65 / 195</a:t>
            </a:r>
          </a:p>
        </p:txBody>
      </p:sp>
    </p:spTree>
    <p:extLst>
      <p:ext uri="{BB962C8B-B14F-4D97-AF65-F5344CB8AC3E}">
        <p14:creationId xmlns:p14="http://schemas.microsoft.com/office/powerpoint/2010/main" val="201380899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E2A9B8A-06F9-4A8A-89A2-99B148F8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보간 결과를 확인하는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78FA50E-029D-4B7E-A7C1-F0051367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cpp/host/tests/heightfield_ground_query_test.cpp:214-221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B9C0054-3DD6-4D51-B737-32A07E14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9014133-9E90-4C47-8E29-A88AFC01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702AC76-F266-401F-BD47-7BDAFF1C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u=.75, v=.25 selects P00/P10/P11: .25*0 + .5*10 + .25*40.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lower = ground.query_down({{11.5, 20.75, 50.0}, 50.0});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require(lower.has_value() &amp;&amp; close(lower-&gt;point_enu.up_m, 15.0)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close(lower-&gt;distance_m, 35.0)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lower-&gt;surface_material_id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== simcore_host::GroundSurfaceMaterialId::Default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close(lower-&gt;friction_multiplier, 1.0),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"v1 must preserve interpolation and default material metadata");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23CD3EE-2E6D-4F8E-8296-226A49FF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테스트는 높이 15m와 거리 35m를 동시에 검사합니다. 질의 성공뿐 아니라 결과의 의미까지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고정합니다.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6DEEA79-A5A5-4204-B7FC-501A04F8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66 / 195</a:t>
            </a:r>
          </a:p>
        </p:txBody>
      </p:sp>
    </p:spTree>
    <p:extLst>
      <p:ext uri="{BB962C8B-B14F-4D97-AF65-F5344CB8AC3E}">
        <p14:creationId xmlns:p14="http://schemas.microsoft.com/office/powerpoint/2010/main" val="205004942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A1CD36D-0E39-4241-AF49-B237F06F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지면을 불변 자료로 읽고 범위 이탈을 구별합니다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23618D9-4D8B-4582-B5C3-07DA69AD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RuntimeMapPackage는 shared_ptr&lt;const GroundQuery&gt;로 질의 객체를 공유합니다. 읽는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틱의 중간에 다른 표면으로 바뀌면 앞바퀴와 뒤바퀴가 서로 다른 지도 버전을 볼 수 있으므로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 번의 계산에서 안정적인 자료가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99D7A25-06A7-4DC5-A9D9-523159B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바깥 영역 질의가 실패했을 때 아무 높이나 반환하면 차가 가상의 바닥을 달립니다. 현재 차량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코어는 중심이나 전체 앞·뒤·좌·우 가장자리의 지원 지면이 사라지는 경우 범위 제한을 표시하고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지원된 자세 경계로 대응합니다.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9C60A37-46CF-4BDE-B205-C28FE7C0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이것은 모든 절벽과 공중 점프를 일반 자유낙하로 재현하는 모델이 아닙니다. 단일 바퀴 접점이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낮은 하중인 상황과 지도 범위 자체가 없어진 상황을 나누어 봐야 합니다. 다음 수업은 질의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 뒤에도 하중이 0일 수 있는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0F33252-FCB4-48FC-84F7-5AADA37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67 / 195</a:t>
            </a:r>
          </a:p>
        </p:txBody>
      </p:sp>
    </p:spTree>
    <p:extLst>
      <p:ext uri="{BB962C8B-B14F-4D97-AF65-F5344CB8AC3E}">
        <p14:creationId xmlns:p14="http://schemas.microsoft.com/office/powerpoint/2010/main" val="49580857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6700ED0-DA95-47F6-9861-5EE39866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표면 높이와 거리, 실패를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91F1392-C15A-464F-9E21-4F24BCC4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u=0.75, v=0.25이고 세 높이가 0m·10m·40m입니다. 가중치와 보간 높이를 계산하세요. 시작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높이 50m, 최대 질의 거리 20m라면 이 표면을 유효한 hit로 받아도 되는지도 판단해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6D99933-7F67-49CE-9E14-6DDA80D1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질의 실패를 높이 0m로 대신 반환하면 어떤 문제가 생길까요? 바닥이 실제로 0m인 경우와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 범위 밖인 경우를 같은 값으로 표현했을 때 자동차가 어디를 달리게 되는지 설명하면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53C6F0-EC71-4552-82B8-EF187AF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법선 벡터의 길이가 2여도 방향이 같으니 그대로 써도 된다는 주장에 답하세요.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 정보와 힘의 크기가 섞이지 않도록 단위 법선을 사용하는 이유를 자신의 말로 적어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AD7DDDC-6016-44FA-B7D9-E801D520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68 / 195</a:t>
            </a:r>
          </a:p>
        </p:txBody>
      </p:sp>
    </p:spTree>
    <p:extLst>
      <p:ext uri="{BB962C8B-B14F-4D97-AF65-F5344CB8AC3E}">
        <p14:creationId xmlns:p14="http://schemas.microsoft.com/office/powerpoint/2010/main" val="96967724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0610784-ABC3-4A32-A87B-8CDA4890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보간값이 있어도 질의 조건을 만족해야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D58CD3A-5C5C-4987-A321-00DAB879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가중치는 0.25·0.50·0.25이고 높이는 15m입니다. 시작점에서 거리는 35m이므로 최대 20m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조건에서는 유효한 hit로 받아서는 안 됩니다. 수학적 보간 가능성과 실제 요청 범위 충족은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별개입니다.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D37E1BC-FD98-407B-AC09-C44E31A9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실패를 0m로 바꾸면 측정하지 않은 곳에 가짜 바닥을 만드는 셈입니다. 명시적인 실패 상태가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있어야 지도 경계와 실제 낮은 지면을 구분합니다. 화면 메시가 있어도 export 범위와 질의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자료가 일치하는지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AD588D5-A914-43B1-BA8C-7A29474A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 법선은 방향만 전달합니다. 길이가 다른 벡터를 힘 투영에 그대로 사용하면 크기까지 잘못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바뀔 수 있습니다. 이 접점과 방향을 얻은 뒤 서스펜션 길이를 구하고 실제 지지력을 계산하는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것이 다음 수업입니다.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1D236F7-9DCA-4828-A3B1-0B1EAAC3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69 / 195</a:t>
            </a:r>
          </a:p>
        </p:txBody>
      </p:sp>
    </p:spTree>
    <p:extLst>
      <p:ext uri="{BB962C8B-B14F-4D97-AF65-F5344CB8AC3E}">
        <p14:creationId xmlns:p14="http://schemas.microsoft.com/office/powerpoint/2010/main" val="112545428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75E684E-DF2A-426C-9B8F-DC766E5C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1349F23-71B1-4E7C-B4C1-79E33C23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질의 결과와 삼각형 보간을 직접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FE2697F-F5ED-4E6C-8B1A-7C9C2EF9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클라이언트의 충돌 표면과 서버의 읽기 전용 질의가 같은 좌표·범위를 사용해야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1B2F95-EFDA-42AC-AEAD-A1D60224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접점 위치를 구했으므로 그 접점이 얼마의 힘으로 차량을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지지하는지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B5D1DAC-4D6A-4DFF-A105-5F6E65F7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70 / 195</a:t>
            </a:r>
          </a:p>
        </p:txBody>
      </p:sp>
    </p:spTree>
    <p:extLst>
      <p:ext uri="{BB962C8B-B14F-4D97-AF65-F5344CB8AC3E}">
        <p14:creationId xmlns:p14="http://schemas.microsoft.com/office/powerpoint/2010/main" val="199575989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1E4D8CB-5987-46E7-8F24-76E5BAD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접촉이 힘으로 바뀌는 서스펜션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18A37C5-F37C-462B-AE88-EE113F99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바퀴가 지면에 닿았다는 표시가 있어도 차를 지탱하거나 구동할 하중이 거의 없을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AD9B5E8-FC2E-4F41-AF9D-C7F95726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접촉 위치·압축량·압축 속도를 힘으로 연결해야 차량 높이와 접지력을 설명할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426EF49-61D0-4A7D-A8B4-205DEACF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스프링·댐퍼 힘과 앞뒤 정하중을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13F435A-34FA-46A6-89CE-3BEDBFCC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L05의 접점과 법선, kg와 N의 차이가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9E56CA1-2FDE-42E6-A959-97D866D6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71 / 195</a:t>
            </a:r>
          </a:p>
        </p:txBody>
      </p:sp>
    </p:spTree>
    <p:extLst>
      <p:ext uri="{BB962C8B-B14F-4D97-AF65-F5344CB8AC3E}">
        <p14:creationId xmlns:p14="http://schemas.microsoft.com/office/powerpoint/2010/main" val="1946412674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AE94A7-ECF6-457D-BA29-3F4514CD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바퀴가 닿았는데 왜 힘이 없을까요?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A8A2C08-709F-48BA-9E3B-63D016E5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 플래그는 지면을 찾았다는 정보입니다. 바퀴가 차체에서 길게 내려가 지면에 겨우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닿았다면 스프링이 거의 눌리지 않아 지지력이 작을 수 있습니다. in_contact=true를 곧바로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충분한 접지력이라고 해석하면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7DEDFA7-B443-4FF8-8514-B4A00786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차량은 바퀴와 차체 사이의 서스펜션으로 하중을 나눕니다. 연석 위 대각 자세에서는 일부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바퀴가 많이 눌리고 다른 바퀴는 거의 하중을 잃을 수 있습니다. 그 결과는 구동과 제동,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회전에도 영향을 줍니다.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1F47EC6-BBB0-4912-AD1A-F06FD145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바퀴 아래 표면을 찾고 차체와 접점의 관계로 서스펜션 길이를 구합니다. 이어 압축량과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변화 속도로 힘을 계산합니다. 입력 clamp가 유효하더라도 이 접지 단계가 잘못되면 자동차는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정상적으로 움직일 수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8AAFF92-EB4C-4DEA-9989-A8B62B43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72 / 195</a:t>
            </a:r>
          </a:p>
        </p:txBody>
      </p:sp>
    </p:spTree>
    <p:extLst>
      <p:ext uri="{BB962C8B-B14F-4D97-AF65-F5344CB8AC3E}">
        <p14:creationId xmlns:p14="http://schemas.microsoft.com/office/powerpoint/2010/main" val="162493177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473718D-F0CC-4772-93B1-F3FEC79E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스프링과 댐퍼가 맡는 서로 다른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ACE79A0-600A-4B09-ABD4-B7C0D084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스프링은 눌린 만큼 되돌아가려는 힘을 만듭니다. 압축량 x의 단위는 m, 강성 k의 단위는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N/m이므로 스프링 힘 kx의 단위는 N입니다. 더 단단한 스프링은 같은 압축에서 더 큰 힘을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3BF3B00-5FD7-4F76-970E-50F0BF2C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댐퍼는 길이가 변하는 속도에 반응해 움직임을 줄입니다. 압축 속도 ẋ의 단위는 m/s, 계수 c는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N·s/m이므로 c×ẋ도 N입니다. 정지 압축 상태에서는 댐퍼보다 스프링이 지속 하중을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담당합니다.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AA8D91D-1445-4463-94AA-D94C09BD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스프링만 있으면 차체가 오래 출렁일 수 있고 댐퍼를 지나치게 크게 만들면 짧은 지형 변화에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과도한 힘이 나올 수 있습니다. 현재 코드는 길이와 힘 상한을 함께 두어 가능한 스트로크와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수치 범위를 제한합니다.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F5812EF-9A35-4605-868D-EEC4D5C0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73 / 195</a:t>
            </a:r>
          </a:p>
        </p:txBody>
      </p:sp>
    </p:spTree>
    <p:extLst>
      <p:ext uri="{BB962C8B-B14F-4D97-AF65-F5344CB8AC3E}">
        <p14:creationId xmlns:p14="http://schemas.microsoft.com/office/powerpoint/2010/main" val="210853217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4D6516D-2011-4B4B-A80C-B2992306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바퀴별 지지력이 차체를 받치는 모습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40304899f4937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221768DD-3F25-47E5-8B0E-AB358047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DC3BE03-386B-4DAD-9303-45045B6F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74 / 195</a:t>
            </a:r>
          </a:p>
        </p:txBody>
      </p:sp>
    </p:spTree>
    <p:extLst>
      <p:ext uri="{BB962C8B-B14F-4D97-AF65-F5344CB8AC3E}">
        <p14:creationId xmlns:p14="http://schemas.microsoft.com/office/powerpoint/2010/main" val="86315861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6630D91-FFB7-4C91-8625-B38100A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바퀴별 지지력이 차체를 받치는 모습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93CAE69-FFE9-4E5F-8344-236D278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개념도에서 mg는 아래로 작용하는 무게이고 Fz는 바퀴의 수직 지지력을 뜻합니다.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경사나 연석에서는 네 바퀴가 같은 힘을 받지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956A6F4-25FF-4D8F-A80E-6ADC579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 메시를 지면에 맞추어 움직이는 것과 서버에서 지지력을 계산하는 것을 구별하세요. 차체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높이·기울기·타이어 힘을 함께 설명하려면 각 바퀴의 접촉 길이와 하중을 읽어야 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AFB8CFD-F90A-41B5-9AF6-C0863FB5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75 / 195</a:t>
            </a:r>
          </a:p>
        </p:txBody>
      </p:sp>
    </p:spTree>
    <p:extLst>
      <p:ext uri="{BB962C8B-B14F-4D97-AF65-F5344CB8AC3E}">
        <p14:creationId xmlns:p14="http://schemas.microsoft.com/office/powerpoint/2010/main" val="43466027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619548A-3011-42C3-A915-A69919D5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 힘과 댐퍼 힘을 합치는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F7A6FF7-84DC-4547-892D-B812A64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cpp/host/src/physics/suspension_model.hpp:64-73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0463395-8ECC-466D-9E60-2977576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CAB011E-47EA-4BFE-B817-64E81D0F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664F786-838E-4ABE-BE12-04AF695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spring_force = parameters.spring_rate_n_per_m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* std::max(0.f, compression);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damper_force = parameters.damper_rate_n_s_per_m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* compression_velocity;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bounded_length,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compression,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compression_velocity,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std::clamp(spring_force + damper_force, 0.f, parameters.max_force_n)};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A66A1F9-70EA-4505-9BD2-EB8C91F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spring_force와 damper_force를 합친 뒤 0과 max_force_n 사이로 제한합니다. 바닥을 위로 잡아당기는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음의 지지력은 반환하지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2F4EBDB-BC31-4FDF-9F9C-82623AD7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76 / 195</a:t>
            </a:r>
          </a:p>
        </p:txBody>
      </p:sp>
    </p:spTree>
    <p:extLst>
      <p:ext uri="{BB962C8B-B14F-4D97-AF65-F5344CB8AC3E}">
        <p14:creationId xmlns:p14="http://schemas.microsoft.com/office/powerpoint/2010/main" val="848233007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463460E-EB6A-475B-A940-92DC2B1D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 공식과 실제 숫자를 연결하기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A8C0671-C41F-4BA2-889A-D5BDBA1E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k=10000N/m, 압축 x=0.05m, c=500N·s/m, 압축 속도 ẋ=0.2m/s라고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가정합니다. 스프링 힘은 500N, 댐퍼 힘은 100N이므로 상한에 걸리지 않는다면 합은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600N입니다.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DC7CF59-405A-4B9D-8CD6-C98D4837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압축에서 길이가 더 이상 변하지 않으면 ẋ=0이 되어 힘은 500N입니다. 압축량이 같아도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움직이는 방향과 속도 때문에 순간 하중이 달라질 수 있습니다. 현재 코드의 압축 속도 부호는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압축이 증가하는 쪽을 양수로 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4EAC6A9-508B-4268-B9E3-DE83828D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힘의 clamp는 타이어가 땅을 당기거나 설정 상한을 넘는 결과를 막습니다. 다만 이 작은 스프링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함수만으로 차체 전체 접촉과 압축 한계 반응이 모두 끝나는 것은 아닙니다. 차체 통합 단계의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지지·충돌 조건도 함께 작용합니다.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D41E68-0670-4620-8371-52FF5F8A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77 / 195</a:t>
            </a:r>
          </a:p>
        </p:txBody>
      </p:sp>
    </p:spTree>
    <p:extLst>
      <p:ext uri="{BB962C8B-B14F-4D97-AF65-F5344CB8AC3E}">
        <p14:creationId xmlns:p14="http://schemas.microsoft.com/office/powerpoint/2010/main" val="144461260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4A7CC25-3847-44D6-898A-382E7DCA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1500kg 세단의 평지 정하중 계산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무게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1500×9.80665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14709.98N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앞바퀴 하나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mg×0.55÷2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4045.24N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뒤바퀴 하나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mg×0.45÷2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3309.74N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균등 가정 바퀴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mg÷4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3677.49N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8EE308BB-EC49-433E-940F-7316EB2D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평평한 지면에서 정지하고 좌우가 대칭이며 공력과 가감속 효과가 없다고 가정합니다. 무게는 mg이며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g=9.80665m/s²를 사용합니다. 기본 세단은 앞축 정하중 비율 55%입니다.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DADB267E-C0CF-4A50-83CA-DB8C15E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mg/4는 앞뒤도 대칭이라는 별도 가정입니다. 현재 55% 설정의 실제 정하중 예와 구별해서 계산해야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연석·회전의 바퀴별 차이를 읽을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410E3DE-27A7-4D33-BCBD-48AB60F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78 / 195</a:t>
            </a:r>
          </a:p>
        </p:txBody>
      </p:sp>
    </p:spTree>
    <p:extLst>
      <p:ext uri="{BB962C8B-B14F-4D97-AF65-F5344CB8AC3E}">
        <p14:creationId xmlns:p14="http://schemas.microsoft.com/office/powerpoint/2010/main" val="835261866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3CB4ED5-1403-4EEF-B269-5A206E7B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과한 압축을 넣어 상한을 검사하는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52A550D-27D7-4F63-B2A7-AD500149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cpp/host/tests/vehicle_physics_test.cpp:786-793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23A1AB4-6451-40EF-B2AE-55191F39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CEF3CD6-CEAF-44C7-B4CF-98563DB2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EC35476-E86B-4F00-BBE8-605322DB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compressed = simcore_host::evaluate_suspension(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parameters, -10.f, 0.f, false, 0.01f);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require(std::abs(compressed.bounded_length_m - 0.3f) &lt; 1e-6f,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"suspension length must stop at the compression stroke bound");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require(std::abs(compressed.compression_m - 0.1f) &lt; 1e-6f,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"suspension compression must be bounded");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require(compressed.normal_force_n == parameters.max_force_n,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"spring force must stop at the configured maximum");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850B43C-5D2F-4F58-AF75-ECFA6C50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 설정은 기본 길이 0.4m, 최대 압축 0.1m, 최대 힘 750N입니다. 비정상적으로 짧은 요청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길이에도 결과가 제한되는지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4586339-AA62-4FCF-A5D0-7F1B7FCD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79 / 195</a:t>
            </a:r>
          </a:p>
        </p:txBody>
      </p:sp>
    </p:spTree>
    <p:extLst>
      <p:ext uri="{BB962C8B-B14F-4D97-AF65-F5344CB8AC3E}">
        <p14:creationId xmlns:p14="http://schemas.microsoft.com/office/powerpoint/2010/main" val="82460305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1A93950-316B-4C3F-B308-AE7DEBA7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바퀴의 검사에서 네 바퀴 상태로 확장하기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ECEB08B-1D3E-4936-9CA1-903FA180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테스트는 요청 길이 −10m를 그대로 쓰지 않고 압축 끝 길이 0.3m로 제한했는지 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압축도 0.1m가 되고 힘은 설정한 750N 상한에 멈춥니다. 불가능한 입력으로 경계 규칙을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분명히 드러내는 검사입니다.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BA9D347-723F-466F-8300-C54517A8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차량에서는 네 WheelState의 normal_load를 함께 읽습니다. 기본 순서는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앞왼쪽·앞오른쪽·뒤왼쪽·뒤오른쪽입니다. 합과 분포를 함께 보지 않으면 하중 이동을 전체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무게가 사라진 현상으로 오해할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118A0D8-D7B9-4D9E-9307-A7C1DF59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입력은 throttle·brake 0~1, steering −1~1로 제한하며 비정상 수치는 안전값으로 바꿉니다.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이것은 잘못된 입력을 막는 별도 경계입니다. 다음 구동 수업에서는 입력이 정상인데도 뒤바퀴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힘이 거의 0이 되는 사례를 계산하겠습니다.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BCD62BE-ACA7-4E33-916B-3C328840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80 / 195</a:t>
            </a:r>
          </a:p>
        </p:txBody>
      </p:sp>
    </p:spTree>
    <p:extLst>
      <p:ext uri="{BB962C8B-B14F-4D97-AF65-F5344CB8AC3E}">
        <p14:creationId xmlns:p14="http://schemas.microsoft.com/office/powerpoint/2010/main" val="9291161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C716526-DC9F-4582-9AE8-1D8215A9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정지 하중과 순간 하중을 나누기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CC76E0B-4AF5-42AA-8293-90C7E99E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k=10000N/m, c=500N·s/m, 압축 0.05m에서 압축 속도가 각각 0과 0.2m/s일 때 힘을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구하세요. 상한 750N에는 걸리지 않는다고 가정하고 각 곱셈의 단위를 함께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AD28970-F2D3-47F1-B250-85228345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평지 정지 세단의 뒤바퀴 하나는 왜 1500kg의 4분의 1을 그대로 쓰면 안 될까요? 질량과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무게의 차이, 앞축 55% 설정을 함께 사용해서 답하고 앞·뒤 하중의 합도 확인하세요.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DF961EB-61FA-4D93-9620-15DFEE81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접촉 플래그가 true인데 Fz가 거의 0인 바퀴를 오류라고 즉시 결론내릴 수 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판단하세요. 길게 늘어난 서스펜션과 대각선 연석 지지 상태를 떠올려 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064A33D-D411-4B04-88E7-1501A32A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81 / 195</a:t>
            </a:r>
          </a:p>
        </p:txBody>
      </p:sp>
    </p:spTree>
    <p:extLst>
      <p:ext uri="{BB962C8B-B14F-4D97-AF65-F5344CB8AC3E}">
        <p14:creationId xmlns:p14="http://schemas.microsoft.com/office/powerpoint/2010/main" val="357545632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B77107-B1C0-4B58-8D0F-67ACEF29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접촉과 지지력은 같은 값이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C85663A-454B-42E5-9789-283E3305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정지 길이에서는 힘이 10000×0.05=500N입니다. 0.2m/s 압축 중에는 댐퍼 500×0.2=100N을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더해 600N입니다. m와 m/s는 서로 다른 입력이며 두 계수의 단위를 곱하면 모두 N이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88D7156-C0B6-4881-96DC-CE859A45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세단 무게는 14709.975N이고 뒤바퀴 하나는 그 45%의 절반인 약 3309.74N입니다. 앞의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바퀴와 뒤의 두 바퀴를 합하면 전체 무게가 됩니다. kg를 N처럼 사용하면 중력 배수가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빠집니다.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5948CD8-9CEF-4CB2-90B2-2145E8AC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겨우 닿은 바퀴의 낮은 하중은 가능한 상태입니다. 문제는 이 상태에서도 다른 지지 바퀴로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합리적인 구동이 가능한지입니다. 다음 수업의 연석 사례는 바로 이 하중 분포가 차동 토크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제한과 만났을 때 나타난 문제입니다.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22ECE0D-9D04-4244-A37C-EC180BFC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82 / 195</a:t>
            </a:r>
          </a:p>
        </p:txBody>
      </p:sp>
    </p:spTree>
    <p:extLst>
      <p:ext uri="{BB962C8B-B14F-4D97-AF65-F5344CB8AC3E}">
        <p14:creationId xmlns:p14="http://schemas.microsoft.com/office/powerpoint/2010/main" val="2003206606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0888FFB-B096-49F9-B9C4-487BB32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8793915-DDAC-4AF0-AC09-D497152B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스프링·댐퍼 힘과 앞뒤 정하중을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3582928-077E-4579-AAD5-D96551B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접촉 위치·압축량·압축 속도를 힘으로 연결해야 차량 높이와 접지력을 설명할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0B0211D-B615-4441-B0D5-2123A94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수직 하중을 계산했으므로 이 하중이 구동 토크의 상한을 어떻게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만드는지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1B6C1B2-F4D5-4CCE-AA17-9618473E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83 / 195</a:t>
            </a:r>
          </a:p>
        </p:txBody>
      </p:sp>
    </p:spTree>
    <p:extLst>
      <p:ext uri="{BB962C8B-B14F-4D97-AF65-F5344CB8AC3E}">
        <p14:creationId xmlns:p14="http://schemas.microsoft.com/office/powerpoint/2010/main" val="53857446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38A65C0-1C68-4373-9E87-ED502356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4장 타이어가 차를 움직이는 과정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BD52DF2-740A-4A31-BE07-D4C84885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입력·토크·마찰·조향을 연결해 주행 느낌의 원인을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D164DDE-CF1E-40E0-A039-897BECA4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C3의 접지 하중과 서스펜션 힘을 이해해야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B37A508-2B51-4ACF-80B0-C2F03DF6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연석 구동 소실과 제동식 구동 보조를 수치로 설명합니다. 조향 요구와 실제 회전,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차종별 모델 차이를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C32FA88-5B22-4503-83AB-CC980097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속도·하중·차종 조건을 고정한 주행 회귀를 해석할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097E96A-4292-4A31-8EF9-90C6EA8D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   84 / 195</a:t>
            </a:r>
          </a:p>
        </p:txBody>
      </p:sp>
    </p:spTree>
    <p:extLst>
      <p:ext uri="{BB962C8B-B14F-4D97-AF65-F5344CB8AC3E}">
        <p14:creationId xmlns:p14="http://schemas.microsoft.com/office/powerpoint/2010/main" val="1484604445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51B4620-5BA3-45C0-BA0C-69F322DB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AE41A01-B8BD-4CB0-A17F-F09471B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L07 구동·후진과 연석에서 사라진 토크 · 86쪽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실측 연석 하중과 제동식 구동 보조의 상한을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C62AF17-8EC8-4E95-A0C3-D4A3A1A3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L08 조향각·타이어 힘·차체 회전을 연결하기 · 97쪽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Ackermann·횡슬립·마찰 원·yaw·하중 이동을 수치로 연결합니다.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0035A3A-7DDE-4E55-862B-39CEB6CB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L09 외형과 물리 프로필이 함께 바뀌는 차종 · 110쪽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 프로필이 바꾸는 값과 오토바이 축약 모델의 한계를 설명합니다.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9942D7C-0289-4C32-B1F5-77639EDE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   85 / 195</a:t>
            </a:r>
          </a:p>
        </p:txBody>
      </p:sp>
    </p:spTree>
    <p:extLst>
      <p:ext uri="{BB962C8B-B14F-4D97-AF65-F5344CB8AC3E}">
        <p14:creationId xmlns:p14="http://schemas.microsoft.com/office/powerpoint/2010/main" val="56520952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7B5CADF-D987-4E89-B2E0-CCCA8FD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구동·후진과 연석에서 사라진 토크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EE5249B-0ADC-491A-A886-5890FE5E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가속 입력과 기어가 정상이고 손상도 없는데 연석 위 정지 자세에서 차가 출발하지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않았습니다.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A8070D3-A502-40CC-ADFA-DB4660D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엔진 요구를 힘·바퀴 토크·접지 한도로 나누어야 멈춤 원인을 찾을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2BB591A-AC78-4713-A219-186A04E7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실측 연석 하중과 제동식 구동 보조의 상한을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B17F304-662D-4061-BF64-B9230D3E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Fz와 단위, 기본 마찰 한도 F≤μFz를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D2176CB-BF60-4C12-8871-BA9F2E61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86 / 195</a:t>
            </a:r>
          </a:p>
        </p:txBody>
      </p:sp>
    </p:spTree>
    <p:extLst>
      <p:ext uri="{BB962C8B-B14F-4D97-AF65-F5344CB8AC3E}">
        <p14:creationId xmlns:p14="http://schemas.microsoft.com/office/powerpoint/2010/main" val="157652256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7963832-C6DC-423B-9FAD-144DD790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손상도 벽 접촉도 없는데 연석에서 멈춘 사례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891F9DB-43CB-4364-BBFA-89F596C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재현 자세는 동쪽 −13.7926m, 북쪽 24.1864m, heading 약 129.512도였습니다. 정지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하중은 바퀴 순서대로 약 7285.3N, 790.4N, 0.001N, 4552.1N이었습니다. 한쪽 후륜이 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하중을 잃었습니다.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0137754-9576-43D7-8BDD-7222C32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지도 범위와 벽 접촉 문제가 없고 입력도 유효했지만 기존 계산에서는 4초 전진 이동이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0m였습니다. 다른 후륜은 하중이 충분했으므로 단순히 모든 바퀴가 공중에 떠 있다는 설명과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맞지 않았습니다.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148A939-7D67-40E8-8745-32911E46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사례는 접근 각도를 다양하게 바꾼 시험만으로 놓쳤습니다. 연석 위에 멈춘 뒤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출발하는 정확한 자세가 필요했습니다. 먼저 토크가 어디서 제한되는지 이해한 뒤 수치와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코드로 원인을 연결하겠습니다.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94BA567-38DF-4F02-B9D3-CA6C1447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87 / 195</a:t>
            </a:r>
          </a:p>
        </p:txBody>
      </p:sp>
    </p:spTree>
    <p:extLst>
      <p:ext uri="{BB962C8B-B14F-4D97-AF65-F5344CB8AC3E}">
        <p14:creationId xmlns:p14="http://schemas.microsoft.com/office/powerpoint/2010/main" val="1079926903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60B822-B573-4091-B6A0-DBBFCF11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엔진 요구와 실제 접지 힘의 중간 단계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D53961D-9858-45AD-A7D5-9C159CF5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엔진 구동을 단순화하면 종방향 요구 힘을 만들고 바퀴 반지름 r을 곱해 토크를 얻습니다. 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F의 단위는 N, 토크 Fr의 단위는 N·m입니다. 현재 엔진은 실차의 모든 회전 부품을 해석하는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대신 힘·출력·상승률 제한을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F631D1F-CB95-4094-862F-DD3DFC4F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v에서 출력 P는 대략 Fv입니다. 일정 출력에서 가능한 힘은 P/v이므로 속도가 높아질수록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줄어듭니다. 0으로 나누지 않도록 코드에서는 속도 분모에 하한을 두고 설정한 최대 구동력과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 작은 값을 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1BC679A-A075-456F-9972-97E1500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기어는 전진·후진 요구의 부호를 정합니다. 브레이크 입력이 있거나 해당 방향 속도 제한에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도달하면 새 구동 요구를 억제합니다. 요구가 있어도 마지막에는 타이어의 하중과 마찰이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허용하는 힘까지만 지면에 전달됩니다.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FCD6B2C-F6A3-4F83-A0C0-7D7B232E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88 / 195</a:t>
            </a:r>
          </a:p>
        </p:txBody>
      </p:sp>
    </p:spTree>
    <p:extLst>
      <p:ext uri="{BB962C8B-B14F-4D97-AF65-F5344CB8AC3E}">
        <p14:creationId xmlns:p14="http://schemas.microsoft.com/office/powerpoint/2010/main" val="80101641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BC6E7F4-A713-43CC-889D-53D59C00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기어와 브레이크의 구동 요구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77588E0-55D6-4A22-8D3D-4DA77B10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cpp/host/src/physics/vehicle_physics.cpp:787-792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019A925-223E-4BAC-BADA-275683D1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AECAAC9-AAF6-44F7-A7F8-F7673F4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A82ACEF-108E-4CFF-82AB-BDFEB7B2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drive_force_suppressed = forward_limiter_active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reverse_limiter_active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in.brake &gt;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desired_drive_force = drive_force_suppressed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0.f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gear_sign * in.throttle * available_drive_force;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6B67DD8-454E-4681-B626-0B346881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제한 또는 서비스 브레이크가 구동 요구를 억제합니다. 그렇지 않으면 기어 부호·스로틀·가능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구동력을 곱합니다.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EAE995C-7D43-4C6A-A6EB-0697D077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89 / 195</a:t>
            </a:r>
          </a:p>
        </p:txBody>
      </p:sp>
    </p:spTree>
    <p:extLst>
      <p:ext uri="{BB962C8B-B14F-4D97-AF65-F5344CB8AC3E}">
        <p14:creationId xmlns:p14="http://schemas.microsoft.com/office/powerpoint/2010/main" val="151060644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32EE50C-2F57-4DC1-87B4-BDC3935E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open differential에서 약한 쪽이 양쪽을 제한합니다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63E47A9-1ECC-4C32-88B4-C4D569D5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차동장치는 좌우 바퀴가 다른 회전 속도를 가질 수 있게 하는 장치입니다. 개방형 차동장치의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축약 토크 배분은 양쪽 반축에 같은 토크를 전달하므로 하중이 작은 바퀴의 접지 한도가 양쪽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공통 토크를 제한할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A095A94-3A8D-4DB0-8626-FAADB780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힘 한도는 마찰계수 μ와 수직 하중 Fz의 곱입니다. 반지름 r을 곱하면 접지 토크 한도가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한쪽 Fz가 0에 가까우면 그쪽 한도도 거의 0이어서 반대쪽에 하중이 있어도 구동을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전달하기 어려워집니다.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FD9A409-B89A-448B-BC13-C65DBBF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수정은 약한 바퀴에 제한된 제동 반력을 주어 공통 반축 토크를 허용합니다. 강한 쪽 접지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한도와 약한 쪽 제동 용량을 모두 지킵니다. 벽 충돌을 끄거나 차량을 순간이동시키는 방식이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4FA60E-C85C-4E06-A3DA-24D0F664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90 / 195</a:t>
            </a:r>
          </a:p>
        </p:txBody>
      </p:sp>
    </p:spTree>
    <p:extLst>
      <p:ext uri="{BB962C8B-B14F-4D97-AF65-F5344CB8AC3E}">
        <p14:creationId xmlns:p14="http://schemas.microsoft.com/office/powerpoint/2010/main" val="413919962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B28824D-A8FE-4FFD-A87A-DB5A73D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제동 용량 안에서 공통 토크를 허용하는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552D95F-0652-4A14-BEE6-666C1032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cpp/host/src/physics/vehicle_physics.cpp:1094-1103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65D28DE-1E5F-473B-8E68-97F444A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94F840F-9D37-4001-A907-2835EF50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C81EE73-40AB-44E6-9D75-B99D2D2A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traction_brake_capacity = parameters_.max_service_brake_n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* brake_axle_fraction * 0.5f * parameters_.tire_radius_m * brake_assist_scale;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torque_capacity_per_wheel = std::min(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std::max(left_torque_capacity, right_torque_capacity),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std::min(left_torque_capacity, right_torque_capacity)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+ traction_brake_capacity);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axle_drive_torque_per_wheel[axle] = std::clamp(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requested_torque_per_wheel,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-torque_capacity_per_wheel,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torque_capacity_per_wheel);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509880C-6EBD-4FA6-9DE5-7C12983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상한은 강한 쪽 접지 용량과 약한 쪽 접지 용량+제동 용량 중 작은 값입니다. 요청 토크를 이 상한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안으로 제한합니다.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BB67E96-742A-4B76-9C9E-9CF471BA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91 / 195</a:t>
            </a:r>
          </a:p>
        </p:txBody>
      </p:sp>
    </p:spTree>
    <p:extLst>
      <p:ext uri="{BB962C8B-B14F-4D97-AF65-F5344CB8AC3E}">
        <p14:creationId xmlns:p14="http://schemas.microsoft.com/office/powerpoint/2010/main" val="853249760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5A2861F-5FA4-4F20-AC32-A2255349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제동식 구동 보조가 무제한 구동이 아닌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4C83C4F-BB5C-42B3-817F-425951C0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traction_brake_capacity는 전체 서비스 제동력에 해당 축 비율과 바퀴당 절반, 반지름, 저속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보조 비율을 곱한 토크입니다. 양쪽 접지 용량의 최댓값보다 큰 토크를 허용하지 않으므로 강한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바퀴의 한도를 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078B892-9A26-4EFB-8FED-2697716F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약한 쪽에 필요한 제동 토크는 바로 뒤 반복에서 계산해 실제 바퀴 토크에 반영합니다.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바퀴가 모두 무하중이면 강한 쪽 용량도 0이므로 이 보조만으로 공중에서 차를 전진시키지는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DCFD058-6F8B-49DA-AB7C-AC8BEBCB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보조는 저속에서 적용되고 속도가 높아지면 사라집니다. 핸드브레이크와 회전 방향이 맞지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않는 조건도 구별합니다. 서비스 브레이크 입력에서는 drive_force_suppressed 분기가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구동·보조 배분을 건너뛰어 같은 제동 용량을 중복 사용하지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DB46DF2-22F9-4254-8BF8-F30F8026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92 / 195</a:t>
            </a:r>
          </a:p>
        </p:txBody>
      </p:sp>
    </p:spTree>
    <p:extLst>
      <p:ext uri="{BB962C8B-B14F-4D97-AF65-F5344CB8AC3E}">
        <p14:creationId xmlns:p14="http://schemas.microsoft.com/office/powerpoint/2010/main" val="7876514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A49F164-0127-4FEC-A118-DF2A4C10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 출발을 위한 교육용 토크 계산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반축 요구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6000×0.32÷2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960N·m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약한 쪽 제동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18000×0.35÷2×0.32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1008N·m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강한 쪽 접지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4552.1×1.05×0.32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1529.5N·m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상한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min(1529.5,0+1008)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1008N·m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48D6AB0D-F61B-49DC-98E1-8C215740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정지 상태에서 구동 요구가 충분히 올라왔고 μ=1.05, r=0.32m라고 가정합니다. 실제 재현 하중 중 강한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후륜 4552.1N을 사용하되 횡력과 휠 관성의 과도응답은 생략합니다.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1B700FA6-D025-43A9-8BFE-FD19840F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약한 후륜 하중을 0으로 근사하면 상한은 1008N·m이고 960N·m 요구는 그 안에 있습니다. 이 값은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첫 틱에서 즉시 전달된 측정 토크를 뜻하지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1A86607-4C14-44BB-9358-3B5F0C0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93 / 195</a:t>
            </a:r>
          </a:p>
        </p:txBody>
      </p:sp>
    </p:spTree>
    <p:extLst>
      <p:ext uri="{BB962C8B-B14F-4D97-AF65-F5344CB8AC3E}">
        <p14:creationId xmlns:p14="http://schemas.microsoft.com/office/powerpoint/2010/main" val="854228488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B549A5-90BF-4076-A0A6-A494D03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전진 불능과 후진 조건을 설명하기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70A51E1-B2E9-40E6-8ED5-47F5A83E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양쪽 후륜이 모두 무하중이라면 위 보조식의 공통 상한은 얼마인가요? 한쪽만 4552.1N일 때와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비교해 보세요. 제동 반력을 넣는다고 지면이 없는 곳에서 추진력을 만들어도 되는지도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E8D2FC5-A4D6-40C9-9581-2870DC0B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스로틀 1과 서비스 브레이크 양수 값을 동시에 입력하면 새 desired_drive_force는 어떻게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되나요? 후진 기어에서 제한에 걸리지 않고 브레이크가 없다면 힘의 부호는 어느 쪽인가요?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회전 부호와 혼동하지 않도록 쓰세요.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B2D67E8-C0E8-4B34-9013-1171C535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수정 전후를 비교할 때 이동 거리만 보면 충분할까요? 같은 시작 자세와 하중 조건을 고정하고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관통, 수직 이동량, 최대 속도를 함께 확인해야 하는 이유를 한 문단으로 적어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436F088-1A3A-40B4-8050-AAD1DB29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94 / 195</a:t>
            </a:r>
          </a:p>
        </p:txBody>
      </p:sp>
    </p:spTree>
    <p:extLst>
      <p:ext uri="{BB962C8B-B14F-4D97-AF65-F5344CB8AC3E}">
        <p14:creationId xmlns:p14="http://schemas.microsoft.com/office/powerpoint/2010/main" val="960966941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80F774-3060-41F4-9504-358F80C1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구동력을 살리면서 접지·제동 상한을 지킵니다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07E84FA-4E59-4062-A562-1C69F594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양쪽 무하중에서는 max(left,right)가 0이므로 공통 상한도 0입니다. 한쪽만 지지할 때는 그쪽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한도 안에서 제한된 제동 반력을 사용할 수 있습니다. 접점이 없는 추진력을 만들어 내는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해법은 물리 경계를 깨뜨립니다.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7E6B7B1-2C5C-4A58-96BB-CCD0FE4C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서비스 브레이크가 양수이면 새 구동 요구는 0입니다. 후진 기어에서는 gear_sign이 음수가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되어 역방향 힘을 요구합니다. 현재 모델은 출력과 힘 상승률도 있으므로 입력 순간 모든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요구가 즉시 최대로 전달되는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D72C1E9-9609-45A1-9CEF-40F968A8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정확한 연석 자세 회귀에서 수정 후 4초 전진 약 16.23m, 후진 약 9.52m를 확인했습니다. 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해당 시험의 관측값이며 모든 연석 성능을 보장하지 않습니다. 관통 없이 접촉을 유지했는지도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검증해야 수정 의미가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BBBEECF-84FA-4C9F-B522-AAAC6285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95 / 195</a:t>
            </a:r>
          </a:p>
        </p:txBody>
      </p:sp>
    </p:spTree>
    <p:extLst>
      <p:ext uri="{BB962C8B-B14F-4D97-AF65-F5344CB8AC3E}">
        <p14:creationId xmlns:p14="http://schemas.microsoft.com/office/powerpoint/2010/main" val="190861336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E53D6B-039F-4CE3-A781-A059DB2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9A6FF8E-C81A-48F3-8E10-F2FAA18A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실측 연석 하중과 제동식 구동 보조의 상한을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29B2F6B-741B-4AAB-9B27-54E8C55F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엔진 요구를 힘·바퀴 토크·접지 한도로 나누어야 멈춤 원인을 찾을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6A93BC1-789E-44C1-9488-E78ECEBD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종방향 구동을 이해했으므로 같은 타이어가 횡방향 회전에 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쓰는 상황으로 확장합니다.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78553D2-7553-43E2-9FA5-54EE274E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96 / 195</a:t>
            </a:r>
          </a:p>
        </p:txBody>
      </p:sp>
    </p:spTree>
    <p:extLst>
      <p:ext uri="{BB962C8B-B14F-4D97-AF65-F5344CB8AC3E}">
        <p14:creationId xmlns:p14="http://schemas.microsoft.com/office/powerpoint/2010/main" val="60518370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2BFE34F-5D2B-4395-9A6B-68FB8FBC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조향각·타이어 힘·차체 회전을 연결하기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D220AA-0439-4171-80CC-4203A789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같은 핸들을 꺾어도 속도에 따라 돌아가는 길이 달라져 조향이 줄어든 것처럼 보일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EB59534-604E-40E6-BCEC-9E0E2F43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바퀴가 향한 각도와 접지 힘으로 생긴 차체 회전을 나누어야 주행 원인을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8BEF696-6C45-435B-953A-20D1B95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Ackermann·횡슬립·마찰 원·yaw·하중 이동을 수치로 연결합니다.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61E89460-62C0-4E43-A7AA-736C2097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하중과 L07의 구동 힘을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F6B7F59-68E7-46F6-8F72-E4ADBB7F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97 / 195</a:t>
            </a:r>
          </a:p>
        </p:txBody>
      </p:sp>
    </p:spTree>
    <p:extLst>
      <p:ext uri="{BB962C8B-B14F-4D97-AF65-F5344CB8AC3E}">
        <p14:creationId xmlns:p14="http://schemas.microsoft.com/office/powerpoint/2010/main" val="212936635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E4C4CB-F8B5-4B23-BA49-0E0B432E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바퀴를 꺾은 각도와 차체가 도는 속도는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BD30F26-3745-4DED-890D-0BCFA57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steering은 −1~1 범위의 조향 요구이고 steering_angle은 실제 바퀴 방향을 나타내는 rad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값입니다. heading은 지도 기준 방향이며 degree를 사용합니다. yaw_rate는 차체 회전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속도이고 rad/s입니다. 네 값은 같은 숫자가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EF0EDA5-A17C-42D2-8CAC-17003A6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차량은 바퀴 방향으로 즉시 회전하는 것이 아니라 타이어가 만드는 힘과 모멘트에 의해 방향이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변합니다. 속도가 빠르면 같은 경로를 유지하는 데 더 큰 횡력이 필요합니다. 접지 한계를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넘으면 조향각이 같아도 경로가 벌어질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5DBF203-1AE1-4272-9C39-E9A9690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공개 차체 좌표는 X 전방, Y 왼쪽, Z 위쪽입니다. 내부 계산에 오른쪽 양수 축이 있는 곳은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어댑터로 바꿉니다. 부호 변환을 놓치면 왼쪽 조향에 차체가 반대로 기울어지는 문제를 만들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C69F3CC-21BD-4162-AD61-7E18727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98 / 195</a:t>
            </a:r>
          </a:p>
        </p:txBody>
      </p:sp>
    </p:spTree>
    <p:extLst>
      <p:ext uri="{BB962C8B-B14F-4D97-AF65-F5344CB8AC3E}">
        <p14:creationId xmlns:p14="http://schemas.microsoft.com/office/powerpoint/2010/main" val="30074550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FE06488-AA12-4F77-AE10-3C4A970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Ackermann은 좌우 앞바퀴의 서로 다른 반경을 맞춥니다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A8FC7F3-FEDA-4DCF-A52F-4D09D5B8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곡선에서 안쪽 앞바퀴는 바깥쪽보다 작은 원을 따라갑니다. 두 바퀴의 회전축 연장선이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순간 회전 중심에서 만나려면 안쪽 바퀴를 조금 더 꺾어야 합니다. 이것이 Ackermann 조향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기하를 사용하는 이유입니다.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B00F2AD-EAC3-458C-A2EF-F55950A3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중앙 조향각 δ와 휠베이스 L로 R≈L/tanδ를 구합니다. L은 앞뒤 축 거리이며 단위는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m입니다. δ는 삼각함수에 넣을 각도입니다. 실제 좌우 바퀴 반경에는 차폭 방향 위치가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더해지거나 빠집니다.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13E3E44-6D16-4C57-95E6-734833EE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식은 미끄럼이 작은 저속 기하입니다. R을 직접 차체 위치에 강제로 적용하면 고속 타이어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슬립을 무시하게 됩니다. 서버는 이 기하로 바퀴 방향을 정하고, 실제 차체 경로는 다음 타이어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 계산으로 얻습니다.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62F5E6-7620-418C-8874-35DEA23A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99 / 195</a:t>
            </a:r>
          </a:p>
        </p:txBody>
      </p:sp>
    </p:spTree>
    <p:extLst>
      <p:ext uri="{BB962C8B-B14F-4D97-AF65-F5344CB8AC3E}">
        <p14:creationId xmlns:p14="http://schemas.microsoft.com/office/powerpoint/2010/main" val="143302382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616726C-2370-4A05-AF33-2CBCE005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좌우 앞바퀴 각도를 만드는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B1147A6-6EF9-4CB1-B61B-285D0B86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cpp/host/src/physics/vehicle_physics.cpp:877-886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2E1CB4D-A676-4F32-AC8A-D3B2562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0986398-531F-4336-A8F6-1157336E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59B7CED-FC98-4D7A-9941-DE821D35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std::array&lt;float, 4&gt; solver_wheel_steering_angles{};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(std::abs(solver_steering_angle) &gt; 1e-6f)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steering_sign = std::copysign(1.f, solver_steering_angle);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centre_radius = parameters_.wheelbase_m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 std::abs(std::tan(solver_steering_angle));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(std::size_t index = 0; index &lt; 2; ++index)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const float wheel_radius = std::max(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0.05f, centre_radius - steering_sign * wheel_y[index]);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solver_wheel_steering_angles[index] = steering_sign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* std::atan(parameters_.wheelbase_m / wheel_radius);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5A64E4B-64B1-4585-BCB7-C95FF4B6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중앙 반경에서 각 바퀴의 좌우 위치를 반영한 반경을 구합니다. 각 반경으로 atan을 계산하므로 안쪽과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바깥쪽 바퀴의 조향각이 달라집니다.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60F6328-79F6-4CC8-8368-9F9EAB88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100 / 195</a:t>
            </a:r>
          </a:p>
        </p:txBody>
      </p:sp>
    </p:spTree>
    <p:extLst>
      <p:ext uri="{BB962C8B-B14F-4D97-AF65-F5344CB8AC3E}">
        <p14:creationId xmlns:p14="http://schemas.microsoft.com/office/powerpoint/2010/main" val="398774150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258CCC4-4BE7-4FB7-A098-D109FBA7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10도에서 고속 회전에 필요한 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0180D68-8065-4BDD-89EC-339BC86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L=2.7m, δ=10도라는 교육용 가정이면 R≈15.31m입니다. 50km/h는 약 13.8889m/s이므로 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반경을 유지할 때 필요한 횡가속도는 a=v²/R≈12.60m/s²입니다. 속도가 제곱으로 들어가는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이유는 원운동 요구입니다.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4A29D1A-DE2E-4152-BD8C-9D0AACDC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평지에서 μ=1인 단순 한도는 약 g=9.81m/s²입니다. 요구 12.60이 이를 넘으므로 무슬립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기하만으로 같은 원을 유지한다고 기대할 수 없습니다. 이것은 타이어 조향각을 속도 때문에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줄여야 한다는 주장은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20DD979-4F98-4704-A1A1-6DDECB2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코드를 조사할 때 조향각이 실제로 줄었는지와 타이어가 미끄러져 경로가 커졌는지를 따로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기록하세요. 현재 회귀는 여러 진입 속도와 기어에서 같은 조향 입력 이력이 같은 랙 각도를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만드는지도 별도로 검사합니다.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2332197-C6B2-43C9-A8E6-771D480D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101 / 195</a:t>
            </a:r>
          </a:p>
        </p:txBody>
      </p:sp>
    </p:spTree>
    <p:extLst>
      <p:ext uri="{BB962C8B-B14F-4D97-AF65-F5344CB8AC3E}">
        <p14:creationId xmlns:p14="http://schemas.microsoft.com/office/powerpoint/2010/main" val="1615418693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EC4A03-B244-4323-923B-5EA47473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타이어가 나누어 사용하는 종·횡방향 힘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37cbaf37944ee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BB1CC350-A18F-4504-B91F-EB7DBA7D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F1D6B3E-341F-4B97-B5B9-9ECEE4D1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102 / 195</a:t>
            </a:r>
          </a:p>
        </p:txBody>
      </p:sp>
    </p:spTree>
    <p:extLst>
      <p:ext uri="{BB962C8B-B14F-4D97-AF65-F5344CB8AC3E}">
        <p14:creationId xmlns:p14="http://schemas.microsoft.com/office/powerpoint/2010/main" val="173743004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40AD52B-93A5-44A8-8E89-D887640C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한 타이어가 나누어 사용하는 종·횡방향 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0836800-D76A-4B15-962E-7BF0BAE5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마찰 한도와 힘 분배를 설명하는 개념도입니다. 종방향 Fx는 가속·제동, 횡방향 Fy는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선회에 사용합니다. 두 방향의 최대값을 동시에 독립적으로 사용할 수는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182725E-A90A-4B60-BB50-DC770C54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마찰 원에서는 Fx²+Fy²≤(μFz)²입니다. 원의 크기는 하중 Fz와 계수 μ에 따라 달라집니다.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서버는 저속 안정화와 핸드브레이크 같은 분기도 포함하므로 그림 하나가 전체 모델은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61EC00A-C3F2-47DE-A563-EAA3C605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103 / 195</a:t>
            </a:r>
          </a:p>
        </p:txBody>
      </p:sp>
    </p:spTree>
    <p:extLst>
      <p:ext uri="{BB962C8B-B14F-4D97-AF65-F5344CB8AC3E}">
        <p14:creationId xmlns:p14="http://schemas.microsoft.com/office/powerpoint/2010/main" val="38974979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3391ACB-361E-4B59-82BD-2140846B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횡력을 사용한 뒤 종방향 여력을 계산합니다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CB2FA5A-F385-4220-8CEB-6A4F6330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cpp/host/src/physics/vehicle_physics.cpp:1029-1035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1C623CF-F77B-4B22-9598-121FB628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588AA4A-F585-474C-95E8-BE0B6A67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6F20039-6B60-46C3-8598-85008593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longitudinal_force_reserve[index] = rear_handbrake_tire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friction_limit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std::sqrt(std::max(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0.f,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friction_limit * friction_limit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- tire_force_y_by_wheel[index]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* tire_force_y_by_wheel[index]));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200B5F2-9CE4-480E-B55C-31F6009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주행은 전체 마찰 한도의 제곱에서 이미 사용하는 횡력의 제곱을 빼고 제곱근을 구합니다. 뒤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핸드브레이크 타이어는 별도 경로를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CE3ECCA-8EEC-4861-8ACD-ADA857DB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104 / 195</a:t>
            </a:r>
          </a:p>
        </p:txBody>
      </p:sp>
    </p:spTree>
    <p:extLst>
      <p:ext uri="{BB962C8B-B14F-4D97-AF65-F5344CB8AC3E}">
        <p14:creationId xmlns:p14="http://schemas.microsoft.com/office/powerpoint/2010/main" val="419540947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C34F30-CD85-4FF3-B92E-A286DC2A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힘과 하중 이동의 교육용 숫자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교육용 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마찰 총 한도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μFz=3677.49N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종·횡력의 공통 한도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남는 횡력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√(3677.49²−2000²)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3086.1N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앞뒤 하중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1500×3×0.55÷2.7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916.67N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좌우 앞각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안쪽 반경&lt;바깥 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안쪽 조향각이 더 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3339758F-D743-4E2F-944F-91C7B2F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두 줄은 Fz=3677.49N, μ=1이라는 균등 하중 가정입니다. Fx=2000N을 쓸 때 남는 Fy는 약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3086.1N입니다. 앞뒤 55% 정하중 예와는 별도 계산입니다.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845E5E7B-B1F6-41A6-A61E-94D81D04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하중 이동 ΔF≈mah/L에서 m은 질량, a는 종가속도, h는 무게중심 높이, L은 휠베이스입니다.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1500kg·3m/s²·0.55m·2.7m이면 약 916.67N이 앞뒤 축 사이에서 이동합니다.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9A2C6A9-8ACD-4C35-9B00-1879A616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105 / 195</a:t>
            </a:r>
          </a:p>
        </p:txBody>
      </p:sp>
    </p:spTree>
    <p:extLst>
      <p:ext uri="{BB962C8B-B14F-4D97-AF65-F5344CB8AC3E}">
        <p14:creationId xmlns:p14="http://schemas.microsoft.com/office/powerpoint/2010/main" val="794974786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B48D6C1-EE4D-443A-B894-B7F7087F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횡슬립에서 힘, 힘에서 yaw로 이어집니다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5010B82-53D6-4AA4-9506-9C107396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횡슬립 각도는 바퀴가 향한 방향과 접점이 실제 움직이는 방향의 차이입니다. 코드는 횡속도와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종속도의 관계로 atan2를 구하며, 저속에서 값이 불안정해지지 않도록 종속도 기준 하한을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34C66D8-F760-4C4C-834C-8A558609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횡력은 차체 중심에서 떨어진 바퀴 위치에 작용하므로 회전 모멘트를 만듭니다. 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모멘트를 yaw 관성으로 나누면 각가속도이고 dt를 곱하면 이번 틱의 yaw_rate 변화입니다.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heading을 입력만으로 직접 돌리는 것과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245EAF2-C351-4421-9C32-C60B78B1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가감속과 회전 중에는 지지력의 작용점이 pitch·roll 모멘트를 만들어 하중 분포도 바뀝니다.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방금 쓴 mah/L은 이해를 위한 정적 근사이며 서버의 네 서스펜션 계산 전체가 아닙니다. 이미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힘으로 계산한 효과를 다시 더하면 하중 이동이 중복될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B2F4C0C-4720-479E-8EB9-7E1A478E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106 / 195</a:t>
            </a:r>
          </a:p>
        </p:txBody>
      </p:sp>
    </p:spTree>
    <p:extLst>
      <p:ext uri="{BB962C8B-B14F-4D97-AF65-F5344CB8AC3E}">
        <p14:creationId xmlns:p14="http://schemas.microsoft.com/office/powerpoint/2010/main" val="70742789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0BAB370-EAB5-4618-8957-6E9D7778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고속 선회와 힘 한도를 분리하기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A2F9D4C-18E5-452D-8A10-1891D082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조향각은 같고 속도를 두 배로 올린 상태에서 같은 반경을 유지하려면 필요한 횡가속도는 몇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배가 되나요? 필요한 힘이 마찰 한도를 넘을 때 조향각과 실제 경로 중 무엇이 반드시 같아야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하는지 구별하세요.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01846DA-F79A-4ED9-9840-40720190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μ=1, Fz=3677.49N에서 Fx=2000N과 Fy=3500N을 동시에 요구하면 마찰 원 안인가요? 각 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따로 3677.49N보다 작다고 비교하는 방법이 왜 잘못인지 제곱합으로 설명하세요.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32BD66D-1995-415F-89F6-61E774CE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공개 steering 양수가 왼쪽인데 내부 횡축이 오른쪽 양수인 계산 결과를 그대로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보낸다고 가정합니다. 회전·기울기·디버그 로그에서 어떤 혼동이 생기는지 적고 좌표 변환의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책임을 설명해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0F61A21-798F-4047-BA82-38443F1F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107 / 195</a:t>
            </a:r>
          </a:p>
        </p:txBody>
      </p:sp>
    </p:spTree>
    <p:extLst>
      <p:ext uri="{BB962C8B-B14F-4D97-AF65-F5344CB8AC3E}">
        <p14:creationId xmlns:p14="http://schemas.microsoft.com/office/powerpoint/2010/main" val="131301893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8F01364-7CAD-45CE-9607-50B2281D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조향 기하와 접지 한계를 함께 읽습니다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4D67599-8519-4273-AEDB-5D3EA12B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R에서 v가 두 배면 v²/R은 네 배입니다. 조향 입력과 랙 각도는 속도 때문에 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축소하지 않아도 되지만, 타이어 힘이 부족하면 무슬립 경로를 유지할 수 없습니다.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경로가 달라진 이유를 수치로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9997113-63AD-46C5-BB6F-BCAD95C5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√(2000²+3500²)≈4031.13N으로 3677.49N을 넘습니다. 각각의 힘이 한도보다 작아도 두 힘의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합성 크기가 더 큽니다. 같은 타이어의 마찰 여력을 공유한다는 점이 중요합니다.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553B7C4-FE11-44E9-A535-80215948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내부 축 부호를 그대로 내보내면 왼쪽 조향과 횡력·yaw·roll 표시가 서로 반대로 읽힐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경계 어댑터로 공개 좌표에 맞춰야 합니다. 다음 수업에서는 같은 공식에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질량·길이·관성을 다르게 넣을 때 차종이 어떻게 달라지는지 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B2422CE-4C8C-4365-A930-42944457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108 / 195</a:t>
            </a:r>
          </a:p>
        </p:txBody>
      </p:sp>
    </p:spTree>
    <p:extLst>
      <p:ext uri="{BB962C8B-B14F-4D97-AF65-F5344CB8AC3E}">
        <p14:creationId xmlns:p14="http://schemas.microsoft.com/office/powerpoint/2010/main" val="1479565034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A25301-1738-4E0A-8489-3A5A02FE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5E8C603-5F35-4F90-9EE3-4E433854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Ackermann·횡슬립·마찰 원·yaw·하중 이동을 수치로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1734D6F-31BD-44A4-9564-04F4E6D8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바퀴가 향한 각도와 접지 힘으로 생긴 차체 회전을 나누어야 주행 원인을 설명할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A8306DE-3F9C-4E3A-8892-A18F6059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같은 원리를 여러 질량과 치수에 적용하면 차종별 물리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F8E96BB-D1DE-45F7-94F4-EEF96977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109 / 195</a:t>
            </a:r>
          </a:p>
        </p:txBody>
      </p:sp>
    </p:spTree>
    <p:extLst>
      <p:ext uri="{BB962C8B-B14F-4D97-AF65-F5344CB8AC3E}">
        <p14:creationId xmlns:p14="http://schemas.microsoft.com/office/powerpoint/2010/main" val="1654205050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174FDA5-97DA-4C47-915A-73495535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외형과 물리 프로필이 함께 바뀌는 차종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CF5B68-4DC0-4641-A10E-20D84347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트럭과 오토바이가 세단과 같은 가속·회전·충돌 반응을 보이면 모델이 달라도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차처럼 느껴집니다.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6010BD8-E9A9-4024-A6E3-3050B259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질량·치수·출력·관성과 접촉 구조를 명시해야 차종별 차이를 계산과 연결할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5D1A5AD-21FB-4BC9-80D6-D4D1D601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차종 프로필이 바꾸는 값과 오토바이 축약 모델의 한계를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425273D-71FE-4965-A47E-352BDEC9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힘·토크와 L08의 조향·회전을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6812AE1-E8F2-46BF-9DB4-A168F7C4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110 / 195</a:t>
            </a:r>
          </a:p>
        </p:txBody>
      </p:sp>
    </p:spTree>
    <p:extLst>
      <p:ext uri="{BB962C8B-B14F-4D97-AF65-F5344CB8AC3E}">
        <p14:creationId xmlns:p14="http://schemas.microsoft.com/office/powerpoint/2010/main" val="1903859350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3F4DA59-E5C9-4098-8DCE-8151C781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차의 모양만 바꾸어서는 주행 특성이 달라지지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6AD2D62-3722-46B0-836D-50E35CB2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트럭 메시를 붙여도 질량과 출력, 길이, 회전 관성이 세단 값이면 계산상 같은 차량을 운전하는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셈입니다. 시각 모델과 물리 프로필은 서로 다른 자료이며 같은 차종 선택에 함께 연결되어야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331B856-8C6F-444B-AACF-883E5A5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프로필은 차량을 설명하는 숫자 묶음입니다. 현재 make_player_vehicle_parameters는 기본 세단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설정을 바탕으로 경차·트럭·오토바이 값을 구성합니다. 차종별 if문을 타이어 공식 곳곳에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무작정 넣는 것보다 차이를 추적하기 쉽습니다.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11E7F6F-3BC8-4A6F-8872-9A5FDF76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하지만 값을 다르게 넣었다고 곧바로 실제 해당 차량을 정밀 재현한 것은 아닙니다. 모델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구조와 검증 범위도 알아야 합니다. 이번 수업은 어떤 숫자가 어떤 느낌에 영향을 주는지와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 접촉 구조가 필요한 경우를 구분합니다.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1F6441-3B18-4BDD-8E57-70ABC04A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111 / 195</a:t>
            </a:r>
          </a:p>
        </p:txBody>
      </p:sp>
    </p:spTree>
    <p:extLst>
      <p:ext uri="{BB962C8B-B14F-4D97-AF65-F5344CB8AC3E}">
        <p14:creationId xmlns:p14="http://schemas.microsoft.com/office/powerpoint/2010/main" val="2089026013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9785DDA-4152-4294-94A9-DE6F94F5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질량·휠베이스·관성이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0BC5C67-3E15-4E51-8180-142E0F34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질량 m이 커지면 같은 힘 F에서 가속도 a=F/m은 작아집니다. 휠베이스는 같은 조향각의 기하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반경에 영향을 줍니다. yaw 관성은 같은 회전 모멘트에서 각가속도가 얼마나 생기는지를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60C020A-02A2-48A0-959B-99CBD9E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6000N만 작용하고 저항이 없다고 하면 1500kg의 가속도는 4m/s²이고 6200kg이면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 0.968m/s²입니다. 실제 트럭은 구동력도 다르므로 질량만 바꾼 이 숫자가 현재 트럭의 측정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가속도는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5A9E59B-857A-4A7D-B779-C3F42982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반지름은 힘과 휠 토크를 연결하며 서스펜션 길이와 접촉 기하에도 영향을 줍니다. 메시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크기만 바꾸고 물리 반지름을 그대로 두면 회전 속도와 지면 위치가 어긋날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 치수와 프로필을 함께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8C37DF7-1F2F-46BA-ACF6-A1CFC5A9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112 / 195</a:t>
            </a:r>
          </a:p>
        </p:txBody>
      </p:sp>
    </p:spTree>
    <p:extLst>
      <p:ext uri="{BB962C8B-B14F-4D97-AF65-F5344CB8AC3E}">
        <p14:creationId xmlns:p14="http://schemas.microsoft.com/office/powerpoint/2010/main" val="786427973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CCD40A3-27E0-4501-B508-A1319FD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오토바이 프로필의 접촉 구조와 기본 값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6810505-A6CF-49F4-8C10-D7917A63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cpp/host/src/player_vehicle_profile.cpp:114-121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27AA66B-3151-4F5D-803B-FABF2396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664C4E9-5B39-4915-8CDE-1AF29B97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7FCE966-E820-4BE6-8935-5628ED42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case RuntimeVehicleClass::Motorcycle: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result.single_track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result.mass_kg = 240.f;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result.wheelbase_m = 1.81f;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result.max_steering_angle_rad = 0.5585054f; // 32 degrees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result.steering_rate_rad_s = 2.4f;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result.steering_return_rate_rad_s = 2.8f;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result.max_drive_force_n = 1800.f;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41AC7BF-7BEB-43E4-956C-BB4222FD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single_track을 켜고 질량·휠베이스·조향 한도·구동력을 정합니다. 오토바이를 단순히 작은 세단으로만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계산하지 않기 위한 분기입니다.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6304154-B575-4CB7-A6F2-E03A1ECC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113 / 195</a:t>
            </a:r>
          </a:p>
        </p:txBody>
      </p:sp>
    </p:spTree>
    <p:extLst>
      <p:ext uri="{BB962C8B-B14F-4D97-AF65-F5344CB8AC3E}">
        <p14:creationId xmlns:p14="http://schemas.microsoft.com/office/powerpoint/2010/main" val="1262001202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46218AC-4891-4986-B152-B736C1E6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single_track과 균형 보조를 구분해서 이해합니다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3FD02ED-F925-4A67-A682-7C976800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일반 자동차는 좌우 바퀴가 떨어져 네 접촉점으로 지지됩니다. 오토바이는 앞뒤 두 축 중심에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접촉이 있는 단일 궤적 구조를 사용해야 좌우 하중 분배와 기울기를 세단처럼 해석하지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E322399-A848-49F4-8DE9-8459981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single_track 설정은 중심선 접점과 오토바이 균형 계산으로 연결됩니다. 선회 방향에 맞는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기울기를 만들지만 실제 라이더의 조향 반력과 몸 이동, 타이어 모든 자유도를 정밀하게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재현하는 구조는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0ED620A-72DB-4791-A7E8-1B14AA70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프로토콜에 바퀴 슬롯이 네 개 있다고 실제 바퀴가 네 개라는 뜻은 아닙니다. 전달 형식의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호환성과 물리 접촉 구조를 구별하세요. 사고 때 탑승자 표현이 분리되는 과정도 오토바이 균형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식 하나와 동일한 계산은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0994D10-4B21-450C-8F40-D56B0825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114 / 195</a:t>
            </a:r>
          </a:p>
        </p:txBody>
      </p:sp>
    </p:spTree>
    <p:extLst>
      <p:ext uri="{BB962C8B-B14F-4D97-AF65-F5344CB8AC3E}">
        <p14:creationId xmlns:p14="http://schemas.microsoft.com/office/powerpoint/2010/main" val="1630850312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499017D-C1EA-41D5-836E-194FD13E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플레이어 차종의 대표 값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차종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휠베이스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타이어 반지름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세단 기본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2.70m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0.320m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1050kg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2.133m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6200kg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0.390m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오토바이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1.81m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0.336m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ED410C3-2028-474A-8FF2-A08B6EFE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표는 현재 프로필에 들어 있는 대표 치수입니다. 휠베이스는 앞뒤 축 간 거리이고 타이어 값은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반지름입니다. 차량의 전체 길이나 바퀴 지름과 혼동하지 마세요.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52EF3A6C-590E-4558-8F95-EBE2D1E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이름의 NPC 차량은 경로 기반 축약 운동을 사용합니다. 플레이어 프로필 표가 모든 NPC의 네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엔진 계산을 증명하는 자료는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911F25-73DC-45BE-873C-8CD0868D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115 / 195</a:t>
            </a:r>
          </a:p>
        </p:txBody>
      </p:sp>
    </p:spTree>
    <p:extLst>
      <p:ext uri="{BB962C8B-B14F-4D97-AF65-F5344CB8AC3E}">
        <p14:creationId xmlns:p14="http://schemas.microsoft.com/office/powerpoint/2010/main" val="1105839063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EBA7774-7662-420B-96C6-BE9E6C8E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오토바이의 무게중심과 관성 설정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EEECAEF-6C60-455C-863E-3BEBA0A3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cpp/host/src/player_vehicle_profile.cpp:131-140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3124E90-3103-4D14-BF91-CE745682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4F01235-B0E2-44EF-B45A-A3FE31EE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551F0C8-639A-4BA9-89F7-1FB6A08E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result.tire_radius_m = 0.336f;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result.max_forward_speed_mps = 50.f;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result.front_track_m = 0.60f;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result.rear_track_m = 0.60f;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result.cg_height_m = 0.42f;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result.front_static_load_fraction = 0.82f / 1.81f;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result.front_drive_torque_fraction =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result.yaw_inertia_kg_m2 = 210.f;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result.pitch_inertia_kg_m2 = 180.f;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result.roll_inertia_kg_m2 = 70.f;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D80DC72-AA30-4996-BC37-922C89A9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반지름·중심 높이·앞축 정하중 비율·회전 관성을 별도로 정합니다. 숫자 이름의 단위를 읽으면 어느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계산에 쓰일지 연결할 수 있습니다.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59F5C8A-579D-436A-9502-62135BC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116 / 195</a:t>
            </a:r>
          </a:p>
        </p:txBody>
      </p:sp>
    </p:spTree>
    <p:extLst>
      <p:ext uri="{BB962C8B-B14F-4D97-AF65-F5344CB8AC3E}">
        <p14:creationId xmlns:p14="http://schemas.microsoft.com/office/powerpoint/2010/main" val="1771043473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2F316E3-5EA3-4D69-BFD0-CA7EA57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좋은 프로필 검증은 단일 최고속도보다 넓습니다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0E921D3-A794-40A4-A003-CD489B1C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차종이 출발·제동·선회·정지 경사·연석 재출발에서 일관되게 동작하는지 봐야 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최고속도만 맞추고 관성을 임의로 작게 만들면 선회나 충돌 회전이 어색할 수 있습니다. 여러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조건이 같은 숫자를 공유하기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72738F9-5C31-4A5E-B21D-973BEF6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반지름을 확인하려면 저속 직선에서 이동 거리와 휠 회전량을 비교할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무게중심과 차체 높이는 정지 접촉과 충돌 박스를 함께 봅니다. 단위와 기준점이 맞는지 확인한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 계수를 조정해야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2F797BB-1675-4B7A-93B5-FC75FF2A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모델에는 사용자 조작을 위한 균형 보조와 제한이 있으므로 실차 인증 수준의 수치라고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말하면 안 됩니다. 포트폴리오에서는 어떤 값으로 차종을 구별하고 어떤 시험으로 일관성을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확인했는지 설명하는 편이 정확합니다.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7292968-6BB2-4D18-93C8-A083F24A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117 / 195</a:t>
            </a:r>
          </a:p>
        </p:txBody>
      </p:sp>
    </p:spTree>
    <p:extLst>
      <p:ext uri="{BB962C8B-B14F-4D97-AF65-F5344CB8AC3E}">
        <p14:creationId xmlns:p14="http://schemas.microsoft.com/office/powerpoint/2010/main" val="1414327031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7CB7C2-CAB6-4018-ABDC-FB2F8AC7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차종을 바꿀 때 함께 확인할 값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ABFC3E1-B992-4FE8-B089-A29CBD96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세단 외형을 트럭으로 바꾸면서 질량만 6200kg으로 수정했습니다. 같은 구동력에서 가속이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어떻게 달라지는지 계산하고, 휠베이스와 관성을 그대로 두었을 때 어떤 차종 차이를 놓치는지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E8926CB-29B6-4E7B-A820-76D35239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지름 0.672m를 프로필 반지름 필드에 그대로 넣었다고 가정합니다. 실제 반지름과 몇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 차이가 나며 토크와 시각 바퀴 회전의 대응에 어떤 문제가 생길 수 있을까요?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4A7ACF-F6A5-44BF-BE52-8910D7EB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오토바이 single_track이 있다는 사실만으로 실제 라이더와 모든 전도 상황까지 완전히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재현한다고 말할 수 있나요? 서버의 접촉 구조, 균형 보조, Unreal 표현의 책임을 나누어 답해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F69F057-D828-43D8-82CD-8BC3BF0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118 / 195</a:t>
            </a:r>
          </a:p>
        </p:txBody>
      </p:sp>
    </p:spTree>
    <p:extLst>
      <p:ext uri="{BB962C8B-B14F-4D97-AF65-F5344CB8AC3E}">
        <p14:creationId xmlns:p14="http://schemas.microsoft.com/office/powerpoint/2010/main" val="1120630781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E087D69-90D5-49CB-AB91-7E5D3F8A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숫자뿐 아니라 구조와 검증 범위를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6C64248-0C0F-409C-B15D-677E8014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6000N이라는 교육용 조건에서 가속도는 4m/s²에서 약 0.968m/s²로 줄어듭니다.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휠베이스가 그대로면 조향 기하의 큰 차이를 놓치고 관성이 그대로면 같은 충돌 모멘트에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트럭답지 않게 회전할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9707060-EC4D-4A7A-969D-44E96A28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0.672m 지름의 반지름은 0.336m입니다. 반지름을 두 배로 넣으면 같은 힘을 환산한 토크도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배가 되며 이동 거리와 회전량의 대응이 어긋납니다. 지름과 반지름은 필드 이름에서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구별해야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23BBF81-A408-429C-9908-8A19DECB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single_track은 별도 접촉 구조를 선택하는 근거이며 완전한 실차 보증은 아닙니다. 균형과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탑승자 표현, 일반 자유낙하의 한계를 명시해야 합니다. 다음 수업에서는 그 질량과 관성이 충돌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충격량에 어떻게 들어가는지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01CEBF1-C0C0-4DBE-A7E5-B0F53B4F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119 / 195</a:t>
            </a:r>
          </a:p>
        </p:txBody>
      </p:sp>
    </p:spTree>
    <p:extLst>
      <p:ext uri="{BB962C8B-B14F-4D97-AF65-F5344CB8AC3E}">
        <p14:creationId xmlns:p14="http://schemas.microsoft.com/office/powerpoint/2010/main" val="510980881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E917BD4-2FB0-4FCD-8643-85E94BB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4B22334-B142-47B3-BC42-CC930E3E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차종 프로필이 바꾸는 값과 오토바이 축약 모델의 한계를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5FE786C-732B-4B07-AE8D-2024EDB4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질량·치수·출력·관성과 접촉 구조를 명시해야 차종별 차이를 계산과 연결할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F312084-A344-48FC-B745-9B959FF7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차종별 질량과 관성을 이해했으므로 충돌에서 서로 다른 상대가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반응하는 이유를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5F541B2-73F5-43CF-A6CC-1CD1A970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120 / 195</a:t>
            </a:r>
          </a:p>
        </p:txBody>
      </p:sp>
    </p:spTree>
    <p:extLst>
      <p:ext uri="{BB962C8B-B14F-4D97-AF65-F5344CB8AC3E}">
        <p14:creationId xmlns:p14="http://schemas.microsoft.com/office/powerpoint/2010/main" val="1407337758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376EA3E-6D0C-4B17-BD12-D31AFE4D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접촉과 충돌 반응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23BEF94-E6FC-49AA-A760-320541D0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단순 충돌 형상과 충격량을 이용해 상대가 밀리는 이유를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713CAEE-645B-49E7-A2FA-859B1BD5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힘·질량·속도와 회전의 기본 단위를 알아야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0C323DE-8920-47CB-A375-EAD677EA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후보 검색·정밀 접촉·겹침 보정을 구별합니다. 유한 질량 상대와 고정 벽의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CA9549F-A113-4F13-89C9-D41FBDB8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시각 파손과 authoritative 충돌 상태를 분리해서 조사할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846EED9D-1C13-4310-B11C-EDD835CE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   121 / 195</a:t>
            </a:r>
          </a:p>
        </p:txBody>
      </p:sp>
    </p:spTree>
    <p:extLst>
      <p:ext uri="{BB962C8B-B14F-4D97-AF65-F5344CB8AC3E}">
        <p14:creationId xmlns:p14="http://schemas.microsoft.com/office/powerpoint/2010/main" val="525969061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FD71E9-6091-4B28-8E41-ADAD7EFA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82ABB14-BC98-4A4E-AE14-FBE6BC8C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L10 충돌 형상에서 밀림과 회전까지 · 123쪽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충격량의 뜻과 접점 회전, 겹침 보정·손상의 범위를 이해합니다.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CE78CBDD-28DF-4C78-AE00-0259A37E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   122 / 195</a:t>
            </a:r>
          </a:p>
        </p:txBody>
      </p:sp>
    </p:spTree>
    <p:extLst>
      <p:ext uri="{BB962C8B-B14F-4D97-AF65-F5344CB8AC3E}">
        <p14:creationId xmlns:p14="http://schemas.microsoft.com/office/powerpoint/2010/main" val="44387140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CC7B897-C1D1-4FC9-8E78-1FFD4D7E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형상에서 밀림과 회전까지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FEB67B5-DC3E-48F9-9E12-8B39B5CE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가벼운 물체와 부딪혀도 차가 벽처럼 멈추거나 접촉 위치와 상관없이 같은 회전이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나올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67EBE7E-923B-4A08-BA81-86789F36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충돌 형상·상대 속도·유한 질량·접촉점 모멘트를 분리해야 자연스러운 반응을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C54297D-FB73-4574-B78B-61D94071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충격량의 뜻과 접점 회전, 겹침 보정·손상의 범위를 이해합니다.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3B0A11E-8FF4-466A-8DE3-9F8555AA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힘 N과 토크 N·m, 질량과 관성을 먼저 이해합니다.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A93A8DF-B185-4213-8674-597DED7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123 / 195</a:t>
            </a:r>
          </a:p>
        </p:txBody>
      </p:sp>
    </p:spTree>
    <p:extLst>
      <p:ext uri="{BB962C8B-B14F-4D97-AF65-F5344CB8AC3E}">
        <p14:creationId xmlns:p14="http://schemas.microsoft.com/office/powerpoint/2010/main" val="1509928888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73717C7-2FBE-4FA2-90A9-ED980A36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상대를 모두 벽으로 취급하면 생기는 문제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AAE8A4B-F4B4-484C-8EE8-7A57247A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움직이지 않는 벽과 가벼운 보행자는 같은 충돌 상대가 아닙니다. 상대가 충격을 받아 움직일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있는데 무한히 무거운 벽처럼 취급하면 차량이 과도하게 멈추고 사람은 예상한 반응을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보이지 않을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1065D98-8127-42BD-8639-91059079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충돌 코어는 차량 몸체를 수평 회전 상자와 높이 구간으로 축약하고 일부 물체는 캡슐을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 외형 메시의 모든 삼각형을 그대로 계산하지 않는 이유는 반복 충돌 검사 비용과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복잡도를 제한하기 위해서입니다.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1957216-B677-4F9F-AA78-1C392EE9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물체가 밀리는지 보기 전에 서버 형상이 어디에 있는지 확인해야 합니다. 메시 범퍼가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닿지 않았는데 충돌하면 충돌 박스의 기준점과 치수가 먼저 의심 대상입니다. 시각 손상과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형상은 별도로 추적합니다.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73D107F-BEBC-4903-908D-CB0FFB89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124 / 195</a:t>
            </a:r>
          </a:p>
        </p:txBody>
      </p:sp>
    </p:spTree>
    <p:extLst>
      <p:ext uri="{BB962C8B-B14F-4D97-AF65-F5344CB8AC3E}">
        <p14:creationId xmlns:p14="http://schemas.microsoft.com/office/powerpoint/2010/main" val="302044322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FE747C6-F3C0-45EC-AE7A-52BA0B1E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후보 검색·정밀 접촉·충격량은 다른 단계입니다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5E504B8-F966-4069-A2B3-C18ADCF1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broad phase는 가까울 가능성이 있는 충돌체를 빨리 줄입니다. narrow phase는 그 후보가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실제로 겹치는지와 접촉 방향·위치를 계산합니다. 후보 수를 줄이는 최적화는 결과를 달리하기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위한 장치가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EC6F9A4-DAC2-415B-8711-9E28B038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충격량 J는 충돌 동안 힘을 시간에 대해 모은 값이며 단위는 N·s입니다. 선속도 변화는 대략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J/m입니다. 접촉점이 무게중심에서 떨어지면 같은 J도 회전 변화에 영향을 주므로 질량만으로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반응을 계산할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16338E-DB3D-441F-85B6-5CE4DDB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이미 생긴 겹침을 밖으로 밀어내는 위치 보정과 접근 속도를 바꾸는 충격량을 구분합니다.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위치만 크게 수정하면 순간이동처럼 보일 수 있고 속도만 수정하면 관통이 남을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다중 접촉에서는 제한된 반복으로 서로의 영향을 조정합니다.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5BC9EAA-6E56-4EE4-8E8B-9371C54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125 / 195</a:t>
            </a:r>
          </a:p>
        </p:txBody>
      </p:sp>
    </p:spTree>
    <p:extLst>
      <p:ext uri="{BB962C8B-B14F-4D97-AF65-F5344CB8AC3E}">
        <p14:creationId xmlns:p14="http://schemas.microsoft.com/office/powerpoint/2010/main" val="1610829143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BAE0232-1204-4315-B16E-DC450B8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무게중심에서 벗어난 접촉이 만드는 회전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1a5c24bee4bb5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6F83648A-9E0B-4194-9EAD-1BB43035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8356928-FC21-4C16-9E4C-6B27D066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126 / 195</a:t>
            </a:r>
          </a:p>
        </p:txBody>
      </p:sp>
    </p:spTree>
    <p:extLst>
      <p:ext uri="{BB962C8B-B14F-4D97-AF65-F5344CB8AC3E}">
        <p14:creationId xmlns:p14="http://schemas.microsoft.com/office/powerpoint/2010/main" val="526240730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8D9A031-44FA-42A1-A393-B8AB485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무게중심에서 벗어난 접촉이 만드는 회전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96A2598-4E02-4342-8840-698D958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개념도에서 점선은 무게중심 COM과 접촉점 사이의 거리입니다. 같은 방향 충격량도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중심을 벗어난 곳에 작용하면 차량의 각운동량(회전 운동량)을 바꿉니다.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36220F1-2110-4FA7-91C4-552209D7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그림의 한 차량 반응만으로 두 차량 전체의 해를 계산한 것은 아닙니다. 실제 코어에서는 양쪽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접점 속도와 질량·관성을 함께 사용하고 상대에게 반대 충격량을 적용합니다.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C4269AD-35D1-4A32-AA09-95733BC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127 / 195</a:t>
            </a:r>
          </a:p>
        </p:txBody>
      </p:sp>
    </p:spTree>
    <p:extLst>
      <p:ext uri="{BB962C8B-B14F-4D97-AF65-F5344CB8AC3E}">
        <p14:creationId xmlns:p14="http://schemas.microsoft.com/office/powerpoint/2010/main" val="688107948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E6F5139-5629-4F1E-9AD6-2AB965BC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질량과 접점 회전을 포함한 충격량 분모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A809ADA-0157-40EF-9BED-8BF28BDF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cpp/host/src/collision/collision_world.cpp:595-605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083D9C4-DABD-4DB8-AFA9-C6E803A5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41339D2-FD6C-45BD-827D-7659570E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9FC458E-0EF7-4C24-90A8-90B70713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body_normal_arm = cross(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body_contact_offset, manifold.normal_enu);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proxy_normal_arm = cross(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proxy_contact_offset, manifold.normal_enu);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proxy_inverse_inertia = proxy_inverse_yaw_inertia(proxy);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normal_denominator = body_inverse_mass + proxy_inverse_mass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 body_normal_arm * body_normal_arm / body.yaw_inertia_kg_m2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 proxy_normal_arm * proxy_normal_arm * proxy_inverse_inertia;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normal_impulse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-(1.0 + proxy.material.restitution) * normal_velocity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/ normal_denominator;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D80372D-E399-4763-990B-02257C4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물체의 역질량과 접점 팔길이·회전 관성 항을 더합니다. 상대 법선 속도와 반발 계수로 접근을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해소할 충격량을 계산합니다.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96C8F93-9069-4649-836E-6EC356D6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128 / 195</a:t>
            </a:r>
          </a:p>
        </p:txBody>
      </p:sp>
    </p:spTree>
    <p:extLst>
      <p:ext uri="{BB962C8B-B14F-4D97-AF65-F5344CB8AC3E}">
        <p14:creationId xmlns:p14="http://schemas.microsoft.com/office/powerpoint/2010/main" val="881180677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AEC71B2-57B1-4815-ADB8-EBEF1F50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코드의 팔길이와 상대 속도를 읽는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3D064CA-3D48-497B-AB9D-2C25376B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body_contact_offset과 proxy_contact_offset은 각 무게중심에서 접촉점까지의 벡터입니다.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법선과의 외적으로 normal_arm을 구합니다. 이 값이 크면 접점 충격이 회전에 더 크게 연결될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D879754-357C-47F0-A9D6-F951BAF4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normal_velocity는 접점의 상대 법선 속도입니다. 접근 중인 경우를 해소하도록 부호를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적용하고, 이미 멀어지는 접촉에는 불필요한 새 반발을 만들지 않습니다. restitution은 반발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정도이며 에너지를 항상 그대로 보존한다는 뜻은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21581E5-664B-4DBC-B4EF-AC4D8F3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분모에 질량과 관성 항이 함께 있으므로 모서리 충돌과 정면 중심 충돌은 같은 결과가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외형 찌그러짐은 이 충격량·접점 등을 전달받아 별도로 표현할 수 있지만 이 수식이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금속 변형을 직접 해석하는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1E06D8D-85D4-438B-9CF2-DBDC5F0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129 / 195</a:t>
            </a:r>
          </a:p>
        </p:txBody>
      </p:sp>
    </p:spTree>
    <p:extLst>
      <p:ext uri="{BB962C8B-B14F-4D97-AF65-F5344CB8AC3E}">
        <p14:creationId xmlns:p14="http://schemas.microsoft.com/office/powerpoint/2010/main" val="603764604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E1F75F3-35D3-46A5-8ED7-7C6F57C3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동일 질량 정면 충돌의 교육용 운동량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충돌 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충돌 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운동량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15000kg·m/s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15000kg·m/s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10과 0m/s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5와 5m/s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운동 에너지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75000J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37500J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차이의 의미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총 운동량 변화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변형·열 등으로 에너지 소산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D4B4EE48-BA82-4CB8-A521-0BD87313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회전을 생략하고 외부 힘이 없으며 두 차량이 완전히 붙는 비탄성 충돌이라고 가정합니다. 질량은 각각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1500kg, 속도는 10m/s와 0입니다. 총 운동량은 충돌 전후 같아야 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99BC5F80-D4AA-4C2D-B791-A0BBD671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속도는 15000÷3000=5m/s입니다. 이는 현재 모든 차량 충돌의 예측값이 아니라 운동량과 에너지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차이를 이해하기 위한 손계산입니다.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91B90E5-B547-4DD6-9D2F-A05201CB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130 / 195</a:t>
            </a:r>
          </a:p>
        </p:txBody>
      </p:sp>
    </p:spTree>
    <p:extLst>
      <p:ext uri="{BB962C8B-B14F-4D97-AF65-F5344CB8AC3E}">
        <p14:creationId xmlns:p14="http://schemas.microsoft.com/office/powerpoint/2010/main" val="14102575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ED5AB09-E414-473C-84FD-892F0991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유한 질량 상대의 운동량을 확인하는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3BBFDF9-FF36-4C9F-AE8F-79ABC5CD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cpp/host/tests/collision_world_test.cpp:389-397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751F5F7-7985-4AA6-9524-93785A93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90CD747-9C49-4A92-836E-342B5AE5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F22B7AC-8AA1-4354-9D1C-8A6A649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require(near(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result.body.mass_kg * result.body.linear_velocity_enu_mps.east_m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+ resolved.mass_kg * resolved.linear_velocity_enu_mps.east_m,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initial_east_momentum, 1e-6)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&amp;&amp; near(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result.body.mass_kg * result.body.linear_velocity_enu_mps.north_m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    + resolved.mass_kg * resolved.linear_velocity_enu_mps.north_m,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initial_north_momentum, 1e-6),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"uncapped finite pair impulses must conserve planar linear momentum");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4D95DAB-3BC5-4408-8045-43CE9721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양쪽 최종 질량×속도를 더해 초기 동·북 방향 운동량과 비교합니다. 테스트는 속도 제한에 걸리지 않은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유한 질량 쌍이라는 조건을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68D5212-ED55-4BA4-BF77-E12C37B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131 / 195</a:t>
            </a:r>
          </a:p>
        </p:txBody>
      </p:sp>
    </p:spTree>
    <p:extLst>
      <p:ext uri="{BB962C8B-B14F-4D97-AF65-F5344CB8AC3E}">
        <p14:creationId xmlns:p14="http://schemas.microsoft.com/office/powerpoint/2010/main" val="1960691119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CA06264-A7DE-4EDA-BE64-84C71F13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단순 몸체 계산과 눈에 보이는 파손의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C75D4A2-B5F9-4A31-9B58-4BBDFB0B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테스트 아래에는 두 형상이 겹치지 않는지도 확인합니다. 충격량 보존과 비관통은 서로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검사입니다. 충돌 코어는 microstep과 제한된 반복을 사용하므로 모든 복잡한 다중 접촉을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완벽히 푸는 일반 강체 엔진이라고 부를 수는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9F1F82-EA39-443E-80B4-102B43F6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구조물은 접촉 기록으로 손상 상태와 다음 틱 충돌 proxy를 바꿉니다. 쓰러진 신호등 메시만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눕히고 서버 형상을 그대로 두면 보이지 않는 벽이 남습니다. 파편 효과가 나온다는 사실만으로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authoritative 상태가 맞다고 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FF420C5-3077-4DCB-9807-7418AA2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보행자 서버 반응은 축약 몸체·골반 궤적이며 모든 관절의 실제 인체 역학을 계산하지 않습니다.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관절 표현과 회복 애니메이션은 별도 책임입니다. NPC도 이런 동적 충돌 상태를 보고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운행 가능 여부와 우회를 판단합니다.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3132EEC-F992-4029-A07A-9CA5E0D1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132 / 195</a:t>
            </a:r>
          </a:p>
        </p:txBody>
      </p:sp>
    </p:spTree>
    <p:extLst>
      <p:ext uri="{BB962C8B-B14F-4D97-AF65-F5344CB8AC3E}">
        <p14:creationId xmlns:p14="http://schemas.microsoft.com/office/powerpoint/2010/main" val="996544158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8EB299A-8F24-4784-8354-8D09C8C3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충돌 반응과 파손을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293FB71-5071-4625-AF86-C4C53338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두 차량 충돌에서 각 차량이 1500kg이고 처음 속도는 10m/s와 0입니다. 최종적으로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붙는다면 속도와 총 운동 에너지를 계산하세요. 운동량 보존이 에너지 보존과 같은 말인지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7C16992-7F18-450B-BEFF-EC4ECA91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중심 정면과 앞 모서리에 같은 방향 충격이 들어간다고 가정합니다. 어떤 경우가 더 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 효과를 만들 수 있으며 코드에서 어떤 변수가 그 차이를 담는지 찾아보세요. 질량만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바꾸어 해결하려 하면 무엇을 놓칠까요?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C1FD507-F760-4DB0-9F2E-65684416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쓰러진 신호등 그림은 보이는데 차량이 옛 기둥 위치에 막힙니다. 파편 개수를 늘리는 대신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서버 상태를 확인해야 할까요? 메시 표현과 다음 틱의 충돌 proxy를 구분해서 답하면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122B057-9CA6-4294-9BF9-973DF620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133 / 195</a:t>
            </a:r>
          </a:p>
        </p:txBody>
      </p:sp>
    </p:spTree>
    <p:extLst>
      <p:ext uri="{BB962C8B-B14F-4D97-AF65-F5344CB8AC3E}">
        <p14:creationId xmlns:p14="http://schemas.microsoft.com/office/powerpoint/2010/main" val="599836632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D62FC90-9810-47A6-82E5-26E1BA9C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접촉 위치와 다음 틱의 형상을 함께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11CAEDC-AF33-4450-AD70-EC5304F8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공통 속도는 5m/s이고 운동 에너지는 37500J입니다. 초기 75000J보다 줄지만 운동량은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15000kg·m/s로 같습니다. 비탄성 가정의 에너지 소산을 무조건 계산 오류로 해석하면 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CD6BFFA-E93A-4299-BC85-F9A749E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중심에서 벗어난 접촉은 normal_arm과 회전 관성 항을 통해 회전 반응을 만듭니다. 질량만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같아도 접점·상대 속도·관성이 다르면 결과가 다릅니다. 위치 보정과 충격량 변화도 별도로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430A595-4C01-45F2-9B67-DA616E40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신호등은 파손 상태가 서버의 동적 형상으로 반영됐는지 확인합니다. 시각 메시만 눕힌 상태는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충분하지 않습니다. 다음 수업에서는 NPC가 이러한 형상을 장애물로 읽고 도로 연결과 근거리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공간을 판단하는 흐름을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7CF390A-47DB-4030-9787-C67B2FB7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134 / 195</a:t>
            </a:r>
          </a:p>
        </p:txBody>
      </p:sp>
    </p:spTree>
    <p:extLst>
      <p:ext uri="{BB962C8B-B14F-4D97-AF65-F5344CB8AC3E}">
        <p14:creationId xmlns:p14="http://schemas.microsoft.com/office/powerpoint/2010/main" val="1110487220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65AD79-3AAE-4C1B-9060-EE6DE50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90AE02A-A2CD-4B18-B4A2-631B01EB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충격량의 뜻과 접점 회전, 겹침 보정·손상의 범위를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49D4260-624F-4594-B61D-5B340615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충돌 형상·상대 속도·유한 질량·접촉점 모멘트를 분리해야 자연스러운 반응을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C77774-FB91-4AB4-8876-0A5BF5CB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충돌체가 길을 차지하는 방식을 알았으므로 NPC 경로 판단에서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이를 어떻게 읽는지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CD02862-77E6-4B07-867E-CF2F037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135 / 195</a:t>
            </a:r>
          </a:p>
        </p:txBody>
      </p:sp>
    </p:spTree>
    <p:extLst>
      <p:ext uri="{BB962C8B-B14F-4D97-AF65-F5344CB8AC3E}">
        <p14:creationId xmlns:p14="http://schemas.microsoft.com/office/powerpoint/2010/main" val="1334627932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FE84232-05C0-45A6-871B-ADC3B5FB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NPC 판단과 제한된 계산 시간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346AF15-FFE1-4CFD-873E-EDF39A9D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목적지 경로와 근거리 우회를 나누고 탐색 폭주가 조작 지연을 만든 사례를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2B04D9F-E77F-4369-8D43-3390CF08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이벤트 루프, C2의 신선도, C5의 차체 형상이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AFCE435-C6C8-4C41-82D2-267E41EE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그래프 경로·경로 추종·방향지시 의도를 연결합니다. 후진 후보 커서와 round-robin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작업 예산을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63D6ADE6-3811-409D-B819-2AAF7694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NPC가 기다리는 이유와 계산 지연을 다른 문제로 진단할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88DD978-A6DD-4566-AE28-C95F19B2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   136 / 195</a:t>
            </a:r>
          </a:p>
        </p:txBody>
      </p:sp>
    </p:spTree>
    <p:extLst>
      <p:ext uri="{BB962C8B-B14F-4D97-AF65-F5344CB8AC3E}">
        <p14:creationId xmlns:p14="http://schemas.microsoft.com/office/powerpoint/2010/main" val="1134777499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1F766F6-85D8-411E-ABF2-C3FC8B3C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EB030C8-F82D-4401-B756-2484E063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L11 목적지 경로와 신호를 따르는 NPC · 138쪽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차선 그래프 비용, 신호 정지점, 방향지시 의도를 각각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D72FC83-9B6F-4220-9694-4669869A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L12 가까운 장애물 우회와 틱별 탐색 예산 · 151쪽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후진 후보 커서·차례 분배·정차 회전 제한을 재현 사례로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4CADE8F-2764-463E-A12F-04BC18BC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   137 / 195</a:t>
            </a:r>
          </a:p>
        </p:txBody>
      </p:sp>
    </p:spTree>
    <p:extLst>
      <p:ext uri="{BB962C8B-B14F-4D97-AF65-F5344CB8AC3E}">
        <p14:creationId xmlns:p14="http://schemas.microsoft.com/office/powerpoint/2010/main" val="1795121868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F851AA5-AEE0-4737-B5D2-151D47D4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목적지 경로와 신호를 따르는 NPC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B0E2431-9301-4DF1-9BF3-EEA3511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NPC가 앞차를 못 피하거나 곡선에서 잘못 깜빡이는 현상을 모두 같은 인공지능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문제로 보기 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3D46D0B-36AD-45E9-8FDF-BBAB7086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목적지 선택·도로 경로·추종 제어·국소 공간·표현을 나누면 잘못된 책임을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수정하지 않을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712558E-8F4D-4F8B-A20C-5C6CAB52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차선 그래프 비용, 신호 정지점, 방향지시 의도를 각각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74D739FC-EDFC-42B8-9D78-57244B63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차체 충돌 형상이 실제 통행 공간을 차지한다는 사실이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044FF4E-5CF6-4CA7-83BD-6824830A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138 / 195</a:t>
            </a:r>
          </a:p>
        </p:txBody>
      </p:sp>
    </p:spTree>
    <p:extLst>
      <p:ext uri="{BB962C8B-B14F-4D97-AF65-F5344CB8AC3E}">
        <p14:creationId xmlns:p14="http://schemas.microsoft.com/office/powerpoint/2010/main" val="134546754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C2B2DAF-F258-464B-A59E-0481E81C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NPC의 판단을 다섯 질문으로 나누기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2A348B6-ACA6-4E46-B6F2-534F7C1C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목적지 선택은 어디로 갈지 결정하고 경로 계획은 어느 차선을 거칠지 정합니다. 경로 추종은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이번 틱에 얼마나 움직일지 계산합니다. 가까운 장애물 우회는 지금 차체가 지나갈 공간이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있는지 확인합니다. 화면 표현은 그 상태를 보여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12B4AD8-1539-4E59-B299-F9B3799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책임을 나누지 않으면 차가 벽 앞에서 기다릴 때 운전자 애니메이션을 바꾸거나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방향지시등을 조향각만 보고 켜는 수정을 하게 됩니다. 화면상 증상은 비슷해도 데이터와 결정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위치가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CD6D37F-6CCB-4823-AB0C-D9CA1701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NPC는 플레이어의 엔진·네 바퀴 타이어 힘을 매번 똑같이 푸는 구조가 아닙니다. 경로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기반 속도와 회전을 제한하고 별도 유한 질량 충돌 반응을 결합합니다. 이 한계를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이해해야 구현된 판단을 과장하지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BDE106E-8269-4EFE-9FEC-CB91992D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139 / 195</a:t>
            </a:r>
          </a:p>
        </p:txBody>
      </p:sp>
    </p:spTree>
    <p:extLst>
      <p:ext uri="{BB962C8B-B14F-4D97-AF65-F5344CB8AC3E}">
        <p14:creationId xmlns:p14="http://schemas.microsoft.com/office/powerpoint/2010/main" val="52201573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6F903C3-EB58-4AF6-A721-59B6C835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 그래프와 최단 경로 비용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BC996B7-BA15-4D15-9A7E-5705DA07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그래프는 연결 관계를 저장하는 구조입니다. 이 프로젝트에서는 차선을 정점처럼 다루고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successors에 다음으로 갈 수 있는 차선 ID를 저장합니다. 경로는 연결 가능한 차선 ID를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순서대로 나열한 결과입니다.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E125347-2E60-452F-B282-42340D5C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shortest_route는 누적 비용이 가장 작은 미방문 차선을 골라 이웃 비용을 갱신합니다. 비용은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 길이의 합입니다. 짧은 거리를 선택하지만 모든 신호 대기와 운전자 행동을 포함한 최단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도착 시간을 구하는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7D09A71-78A1-4C54-8781-A9171070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목적지 선택은 통행 가능한 도로 연결과 다시 이어갈 가능성 같은 조건을 사용합니다. 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그래프가 끊겨 있으면 운전자가 똑똑해져도 존재하지 않는 연결을 주행 경로로 선택할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 데이터 검증이 행동 구현보다 먼저인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275F686-4836-409D-AF23-2C758A77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140 / 195</a:t>
            </a:r>
          </a:p>
        </p:txBody>
      </p:sp>
    </p:spTree>
    <p:extLst>
      <p:ext uri="{BB962C8B-B14F-4D97-AF65-F5344CB8AC3E}">
        <p14:creationId xmlns:p14="http://schemas.microsoft.com/office/powerpoint/2010/main" val="895818052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35D5F8D-DC0C-4CF1-AA21-58973285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 짧은 이웃 경로만 갱신하는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BC76A68-49F1-4A93-86A4-BB1427E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cpp/host/src/traffic/npc_route_planner.cpp:106-114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52BDF9E-1D29-483E-91CD-F0B9E190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3887989-F8E8-4561-913D-8A5EF063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24F89B9-4B84-4125-B024-2FA561A4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 successor : lanes_.at(next).successors)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(blocked.contains(successor) || visited.contains(successor)) { continue;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candidate = best + lanes_.at(successor).length_m;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auto old = cost.find(successor);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(old == cost.end() || candidate &lt; old-&gt;second)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cost[successor] = candidate;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predecessor[successor] = next;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42E68CA-325B-42C2-866B-D2CF08F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막힌 차선과 방문한 차선을 제외합니다. candidate는 현재 비용+다음 길이이며 더 작으면 비용과 이전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차선을 보관합니다.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7E41C4B-8489-4DAF-AF3B-76AFFF5C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141 / 195</a:t>
            </a:r>
          </a:p>
        </p:txBody>
      </p:sp>
    </p:spTree>
    <p:extLst>
      <p:ext uri="{BB962C8B-B14F-4D97-AF65-F5344CB8AC3E}">
        <p14:creationId xmlns:p14="http://schemas.microsoft.com/office/powerpoint/2010/main" val="261807691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C6A28B-7189-4E97-A8C1-16DDE875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predecessor가 실제 차선 순서를 복원합니다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0C6F7E8-262B-476A-880C-62EFB9C7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비용 숫자만 저장하면 목적지까지 몇 m인지 알 수 있어도 어느 길로 가야 하는지 모릅니다.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predecessor는 어떤 차선에서 이웃으로 들어왔는지 기록합니다. 목적지에서 거꾸로 따라간 뒤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순서를 뒤집으면 경로를 복원할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F2101AD-6873-491E-BBD4-8BED8DD8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A=20m, B=35m, C=50m, D=25m이고 A는 B 또는 C, 두 후보는 D로 연결된다고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가정합니다. 시작 차선도 비용에 포함하므로 A 비용은 20입니다. B를 거친 D는 80, C를 거친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D는 95가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6CFF033-F35F-459B-9EBD-548C74CC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B가 막힌 차선이면 해당 확장을 건너뛰고 C를 거친 95m 경로를 선택합니다. 두 연결이 모두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막히면 경로가 없습니다. 차선 전체를 제외하는 판단과 같은 차선 안에서 장애물 옆을 통과하는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국소 우회는 다음 수업에서 구별합니다.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25317D6-3197-440A-8628-60B5A07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142 / 195</a:t>
            </a:r>
          </a:p>
        </p:txBody>
      </p:sp>
    </p:spTree>
    <p:extLst>
      <p:ext uri="{BB962C8B-B14F-4D97-AF65-F5344CB8AC3E}">
        <p14:creationId xmlns:p14="http://schemas.microsoft.com/office/powerpoint/2010/main" val="148774726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406B7AD-4AA4-439C-9FB6-447AD021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그래프의 비용 변화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FC146D38-C30A-45CB-B6A1-BAE8C59A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A를 처리한 뒤 방문하지 않은 후보 중 비용이 가장 작은 B를 먼저 고릅니다. D 비용을 80으로 기록한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 C에서 얻은 95는 더 크므로 기존 값을 유지합니다.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7E6DA1D5-339A-4825-95A5-D546F8B0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동일 비용에서는 안정적인 ID 순서가 재현성에 도움 됩니다. 결과가 실행마다 바뀌면 물리 변화인지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계획 순서 변화인지 구별하기 어려워집니다.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38A2006-38E9-4482-878D-6A412F77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143 / 195</a:t>
            </a:r>
          </a:p>
        </p:txBody>
      </p:sp>
    </p:spTree>
    <p:extLst>
      <p:ext uri="{BB962C8B-B14F-4D97-AF65-F5344CB8AC3E}">
        <p14:creationId xmlns:p14="http://schemas.microsoft.com/office/powerpoint/2010/main" val="914442691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50102FA-6FEF-46AE-AA6D-073F044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경로가 있어도 빨간 신호 앞에서는 정지합니다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32960FE-37CE-47D3-BEDF-3034B2F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cpp/host/src/traffic/npc_lane_follower.cpp:612-621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FC793AA-1CDC-4D39-ABCF-88A15DE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EFAEC71-B6CB-473A-ACEC-283D7380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F854E02-06D3-4F34-8245-684D1924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(lane.signal_group_id != 0 &amp;&amp; end &gt; committed_stopline_m_ + epsilon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&amp;&amp; !green(lane.signal_group_id, signals, elapsed))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const double target = std::max(progress_m_, end - clearance);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if (target &lt; stop_at) { stop_at = target; reason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NpcLaneStopReason::Signal;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remaining = stop_at - progress_m_;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(std::isfinite(stop_at))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desired = std::min(desired, braking_envelope(remaining, 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config_.braking_mps2, h));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2823DA8-6058-4D25-8363-8CFAF2BB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신호가 허용하지 않는 접근 차선이면 정지선 여유를 뺀 목표를 정합니다. 남은 거리로 제동 가능한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목표 속도를 제한합니다.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BF86604-6776-4210-B376-EA976562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144 / 195</a:t>
            </a:r>
          </a:p>
        </p:txBody>
      </p:sp>
    </p:spTree>
    <p:extLst>
      <p:ext uri="{BB962C8B-B14F-4D97-AF65-F5344CB8AC3E}">
        <p14:creationId xmlns:p14="http://schemas.microsoft.com/office/powerpoint/2010/main" val="1619871143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1ED2D1-9DEF-4D9F-B811-A31C6A8B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추종 제어와 방향지시 의도는 역할이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EF47EED-4B79-4359-BC07-DB1315FD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stop_at은 멈출 위치이고 progress_m_는 진행한 거리입니다. remaining을 구해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braking_envelope로 감속 목표를 정합니다. 아래에서는 가속·제동 한도로 속도 변화를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제한하므로 목적지로 즉시 이동하지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8B108F6-1099-451A-8E25-68DA583D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방향지시등은 순간 yaw 변화보다 앞으로 할 행동을 알려야 합니다. 일반 곡선 도로를 따라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돌아간다는 이유만으로 계속 켜면 안 됩니다. follower는 신호가 있는 접근 차선과 연결 차선의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 차이로 교차로 의도를 구합니다.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ECD2E99-871D-4890-A6C8-A5FA373E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 변경과 국소 우회는 별도의 실행 의도로 깜빡이를 켭니다. 교차로에서 방향지시가 틀리면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정보와 turn_signal_intent를 보고, 빛이 약하면 Unreal 표시를 봅니다. 판단과 표현을 나눈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페이지의 이유가 여기서 사용됩니다.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4B51B05-CE9D-429A-981C-9D9042D9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145 / 195</a:t>
            </a:r>
          </a:p>
        </p:txBody>
      </p:sp>
    </p:spTree>
    <p:extLst>
      <p:ext uri="{BB962C8B-B14F-4D97-AF65-F5344CB8AC3E}">
        <p14:creationId xmlns:p14="http://schemas.microsoft.com/office/powerpoint/2010/main" val="183502249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273101C-39AE-4664-815B-3034A8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시간으로 신호 단계 위치를 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C722744-A809-40BD-8340-C34253A3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cpp/host/src/traffic/traffic_network.cpp:905-915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7603E84-DBC5-4C62-B6DE-E66F45D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802CEFE-F9DB-463D-8609-F7075DD4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7408DD5-B318-4642-A5B6-1E33738D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std::uint64_t plan_cycle_ns = plan-&gt;cycle_ms * millisecond_ns;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std::uint64_t position_ns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((elapsed_ns % plan_cycle_ns)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+ static_cast&lt;std::uint64_t&gt;(plan-&gt;offset_ms) * millisecond_ns)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% plan_cycle_ns;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std::uint64_t phase_start_ns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std::size_t phase_index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(; phase_index &lt; plan-&gt;phases.size(); ++phase_index)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std::uint64_t end = phase_start_ns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+ static_cast&lt;std::uint64_t&gt;(plan-&gt;phases[phase_index].duration_ms)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* millisecond_ns;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8F74673-5846-4FB5-BB01-909E6D28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주기를 ns로 바꾸고 누적 시간의 나머지에 offset을 더합니다. phase 지속 시간을 누적해 현재 위치가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속하는 단계를 찾습니다.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E9D25F0-814E-45A5-8747-419E4FFF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146 / 195</a:t>
            </a:r>
          </a:p>
        </p:txBody>
      </p:sp>
    </p:spTree>
    <p:extLst>
      <p:ext uri="{BB962C8B-B14F-4D97-AF65-F5344CB8AC3E}">
        <p14:creationId xmlns:p14="http://schemas.microsoft.com/office/powerpoint/2010/main" val="1088379732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8690F3F-5775-4794-A884-C365C34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 주기와 고장 상태를 따로 추적합니다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2F4476E-92DD-4775-9E76-4E81C94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주기가 60초이고 offset이 5초라면 누적 67초에서 주기 위치는 (67 mod 60+5) mod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60=12초입니다. 각 phase의 시간 구간 중 12초를 포함하는 단계를 선택합니다. 같은 시간과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계획이면 같은 신호를 계산할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AFBB147-168B-48F9-A801-1BF5E23F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신호를 시뮬레이션 시간으로 계산하면 프레임 속도에 따라 무작정 바뀌지 않습니다. 하지만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enabled와 안전 상태, 파손된 신호 머리의 정책도 있으므로 나머지 식 하나가 화면의 모든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신호를 결정한다고 말할 수는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396F8AB-C8FE-4E6B-A20F-1E431079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신호등 하나가 쓰러졌을 때 전체 주기 시계와 해당 구조물 상태를 분리해 조사해야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통행 허용과 불빛 표시가 같은 계획을 사용하는지도 확인합니다. 다음에는 유효 경로와 신호가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있어도 물체가 가까이 막은 상황을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DBB1CA8-1E56-4992-AFAB-B492090F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147 / 195</a:t>
            </a:r>
          </a:p>
        </p:txBody>
      </p:sp>
    </p:spTree>
    <p:extLst>
      <p:ext uri="{BB962C8B-B14F-4D97-AF65-F5344CB8AC3E}">
        <p14:creationId xmlns:p14="http://schemas.microsoft.com/office/powerpoint/2010/main" val="184215937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281AB3D-C06A-4977-9F85-E62C1FD3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거리 경로와 실제 주행을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75FF47A-E1B9-41AD-835C-BF81A175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A·B·C·D 길이가 20·35·50·25m인 그래프에서 B를 막으면 경로와 길이는 무엇인가요? 이 결과가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신호 대기를 포함한 가장 빠른 도착을 보장하는지도 비용의 정의를 근거로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F177ED4-9641-4A87-BA7C-9032AD9A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NPC가 신호가 없는 곡선 도로를 따라 yaw를 바꾸고 있습니다. 이것만으로 좌회전 깜빡이를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켜도 될까요? 경로 추종 변화와 교차로·차선 변경 의도 사이의 차이를 적고 해당 함수를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찾아보세요.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A07B942-E29D-4BB8-BD76-0A95BD32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 60초, offset 5초, 누적 67초의 신호 위치를 계산하세요. 쓰러진 신호등 하나 때문에 불빛이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달라졌을 때 이 계산 자체와 어떤 별도 상태를 함께 확인해야 하는지도 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F049876-2D90-41F5-92A0-3C8AD8C8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148 / 195</a:t>
            </a:r>
          </a:p>
        </p:txBody>
      </p:sp>
    </p:spTree>
    <p:extLst>
      <p:ext uri="{BB962C8B-B14F-4D97-AF65-F5344CB8AC3E}">
        <p14:creationId xmlns:p14="http://schemas.microsoft.com/office/powerpoint/2010/main" val="710977472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8FA2059-7D1A-4AA7-809D-2C64B5D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경로·통행 허용·의도를 따로 연결합니다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786DD2B-113A-46C8-9133-88BD3D3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B를 제외하면 A, C, D로 연결되고 길이는 95m입니다. 비용은 차선 길이이므로 신호 대기까지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포함한 최단 시간 보장은 아닙니다. 도로 연결 결과에 추종 제어가 신호와 속도 제한을 추가로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적용합니다.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3205329-7895-4CF0-9F76-2FF3796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도로 곡률만으로 교차로 방향지시 의도를 만들면 안 됩니다. turn_signal_intent는 신호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접근과 다음 연결 방향을 확인합니다. 국소 우회와 차선 변경은 자신의 계획 의도를 별도로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55F59B8-2DDA-440B-B0B3-9C4E5D36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 주기 위치는 12초입니다. enabled·health와 구조물 손상에 따른 개별 신호 정책도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합니다. 이제 다음 수업에서는 차체가 실제로 통과할 공간이 없거나 탐색 후보가 반복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실패할 때 무엇을 계산하고 기다리는지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7E96AF0-842B-4D8C-8ACD-4B8E86D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149 / 195</a:t>
            </a:r>
          </a:p>
        </p:txBody>
      </p:sp>
    </p:spTree>
    <p:extLst>
      <p:ext uri="{BB962C8B-B14F-4D97-AF65-F5344CB8AC3E}">
        <p14:creationId xmlns:p14="http://schemas.microsoft.com/office/powerpoint/2010/main" val="84323766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F7A6B35-8C90-406A-8C7B-3AB5E38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C5C90B4-1037-4248-A347-BC76BA80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차선 그래프 비용, 신호 정지점, 방향지시 의도를 각각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668F9E2-F124-431E-8F51-998D41F6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목적지 선택·도로 경로·추종 제어·국소 공간·표현을 나누면 잘못된 책임을 수정하지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709C0DA-2817-48EE-AC3A-78489C2E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도로 경로를 따라갈 수 있어도 가까운 사고 장애물에는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우회 탐색과 계산 예산이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ACF57AD-E2EC-46A7-AE9E-D8F18262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150 / 195</a:t>
            </a:r>
          </a:p>
        </p:txBody>
      </p:sp>
    </p:spTree>
    <p:extLst>
      <p:ext uri="{BB962C8B-B14F-4D97-AF65-F5344CB8AC3E}">
        <p14:creationId xmlns:p14="http://schemas.microsoft.com/office/powerpoint/2010/main" val="1996464860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AC423E1-CC61-45A2-B076-45E2167E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가까운 장애물 우회와 틱별 탐색 예산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C05854E-2083-44D7-83C1-7E598BB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앞을 막은 사고 차량을 피하지 못하는 동안 서버 입력까지 늦어지는 문제가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생겼습니다.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2E16DC8-723E-411E-BF00-9A89F4E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우회 가능 공간과 탐색 비용을 함께 관리해야 물리 안전과 조작 신선도를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지킬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E7E5D65-A5BC-4752-9EB3-1D55758E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후진 후보 커서·차례 분배·정차 회전 제한을 재현 사례로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1DB4D87-1C1A-4A6C-B3B3-409CF457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L01~L03의 이벤트 루프·실제 시간·lease와 L11 경로를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43F24BB-8FF2-4A59-83B9-8D6E4014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151 / 195</a:t>
            </a:r>
          </a:p>
        </p:txBody>
      </p:sp>
    </p:spTree>
    <p:extLst>
      <p:ext uri="{BB962C8B-B14F-4D97-AF65-F5344CB8AC3E}">
        <p14:creationId xmlns:p14="http://schemas.microsoft.com/office/powerpoint/2010/main" val="144063798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9CE686A-B104-4FE6-B2BB-A2F657CA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왜 가까운 장애물 앞에서 후진이 필요할까요?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BF84BA-6669-4DE3-BB1F-21C56E6D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 바로 앞에 사고 물체가 있으면 옆 차선이 비어도 앞부분을 돌릴 공간이 부족할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목표점만 옆으로 이동시키면 차체 모서리가 장애물을 통과합니다. 차량은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길이·폭·최소 회전 반경을 가진 몸체입니다.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54F6970-FA48-4586-852E-58343C11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그래서 현재 판단은 안전한 전진 우회 후보를 찾고, 충분히 가까운 지속 장애물에서는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공간을 확인해 후진으로 전환 여유를 만드는 후보도 찾습니다. 뒤에 다른 차가 있으면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후진해서는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D131DDB-C4E5-47B9-A5DA-BE4B8342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기다린다는 결과가 항상 잘못된 것은 아닙니다. 공간이 실제로 없거나 손상으로 운행 불가일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반대로 후보를 검사하느라 입력 처리가 멈추면 계산 구조의 문제입니다. 이 수업은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원인을 구분하는 법을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20F6929-689B-454A-B7F9-E6784B97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152 / 195</a:t>
            </a:r>
          </a:p>
        </p:txBody>
      </p:sp>
    </p:spTree>
    <p:extLst>
      <p:ext uri="{BB962C8B-B14F-4D97-AF65-F5344CB8AC3E}">
        <p14:creationId xmlns:p14="http://schemas.microsoft.com/office/powerpoint/2010/main" val="1580845305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04D6F0C-8DE1-4003-BBD8-3E73A240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국소 우회는 점 하나보다 차체 전체의 이동을 검사합니다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368282B-FB7C-496C-976A-FE60B39F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local bypass는 짧은 경로를 만들어 장애물 옆을 지나 기존 도로로 합류하는 계획입니다. 현재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후보는 옆 이동량과 전환 길이를 달리하고 좌우를 확인합니다. 최소 회전 반경이 크면 같은 옆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이동에 더 긴 공간이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A5BAC07-787D-44D7-ABE0-FD9E9D74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중심만 빈 곳에 있다고 안전한 것은 아닙니다. 회전 중 바깥 모서리가 더 넓게 지나갑니다.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후보를 따라 차체가 차지할 영역과 도로·지면·장애물을 검사해야 화면에서 물체를 통과하는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계획을 막을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AAAA97C-5B8C-427F-83EE-614C4AC0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후보 집합은 유한하고 검사는 보수적입니다. 사람이 보기에는 통과할 것 같아도 현재 후보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형태나 안전 여유 안에서는 실패할 수 있습니다. 영상 인식 기반 운전자 지능이 아니라 서버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도로·형상 자료를 사용한 제한된 계획기입니다.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B21D710-A67B-4294-B4B7-D7D4991B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153 / 195</a:t>
            </a:r>
          </a:p>
        </p:txBody>
      </p:sp>
    </p:spTree>
    <p:extLst>
      <p:ext uri="{BB962C8B-B14F-4D97-AF65-F5344CB8AC3E}">
        <p14:creationId xmlns:p14="http://schemas.microsoft.com/office/powerpoint/2010/main" val="50392337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F75D894-923C-4BD0-B937-5A4A7469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회전하는 차체가 필요한 공간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d02c6ef584154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2F235EF9-7740-46B6-BDFF-AE973274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A42B66D-D3AB-4E8C-BE15-FBD58368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154 / 195</a:t>
            </a:r>
          </a:p>
        </p:txBody>
      </p:sp>
    </p:spTree>
    <p:extLst>
      <p:ext uri="{BB962C8B-B14F-4D97-AF65-F5344CB8AC3E}">
        <p14:creationId xmlns:p14="http://schemas.microsoft.com/office/powerpoint/2010/main" val="373780630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651C561-9CC2-4781-9DC2-9127F412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회전하는 차체가 필요한 공간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AAD2D44-F65D-4499-AB48-FF96BBEB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차량 중심 경로와 차체 전체 통과 공간의 차이를 보여 주는 교육용 개념도입니다.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 판단은 서버 형상과 도로 자료를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28DD012-FB06-42E6-A332-D7AA03BE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조향하면서 앞으로 나가는 차는 모서리가 넓은 영역을 지나갑니다. 앞 공간이 부족하면 뒤쪽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 여유를 확인한 뒤 후진 후보를 평가하며, 공간이 없으면 통과를 강제로 허용하지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52805DE-79BD-4D1D-9799-D5FD23DF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155 / 195</a:t>
            </a:r>
          </a:p>
        </p:txBody>
      </p:sp>
    </p:spTree>
    <p:extLst>
      <p:ext uri="{BB962C8B-B14F-4D97-AF65-F5344CB8AC3E}">
        <p14:creationId xmlns:p14="http://schemas.microsoft.com/office/powerpoint/2010/main" val="1200148133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2590277-0451-492B-858A-00106578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실패한 후진 거리의 다음 후보를 저장합니다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C747F32-A187-4B7E-9EAF-7ADA2200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cpp/host/src/simulation_host_npc.cpp:547-555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1171A79-CF8A-4072-B90A-291DC854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6B1DF97-2426-4DF2-BCF7-C4761FF2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19FA578-AF43-48A2-948E-5E94A19C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local_obstacles=npc_local_obstacles(npc);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(!try_npc_lane_change(npc, requested, false)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&amp;&amp; !try_npc_local_bypass(npc, requested, false,&amp;local_obstacles))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npc.next_reverse_probe_m = requested + 0.5;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npc.navigation_search_requested = npc.next_reverse_probe_m &lt;= maximum + 1e-6;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(!npc.navigation_search_requested) npc.next_reverse_probe_m = 0.0;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npc.next_reverse_probe_m = 0.0;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9EE5D4F-7E8D-4A6C-B9B5-5076AB13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requested에서 두 우회 경로가 실패하면 다음 거리를 0.5m 늘립니다. 남은 한도 안에서 요청을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유지하고 반환합니다.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A303258-7EF7-4E56-AE19-0D24F79B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156 / 195</a:t>
            </a:r>
          </a:p>
        </p:txBody>
      </p:sp>
    </p:spTree>
    <p:extLst>
      <p:ext uri="{BB962C8B-B14F-4D97-AF65-F5344CB8AC3E}">
        <p14:creationId xmlns:p14="http://schemas.microsoft.com/office/powerpoint/2010/main" val="1116339238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B2541F8-CC23-41E3-91B3-F67A73E5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커서는 다음 계산 위치이며 순간이동 거리가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0B24B76-D474-4E4E-BFC4-7B9671E1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next_reverse_probe_m은 다음에 검사할 후진 거리입니다. 0.5m, 1.0m, 1.5m처럼 후보를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진행합니다. 사고 ID가 있는 장애물의 최대 후진 한도 16m는 0.5m 간격에서 최대 32개 거리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후보가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8C6FF4C-68F2-4969-B3D9-464BDF24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옛 구현은 여러 후진 후보를 한 콜백에서 모두 시도할 수 있었습니다. 각 후보 안에도 도로와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검사가 있으므로 모두 실패하는 좁은 장면이 오히려 오래 걸립니다. 현재는 한 후보를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처리하고 다음 계산 위치를 저장합니다.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A100587-DA56-4C4E-B52E-83DD34CE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0.5m는 실제 위치를 그만큼 한 번에 옮기는 값이 아닙니다. 계획 성공 뒤에도 정지와 후진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운동을 별도로 진행합니다. 장애물 ID·차선·기준 위치가 바뀌면 오래된 후보를 그대로 이어 가지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않도록 커서를 다시 잡습니다.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0D3F154-7301-44F0-87AC-87D99550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157 / 195</a:t>
            </a:r>
          </a:p>
        </p:txBody>
      </p:sp>
    </p:spTree>
    <p:extLst>
      <p:ext uri="{BB962C8B-B14F-4D97-AF65-F5344CB8AC3E}">
        <p14:creationId xmlns:p14="http://schemas.microsoft.com/office/powerpoint/2010/main" val="409425978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AC861B-2CC1-436D-9666-09D1CCEE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후진으로 공간을 만든 뒤 우회하는 개념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42f4087f4459a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38DD1543-0F75-44EB-A208-F821424D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1099347-2657-4CA2-88A4-8D80DFEA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158 / 195</a:t>
            </a:r>
          </a:p>
        </p:txBody>
      </p:sp>
    </p:spTree>
    <p:extLst>
      <p:ext uri="{BB962C8B-B14F-4D97-AF65-F5344CB8AC3E}">
        <p14:creationId xmlns:p14="http://schemas.microsoft.com/office/powerpoint/2010/main" val="695327718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F74B43B-B0CD-445B-AFC1-B2E4A701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후진으로 공간을 만든 뒤 우회하는 개념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E9A9C15-938F-44C1-A365-3EADE7B5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후진 경로는 앞부분을 돌릴 여유를 만드는 과정입니다. 앞과 옆이 비어 보여도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뒤쪽 공간과 차체 형상 검사가 통과해야 실행할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78FA09B-AD04-4D38-9DA2-4371261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계획을 찾는 과정과 차량이 경로를 주행하는 과정은 별개입니다. 실패 후보를 검사하는 동안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차를 장애물 너머로 옮기면 안 되며, 매 단계의 주변 상태를 다시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4B00784-7E5E-40D9-8A9F-E2D43442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159 / 195</a:t>
            </a:r>
          </a:p>
        </p:txBody>
      </p:sp>
    </p:spTree>
    <p:extLst>
      <p:ext uri="{BB962C8B-B14F-4D97-AF65-F5344CB8AC3E}">
        <p14:creationId xmlns:p14="http://schemas.microsoft.com/office/powerpoint/2010/main" val="1820495290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71CE903-0826-499C-BE79-A92B3F2C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전체에서 한 탐색 차례를 고릅니다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3D1AD13-BA34-4690-9BC7-BC6C4FE0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cpp/host/src/simulation_host_npc.cpp:1076-1086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E11B1FF-B05E-4C04-A71B-C945EBB5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1D35AF0-84C5-4A65-93D0-020A1EB9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AF688A0-CCF9-4041-878B-95160FD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std::uint32_t first_requested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(enabled) for (const auto&amp; npc : lane_npcs_)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(!npc.navigation_search_requested || npc.lane_change || npc.local_bypass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!npc.reaction.recovery.allows_driving()) continue;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(first_requested == 0 || npc.entity_id &lt; first_requested) first_requested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npc.entity_id;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(npc.entity_id &gt; npc_search_after_entity_id_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(npc_search_entity_id_ == 0 || npc.entity_id &lt; npc_search_entity_id_))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npc_search_entity_id_ = npc.entity_id;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(npc_search_entity_id_ == 0) npc_search_entity_id_ = first_requested;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(npc_search_entity_id_ != 0) npc_search_after_entity_id_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npc_search_entity_id_;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23BFABC-24B6-47EB-9252-D4A2FDEE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요청자를 순환 선택합니다. 한 틱에는 차량 전체에서 한 proposal만 배정합니다.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61885D2-7144-4EC1-8D93-12C8D71E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160 / 195</a:t>
            </a:r>
          </a:p>
        </p:txBody>
      </p:sp>
    </p:spTree>
    <p:extLst>
      <p:ext uri="{BB962C8B-B14F-4D97-AF65-F5344CB8AC3E}">
        <p14:creationId xmlns:p14="http://schemas.microsoft.com/office/powerpoint/2010/main" val="645754566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D1906EB-0193-4D54-BCB6-696D971C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3대가 계속 요청하는 동안의 차례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틱 차례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ID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차량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proposal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기회 순환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기아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C1F8C747-F95F-4768-B15E-83416052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ID 1001·1002·1003이 계속 요청하고 실행 가능한 조건이라고 가정합니다. 호스트는 틱마다 전체 차량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 한 proposal을 선택합니다. 대기 차량은 후보 커서를 소비하지 않습니다.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533F28F4-1B81-479C-A439-2665AD7B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proposal 하나 내부에도 여러 검사가 있습니다. 이 규칙은 작업 수 상한이며 모든 PC에서 한 틱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16.67ms 이내라는 절대 시간 보장은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76D4E1D-FB4A-45E9-8E29-2719454B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161 / 195</a:t>
            </a:r>
          </a:p>
        </p:txBody>
      </p:sp>
    </p:spTree>
    <p:extLst>
      <p:ext uri="{BB962C8B-B14F-4D97-AF65-F5344CB8AC3E}">
        <p14:creationId xmlns:p14="http://schemas.microsoft.com/office/powerpoint/2010/main" val="630138334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9BD33B3-FEE9-4B8E-B6D4-C052209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32개 후보 소진과 재탐색을 확인하는 회귀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B75728B-34B2-41C2-9B86-EC1546C6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cpp/host/tests/npc_search_budget_test.cpp:205-210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76E6DCD-5C05-4DF7-B4A1-78142163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5F3531A-02CF-40AF-B215-71498BDF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5D49032-034A-404F-8CAD-C9EA900B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(std::size_t index = 0; index &lt; previous.size(); ++index)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require(previous[index].search_steps &gt;= 6 &amp;&amp; maximum_probe[index] &gt;= 2.5,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"no NPC may starve while another explores repeated reverse candidates");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(full_search)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require(maximum_probe[index] == 16.0 &amp;&amp; exhausted[index] &amp;&amp; retried[index],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"every accident search must exhaust all 32 reverse proposals and later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retry without starvation");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EE8F689-39A3-40EC-AFC1-9D785487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차량의 커서가 16m에 도달하고 소진 뒤 다시 요청했는지 검사합니다. 성공하기 쉬운 장면 대신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 후보가 계속 나오는 좁은 도로를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37D23C6-D902-463F-BD5C-9EA86625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162 / 195</a:t>
            </a:r>
          </a:p>
        </p:txBody>
      </p:sp>
    </p:spTree>
    <p:extLst>
      <p:ext uri="{BB962C8B-B14F-4D97-AF65-F5344CB8AC3E}">
        <p14:creationId xmlns:p14="http://schemas.microsoft.com/office/powerpoint/2010/main" val="1261751696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8908DC7-4B63-43B9-941F-30D08880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stale 사례와 정차 회전을 각각 고친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F9734E7-8FC0-4F3E-957F-BE2627C4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2026-09-08 로그에는 마감 초과 61~63과 마지막 입력 후 약 1036~1089ms의 제어권 만료가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있었습니다. 인터넷 단절로 확정할 수 없었고, 주 루프의 32개 동기 후보 탐색이 입력 처리를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막는 재현이 원인이었습니다.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637EA71-A30F-45EB-B600-F6F7E53B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 제한을 늘리는 대신 커서와 차량 전체 차례를 적용했습니다. 3대 스트레스 회귀는 틱별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탐색 증가 최대 1, 전체 후보 소진과 새 Play 초기화를 검사합니다. 약 49.38ms 최대 틱 관측은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대기와 당시 부하를 포함해 일반 성능 보장으로 쓰면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5BD6724-937C-4943-AEAA-A62D92D5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정차 중 방향 보정은 별도 문제입니다. 경로 yaw 변화는 이동 거리÷최소 반경으로 제한하여 0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이동에서 0 회전이 되게 합니다. 충돌 각운동량은 별도여서 정지차가 부딪혀 회전하는 반응까지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제거한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72A7028-C4FA-447A-B1D0-17553373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163 / 195</a:t>
            </a:r>
          </a:p>
        </p:txBody>
      </p:sp>
    </p:spTree>
    <p:extLst>
      <p:ext uri="{BB962C8B-B14F-4D97-AF65-F5344CB8AC3E}">
        <p14:creationId xmlns:p14="http://schemas.microsoft.com/office/powerpoint/2010/main" val="1745125900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D314A0-30C6-49E1-8A29-2A69FACA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번의 긴 탐색을 여러 틱으로 나누기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535a8cee34b09"/>
          <a:stretch xmlns:a="http://schemas.openxmlformats.org/drawingml/2006/main"/>
        </p:blipFill>
        <p:spPr>
          <a:xfrm xmlns:a="http://schemas.openxmlformats.org/drawingml/2006/main">
            <a:off x="1864916" y="1285875"/>
            <a:ext cx="8462168" cy="4762500"/>
          </a:xfrm>
          <a:prstGeom xmlns:a="http://schemas.openxmlformats.org/drawingml/2006/main" prst="rect">
            <a:avLst/>
          </a:prstGeom>
        </p:spPr>
      </p:pic>
      <p:sp>
        <p:nvSpPr>
          <p:cNvPr id="3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63F5856A-7BCF-4610-B7FA-64C49FF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06DC41E-D076-4F72-AE0D-445D23C8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164 / 195</a:t>
            </a:r>
          </a:p>
        </p:txBody>
      </p:sp>
    </p:spTree>
    <p:extLst>
      <p:ext uri="{BB962C8B-B14F-4D97-AF65-F5344CB8AC3E}">
        <p14:creationId xmlns:p14="http://schemas.microsoft.com/office/powerpoint/2010/main" val="1840862108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8EA917A-D556-4965-8E85-5E168630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한 번의 긴 탐색을 여러 틱으로 나누기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8C3B85E-0E58-4623-B71C-571A0561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 콜백이 모든 후진 후보를 탐색하면 입력 읽기와 상태 전송도 기다릴 수 있습니다. 그림은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상위 탐색 작업을 나누어 이벤트 루프가 다시 돌아올 기회를 만드는 원리를 보여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53FF9E3-3089-47F0-AFEA-AEDEDD7A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proposal의 내부 비용은 여전히 측정해야 합니다. 제한된 작업 수와 실제 소요시간을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기록해야 코드 구조의 보장과 PC 환경의 관측을 구별할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F0E7D0C-8F0D-4E28-A200-6CACC34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165 / 195</a:t>
            </a:r>
          </a:p>
        </p:txBody>
      </p:sp>
    </p:spTree>
    <p:extLst>
      <p:ext uri="{BB962C8B-B14F-4D97-AF65-F5344CB8AC3E}">
        <p14:creationId xmlns:p14="http://schemas.microsoft.com/office/powerpoint/2010/main" val="1821187281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80608D-EA9B-4810-968F-9E85F7C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공간 문제와 계산 문제를 진단하기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12A7000-4EA2-4847-8639-01CBF96E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앞에는 사고 차량, 옆에는 좁은 경계가 있고 후방만 충분하다고 가정합니다. 0.5m씩 16m까지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검사하면 거리 후보는 몇 개인가요? 매 후보를 한 콜백에서 검사할 때 제어권 만료와 연결되는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이유를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6241912-A43F-43C3-B9D6-C5EEB3FD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3대가 지속 요청할 때 첫 여섯 선택 ID를 쓰고, 대기 차량의 next_reverse_probe_m이 변하면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계약을 어긴 것인지 적어 보세요. 한 틱 작업 최대 1이 실제 소요시간 최대 16.67ms를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보장하는지도 판단하세요.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52C744A-0820-4208-89FA-475125C9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이동량이 0인 NPC의 경로 방향 보정과 충돌로 생기는 회전을 동일하게 금지해도 될까요?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뒤에 차량이 있는데 후보가 오래 실패했다는 이유로 후진을 강제로 허용하면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되는 이유를 답해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1EA23DA-B988-405E-993D-B7EA67F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166 / 195</a:t>
            </a:r>
          </a:p>
        </p:txBody>
      </p:sp>
    </p:spTree>
    <p:extLst>
      <p:ext uri="{BB962C8B-B14F-4D97-AF65-F5344CB8AC3E}">
        <p14:creationId xmlns:p14="http://schemas.microsoft.com/office/powerpoint/2010/main" val="1743781324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2B4160-B024-411A-B763-317968B1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안전 공간과 실행 예산을 함께 지킵니다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EDBA3C1-70D7-422C-B8ED-AE82CA92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후진 거리 후보는 16÷0.5=32개입니다. 같은 이벤트 루프의 긴 동기 계산은 입력 읽기까지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지연시켜 soft·hard 실제 시간 기준을 넘길 수 있습니다. 구조적으로 일을 나누는 해법과 시간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제한을 느슨하게 하는 해법은 효과가 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AD8A447-FA25-4582-B038-5CF20573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차례는 1001,1002,1003,1001,1002,1003입니다. 대기 차량이 커서를 소비하면 예산 밖 탐색이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발생합니다. proposal 최대 1은 결정적인 작업 수 조건이며 내부 검사 비용이나 운영체제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부하까지 고정하지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1EBEE21-50E2-4132-9D7A-FC0D16C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 추종의 제자리 회전은 제한하지만 충돌 각운동량은 유지해야 합니다. 계획 대기가 길어도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후방 안전 조건은 사라지지 않습니다. 이 기준을 확인한 다음 기록·재생으로 같은 장면을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계산하여 수정 결과를 비교하겠습니다.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80198C-4262-40ED-BA71-00100D0E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167 / 195</a:t>
            </a:r>
          </a:p>
        </p:txBody>
      </p:sp>
    </p:spTree>
    <p:extLst>
      <p:ext uri="{BB962C8B-B14F-4D97-AF65-F5344CB8AC3E}">
        <p14:creationId xmlns:p14="http://schemas.microsoft.com/office/powerpoint/2010/main" val="634948445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7E26032-7B37-4C2E-B0BD-6A69B5C9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475397B-C374-4150-986B-36F4F213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후진 후보 커서·차례 분배·정차 회전 제한을 재현 사례로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2C426B5-425D-48AE-9D5F-8F7E2E7D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우회 가능 공간과 탐색 비용을 함께 관리해야 물리 안전과 조작 신선도를 지킬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619E821-AE0F-4285-B1AD-DF26BCF1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이제 같은 장면을 기록하고 수정 후 재실행해 결과를 검증하는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방법으로 넘어갑니다.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B348089-EDCA-4DB1-AA18-26A31093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168 / 195</a:t>
            </a:r>
          </a:p>
        </p:txBody>
      </p:sp>
    </p:spTree>
    <p:extLst>
      <p:ext uri="{BB962C8B-B14F-4D97-AF65-F5344CB8AC3E}">
        <p14:creationId xmlns:p14="http://schemas.microsoft.com/office/powerpoint/2010/main" val="30530439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DD7F23E-0A4A-4CF7-8F0D-58653C1C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7장 기록·재현·독립 진단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28007C5-FE2B-40D0-84EE-A9E82E0C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눈으로 확인한 결과를 반복 가능한 실험과 근거 있는 설명으로 바꿉니다.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CF6B37-DB6D-44D6-A49D-5D24592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앞 챕터의 입력·접지·충돌·NPC 책임을 구분할 수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908B7A8-2C9A-4DF3-8678-9A851224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화면 재생과 ego 물리 재실행의 증거 범위를 구별합니다. 재현 조건·가설·회귀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검사를 스스로 작성합니다.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F3476B9-1177-461A-B8E0-1E0278EA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프로젝트에서 해결한 한 사례를 코드와 수치로 설명하는 진단 보고서를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완성합니다.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1F2ABFA-C63E-4909-9E0A-C2310580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   169 / 195</a:t>
            </a:r>
          </a:p>
        </p:txBody>
      </p:sp>
    </p:spTree>
    <p:extLst>
      <p:ext uri="{BB962C8B-B14F-4D97-AF65-F5344CB8AC3E}">
        <p14:creationId xmlns:p14="http://schemas.microsoft.com/office/powerpoint/2010/main" val="1227115993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44AC09A-6BE8-4720-A45B-0842C6D5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65C1AF2-F10B-4CF2-8221-F1EA5AC5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L13 화면 재생과 물리 재실행의 증거 · 171쪽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snapshot 재생·ego 물리 기록·identity·회귀 수준을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7E5CC1B-A35B-4686-AB30-BE4F5CCA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L14 혼자 작성하는 재현과 진단 보고서 · 184쪽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 계산과 상태 추적을 포함한 한 장의 재현 보고서를 완성합니다.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2D2EB45-6C2D-4E14-AAF3-EDC41A1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   170 / 195</a:t>
            </a:r>
          </a:p>
        </p:txBody>
      </p:sp>
    </p:spTree>
    <p:extLst>
      <p:ext uri="{BB962C8B-B14F-4D97-AF65-F5344CB8AC3E}">
        <p14:creationId xmlns:p14="http://schemas.microsoft.com/office/powerpoint/2010/main" val="801158606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258EA03-8AB0-4DF4-8875-C05C14FE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 재생과 물리 재실행의 증거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202E3D1-6CAF-498C-A433-514B7B2B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같은 주행 영상을 다시 보는 것으로 물리식이 같은 결과를 낸다고 증명할 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54E4F1E-B0F0-4572-91C7-F31488B2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기록 대상과 실행 조건을 구별해야 수정 전후를 같은 실험으로 비교할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6F19DCF-FB58-4A42-9FCE-60A0F8BD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snapshot 재생·ego 물리 기록·identity·회귀 수준을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77E453B-5A5C-4136-B427-AD5AFCC9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입력·외부 충돌 proxy·고정 dt의 역할을 알고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E1FA7A9-E441-4ED7-B554-6F73A6EC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171 / 195</a:t>
            </a:r>
          </a:p>
        </p:txBody>
      </p:sp>
    </p:spTree>
    <p:extLst>
      <p:ext uri="{BB962C8B-B14F-4D97-AF65-F5344CB8AC3E}">
        <p14:creationId xmlns:p14="http://schemas.microsoft.com/office/powerpoint/2010/main" val="1204555329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3D6782F-04D8-42CE-98DE-F84827DD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화면을 보는 것과 같은 계산을 하는 것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C93F590-6360-4404-846A-36C20005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사고 장면을 다시 보기 위해 영상을 저장할 수 있습니다. 하지만 영상은 픽셀 결과를 보여 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뿐, 당시 입력과 충돌체로 물리식이 어떻게 계산됐는지는 다시 실행하지 않습니다. 시각 확인과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수치 재현의 목적을 나누어야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835BDC5-F0D0-4F5C-A5C8-41F92F4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주행 재생은 수신한 authoritative snapshot을 기록해 ghost로 보여 줍니다. 경로와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표현을 다시 보기 좋지만 입력으로 물리를 새로 풀어 같은 위치가 나오는지를 검증하는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기능과는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7F74394-88BB-41D5-8D01-E07E2E37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서버의 물리 기록은 입력·외부 충돌 상태·실행 조건·결과를 저장합니다. 같은 조건으로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VehiclePhysics를 다시 실행해 오차를 비교하려면 이런 재료가 필요합니다. 이 수업은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종류의 증거가 어떤 주장까지 지원하는지 구분합니다.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C219328-69F4-496C-AB38-B8A0CC8B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172 / 195</a:t>
            </a:r>
          </a:p>
        </p:txBody>
      </p:sp>
    </p:spTree>
    <p:extLst>
      <p:ext uri="{BB962C8B-B14F-4D97-AF65-F5344CB8AC3E}">
        <p14:creationId xmlns:p14="http://schemas.microsoft.com/office/powerpoint/2010/main" val="1514916451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324B143-AA01-4D71-BC49-1CA28704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ego 물리 재생에 외부 proxy가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9B57729-C688-4E09-A3AF-376A3A11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ego는 검증 대상인 내 차량을 뜻합니다. 같은 가속과 조향을 넣어도 옆 차량이 다른 위치에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있으면 충돌 결과가 달라집니다. 입력만 기록해서는 당시 물리 조건을 완전히 설명할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6D6F4DC-FC5C-44E4-9765-576E5858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PhysicsReplayRecorder는 매 틱 외부 충돌 proxy를 함께 저장합니다. 재실행에서는 기록한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proxy를 사용하여 ego 물리를 비교합니다. 교통 AI 전체를 다시 실행해 모든 NPC가 독립적으로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결정을 내리는지 확인하는 범위는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820CCBA-E81B-4675-A061-6CBA2C1D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범위를 알아야 재생이 통과했을 때 과장하지 않습니다. 내 차량 계산이 같은 외부 조건에서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재현된다는 증거와 전체 도시 시뮬레이션의 결정성이 증명됐다는 주장은 다릅니다. 필요한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 범위에 따라 기록을 선택해야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8ED6959-F4FE-44D2-9B5C-F81E3F37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173 / 195</a:t>
            </a:r>
          </a:p>
        </p:txBody>
      </p:sp>
    </p:spTree>
    <p:extLst>
      <p:ext uri="{BB962C8B-B14F-4D97-AF65-F5344CB8AC3E}">
        <p14:creationId xmlns:p14="http://schemas.microsoft.com/office/powerpoint/2010/main" val="1601228677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7130ED7-1CCA-4130-B705-3BC7515E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 종류에 맞는 질문 고르기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042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자료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답할 수 있는 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영상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렌더링 픽셀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무엇이 어색하게 보였나요?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Unreal ghost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snapshot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당시 상태 경로는 어땠나요?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물리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입력·proxy·조건·결과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물리가 재현되나요?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9F5BC44A-F064-4E78-A022-65B164FA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568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어색한 운전자 자세는 영상과 상태 재생이 유용합니다. 반면 같은 입력에서 차량 위치가 달라지는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문제는 물리 기록과 오차 비교가 더 직접적입니다. 자료를 많이 저장하는 것보다 목적을 먼저 정하세요.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FEC42B54-9DFE-435B-A2ED-712FE5FE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341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표의 세 종류는 서로 대체재라기보다 다른 증거입니다. 하나가 통과해도 나머지 책임이 자동으로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맞아지는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3701EB1-0986-4FC7-A453-C7BA344E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174 / 195</a:t>
            </a:r>
          </a:p>
        </p:txBody>
      </p:sp>
    </p:spTree>
    <p:extLst>
      <p:ext uri="{BB962C8B-B14F-4D97-AF65-F5344CB8AC3E}">
        <p14:creationId xmlns:p14="http://schemas.microsoft.com/office/powerpoint/2010/main" val="1807295708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04780D3-32DB-49C6-A3A3-0118FD20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틱의 입력과 proxy를 쓰는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34B278E-99BA-49C8-A898-5CDA105C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cpp/host/src/replay/physics_replay.cpp:348-359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1C7DD37-4F81-4EEB-AA3C-1D7E6AC7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9F77464-87A5-47EC-AAFC-236380CA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35500FB-F536-4BBA-AE66-328DA159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PhysicsReplayRecorder::tick(const VehicleInput&amp; input,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std::vector&lt;KinematicCollisionProxy&gt;&amp; proxies, const VehicleState&amp; state)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(complete_ || invalid_)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validate_input(input);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require(proxies.size() &lt;= 255, "proxy count exceeds 255");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auto output = output_line();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output &lt;&lt; "TICK " &lt;&lt; frames_ &lt;&lt; ' ' &lt;&lt; input.throttle &lt;&lt; ' ' &lt;&lt; input.brake &lt;&lt;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' '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&lt;&lt; input.steering &lt;&lt; ' ' &lt;&lt; input.handbrake &lt;&lt; ' '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&lt;&lt; static_cast&lt;unsigned&gt;(input.gear) &lt;&lt; ' ' &lt;&lt; proxies.size();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write_line(output.str());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(const auto&amp; proxy : proxies) write_line(proxy_line(proxy));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4AE49AB-FE14-4826-A21C-232B4A4A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프레임·입력·기어·proxy 수를 기록하고 각 proxy를 뒤에 씁니다.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63C8628-4439-496D-94D9-DDEDB825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175 / 195</a:t>
            </a:r>
          </a:p>
        </p:txBody>
      </p:sp>
    </p:spTree>
    <p:extLst>
      <p:ext uri="{BB962C8B-B14F-4D97-AF65-F5344CB8AC3E}">
        <p14:creationId xmlns:p14="http://schemas.microsoft.com/office/powerpoint/2010/main" val="1439431361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8119243-017B-4B3E-A593-121F5449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기록은 값의 순서와 단위를 포함한 계약입니다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4248EA9-3A9A-4927-AE47-021F3094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완료되거나 유효하지 않은 기록에는 더 쓰지 않습니다. 입력을 검증하고 proxy 개수도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제한합니다. output의 순서는 throttle, brake, steering, handbrake, gear이므로 재생기 역시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의미와 단위로 읽어야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310E1C8-D718-439B-8EE3-A4DDC0BC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 번호는 고정 틱 순서를 구분합니다. 프레임이 빠지거나 순서가 바뀌면 같은 입력 실험이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결과 상태는 비교 기준이 되지만 그 값을 그대로 적용하면 계산을 검증한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저장된 결과를 복사한 것뿐입니다.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D659A89-BF8D-4139-B005-A27CB9B4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 중 reset과 차량 클래스 변화도 사건으로 남아야 다음 상태를 같은 초기조건에서 만들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파일이 끝까지 완성됐는지와 형식이 유효한지도 중요합니다. 부분 파일이나 변조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자료를 조용히 받아들이면 재현 결과를 믿기 어렵습니다.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D1D0067-E253-4D7D-8257-38401548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176 / 195</a:t>
            </a:r>
          </a:p>
        </p:txBody>
      </p:sp>
    </p:spTree>
    <p:extLst>
      <p:ext uri="{BB962C8B-B14F-4D97-AF65-F5344CB8AC3E}">
        <p14:creationId xmlns:p14="http://schemas.microsoft.com/office/powerpoint/2010/main" val="1090296572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859A8D1-6C6D-4B91-BFD2-8C4AF153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재실행 전에 실행 identity를 비교합니다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97697F0-F85A-4AC8-BD07-77441937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cpp/host/src/replay/physics_replay.cpp:396-404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2759E12-485A-417B-8A70-4B04162B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9381601-B673-4D68-A1A6-96714B3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2BC69D6-A097-4BD1-90CA-57C23E07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validate_identity(expected_identity);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Reader reader(path);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require(reader.line() == "SIMCORE_PHYSICS_REPLAY 1", "unsupported format/version");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Canonical max_digits10 formatting gives an exact, locale-independent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scalar/config/map/executable match, not a permissive approximate one.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require(reader.line() == identity_line(expected_identity),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"build/config/map/spawn/tick identity mismatch");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VehiclePhysics physics(expected_identity.origin_lat, expected_identity.origin_lon,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expected_identity.origin_alt, expected_identity.spawn_heading, parameters,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std::move(ground), std::move(collision));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6DF2513-76A8-4C11-B3FC-C0D378E7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형식 버전과 실행 정체성이 정확히 일치해야 물리 객체를 만듭니다. 다른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빌드·설정·지도·시작점·주파수는 같은 실험으로 받아들이지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1CEAAD5-52D1-4F5E-9C13-69D5D91F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177 / 195</a:t>
            </a:r>
          </a:p>
        </p:txBody>
      </p:sp>
    </p:spTree>
    <p:extLst>
      <p:ext uri="{BB962C8B-B14F-4D97-AF65-F5344CB8AC3E}">
        <p14:creationId xmlns:p14="http://schemas.microsoft.com/office/powerpoint/2010/main" val="1737442532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47EC6E-3EBB-43B1-BECE-C86AAF76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결정성의 조건을 분명하게 적습니다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74D1877-6156-45AE-A42A-43A02B9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결정성은 같은 조건에서 같은 결과를 얻는 성질입니다. 여기서 조건은 키 입력만이 아니라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파일·차량 설정·지도·좌표 원점·시작 방향·dt·외부 충돌 상태까지 포함합니다. identity는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조건을 식별하는 정보입니다.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AC6EF6A-A1C2-4ECB-91F4-D012D5D3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정확한 문자열 비교와 정밀한 숫자 직렬화는 서로 다른 실험을 비슷하다며 섞지 않기 위해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 물리 계수를 바꾼 새 빌드로 예전 파일을 검증하다 거부되는 것도 조건 불일치를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알리는 정상적인 결과일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608F2FA-6CA4-438C-BE77-F5D96D3F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특정 환경에서 위치와 yaw 오차 0을 얻었다고 모든 CPU·컴파일러·스레드 순서에서 비트 단위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결정성을 보장하지는 않습니다. 무엇을 고정하고 무엇을 기록했는지 함께 설명해야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재생기는 실험 조건을 제한하는 도구이기도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247E2AF-DEBB-4CF8-90BD-A29792C8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178 / 195</a:t>
            </a:r>
          </a:p>
        </p:txBody>
      </p:sp>
    </p:spTree>
    <p:extLst>
      <p:ext uri="{BB962C8B-B14F-4D97-AF65-F5344CB8AC3E}">
        <p14:creationId xmlns:p14="http://schemas.microsoft.com/office/powerpoint/2010/main" val="2010840736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77E02AB-9906-4751-B299-F4677753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잘못된 실행 조건을 거부하는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EF2875F-0283-47AB-8248-385881C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cpp/host/tests/physics_replay_test.cpp:147-156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B25DEEC-B84C-4028-85CC-550D8F08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6F153760-993B-49BA-AD75-153EC2D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90B45E1-D35E-49A3-AD48-EC634DC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(int field = 0; field &lt; 6; ++field)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auto changed = identity;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0) changed.executable_checksum += "-other";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1) changed.vehicle_checksum += "-other";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2) changed.map_checksum += "-other";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3) changed.physics_hz = 60;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4) changed.spawn_heading = 5;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5) changed.origin_alt = 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rejects([&amp;] { verify_physics_replay(path, changed, {}, {}, {}); 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81017C4-6BA6-4F4B-B549-85E44E5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파일·차량·지도·주파수·시작 방향·고도 중 하나씩 바꾸어 재생 거부를 요구합니다. 성공 사례만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검사하면 조건 비교 누락을 놓칠 수 있습니다.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A2AB850-DD7D-46D1-888E-127DCF3A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179 / 195</a:t>
            </a:r>
          </a:p>
        </p:txBody>
      </p:sp>
    </p:spTree>
    <p:extLst>
      <p:ext uri="{BB962C8B-B14F-4D97-AF65-F5344CB8AC3E}">
        <p14:creationId xmlns:p14="http://schemas.microsoft.com/office/powerpoint/2010/main" val="102583340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E152733-E922-4F7E-8B49-05C987CD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 통과와 사용자의 체감을 함께 해석합니다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7F66CBC-5490-4F80-A413-39BA830B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단위 검사는 작은 공식과 경계값을 고정하고 호스트 검사는 세션·틱·NPC 순서를 연결합니다.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소켓 통신 시험은 실제 입력과 상태 전달을 확인합니다. Unreal 인수는 화면과 조작감이 요구에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맞는지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12C82D1-B575-46C9-A7A3-EFCEA87D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물리 재생이 통과해도 깜빡이가 너무 약한 문제는 남을 수 있습니다. 반대로 화면이 부드럽다고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timeout의 경계가 맞다고 증명할 수는 없습니다. 각 테스트가 준비한 상태·실행한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행동·비교한 결과를 분리해 읽으세요.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6C4C313-FEAA-4BD4-9D91-62C47EF8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 사례처럼 접근 주행을 많이 검사해도 정확한 정지 재출발 자세를 빠뜨리면 오류가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남습니다. 실패 조건을 기록하고 다음 회귀에 넣는 과정이 필요합니다. 마지막 수업에서는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과정을 자신의 진단 문장으로 작성하겠습니다.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81834CA-A3A1-4F18-81B6-AD376DA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180 / 195</a:t>
            </a:r>
          </a:p>
        </p:txBody>
      </p:sp>
    </p:spTree>
    <p:extLst>
      <p:ext uri="{BB962C8B-B14F-4D97-AF65-F5344CB8AC3E}">
        <p14:creationId xmlns:p14="http://schemas.microsoft.com/office/powerpoint/2010/main" val="1470256460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D5AC7BA-4D7C-4F35-A533-0B613975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재생 성공으로 무엇을 말할 수 있을까요?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944175-489C-490A-9F40-403969A3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 ghost에서 주행 경로가 다시 보입니다. 이것만으로 새 빌드의 물리 계산이 이전과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같다고 말할 수 있을까요? 저장 상태를 표시하는 일과 같은 입력으로 계산하는 일의 차이를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2E28F4B-E7D4-4DE8-9871-D85E3342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물리 재생이 입력 외에 외부 proxy를 기록하는 이유를 차끼리 충돌 예로 적으세요. 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질량을 바꾼 뒤 이전 identity와 일치하지 않아 거부됐을 때 검증을 무시하면 어떤 문제가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생길지 판단하세요.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5F8FB8A-EC6C-4C5E-BEC4-2E61E0A6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특정 실행에서 위치 오차 0이었다는 사실을 포트폴리오에 쓰려고 합니다. 고정한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빌드·설정·지도·틱과 ego 범위를 어떻게 함께 적을지 한 문장을 작성하세요. 검증하지 않은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범위도 한 문장으로 남겨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B0F2D20-E1F8-4200-BD35-8E5715CF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181 / 195</a:t>
            </a:r>
          </a:p>
        </p:txBody>
      </p:sp>
    </p:spTree>
    <p:extLst>
      <p:ext uri="{BB962C8B-B14F-4D97-AF65-F5344CB8AC3E}">
        <p14:creationId xmlns:p14="http://schemas.microsoft.com/office/powerpoint/2010/main" val="726520053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3C04E0F-CEA6-47FB-A88E-363A64B8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기록 방식에 맞는 재현 주장을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E98891D-D110-4096-8BDD-EAFBC651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ghost는 저장한 authoritative 상태를 표시하므로 새 물리 계산의 일치를 증명하지 않습니다.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재생은 입력과 외부 조건으로 계산한 결과를 비교합니다. 같은 화면이라는 표현과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계산이라는 표현을 구별해야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82560E-5377-4E9C-AFD6-4E5F6E5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상대가 다른 위치에 있으면 같은 입력에도 결과가 달라져 proxy가 필요합니다. 질량을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바꾼 실험은 조건이 다르므로 identity 거부를 무시하면 비교 의미가 사라집니다. 필요한 경우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조건으로 새 기록을 만들어야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699CF72-AF4C-4D27-9F21-B6D9ED1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고정한 실행 파일·차량 설정·지도·시작점·주파수와 기록된 외부 proxy 조건에서 ego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위치·yaw 재생 오차를 확인했다고 적을 수 있습니다. 전체 NPC 판단이나 모든 하드웨어의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결정성까지 검증했다는 주장은 피해야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6457B2E-7B61-4D59-8C94-D22BAE8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182 / 195</a:t>
            </a:r>
          </a:p>
        </p:txBody>
      </p:sp>
    </p:spTree>
    <p:extLst>
      <p:ext uri="{BB962C8B-B14F-4D97-AF65-F5344CB8AC3E}">
        <p14:creationId xmlns:p14="http://schemas.microsoft.com/office/powerpoint/2010/main" val="738070189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C2CE83F-692B-40E2-A143-895563F1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411CD73-4145-41F2-BA83-D01E9644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snapshot 재생·ego 물리 기록·identity·회귀 수준을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F9E47D2-CBB5-4CA5-B914-459F8CF6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기록 대상과 실행 조건을 구별해야 수정 전후를 같은 실험으로 비교할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8EBCAD7-6532-4D9B-8D9A-B3253CE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앞 수업의 개념을 사용하여 관측에서 원인 가설과 회귀까지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스스로 작성합니다.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714340E-16D7-4946-82E9-8BA54301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183 / 195</a:t>
            </a:r>
          </a:p>
        </p:txBody>
      </p:sp>
    </p:spTree>
    <p:extLst>
      <p:ext uri="{BB962C8B-B14F-4D97-AF65-F5344CB8AC3E}">
        <p14:creationId xmlns:p14="http://schemas.microsoft.com/office/powerpoint/2010/main" val="1847142876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E202C87-9496-4EE8-B311-75861F3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혼자 작성하는 재현과 진단 보고서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A32FA4B-030A-4902-94A6-93E031DC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수정 코드를 따라 읽어도 비슷한 문제가 새로 생겼을 때 어디서 시작해야 할지 막힐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40047F3-46BA-40A3-BD1A-6E4161CD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관측·가설·검사·한계를 문장으로 구분해야 도움 없이 원인을 좁힐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0FF2C99-7B6D-4F95-BF7E-1D0028E0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단위 계산과 상태 추적을 포함한 한 장의 재현 보고서를 완성합니다.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CD15D3A-3857-473D-8BAE-6FB0DC67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앞 13수업을 읽고 함수의 역할을 찾아볼 수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E9430C5-62E0-4089-B2DB-68AAF727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184 / 195</a:t>
            </a:r>
          </a:p>
        </p:txBody>
      </p:sp>
    </p:spTree>
    <p:extLst>
      <p:ext uri="{BB962C8B-B14F-4D97-AF65-F5344CB8AC3E}">
        <p14:creationId xmlns:p14="http://schemas.microsoft.com/office/powerpoint/2010/main" val="604710083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B4CD7DA-0E86-402F-9A77-3212551E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해결했다는 설명에 필요한 네 가지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E5F9DB6-4DF6-4D36-A5B6-983746DF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안 움직여서 마찰을 올렸다는 말에는 재현 조건과 원인 근거가 없습니다. 같은 증상은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SafeStop·중립·지면 범위·벽 접촉·구동 토크에서 생길 수 있습니다. 바뀐 느낌만으로 원인을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맞혔다고 결론낼 수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DF18291-2F4E-44F5-9C2C-D8B0D3D7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진단 보고서는 관측한 사실, 가능한 원인 가설, 가설을 구별할 검사, 수정 뒤 남는 한계를 나누어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적습니다. 관측에는 시각·위치·방향·입력·health·접촉·바퀴 하중처럼 비교 가능한 값이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1F6DFD3-0346-4C7C-92BF-FE71154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이번 수업에서는 실제 코드를 수정하지 않습니다. 기존 연석 사례와 입력 지연 사례를 종이에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다시 분석합니다. 답을 보기 전에 어떤 값을 먼저 확인할지 정하고, 왜 그 값이 두 원인을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구별하는지까지 설명하는 것이 목표입니다.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D7EE2E6-6929-4363-8F24-3C56C87C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185 / 195</a:t>
            </a:r>
          </a:p>
        </p:txBody>
      </p:sp>
    </p:spTree>
    <p:extLst>
      <p:ext uri="{BB962C8B-B14F-4D97-AF65-F5344CB8AC3E}">
        <p14:creationId xmlns:p14="http://schemas.microsoft.com/office/powerpoint/2010/main" val="479968684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EC1536A-DA68-4EDA-BF99-D2ACDEE2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관측을 같은 시점으로 모으기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3E382D1-22E0-46A2-84DE-E167019F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로그의 throttle과 화면의 자동차 자세가 서로 다른 순간이면 잘못된 원인을 만들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같은 시점의 입력·기어·health를 확인한 뒤 속도와 접지·충돌 값을 이어 읽습니다.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맥락이고 로그는 비교할 숫자입니다.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036FB5A-F7C4-40EA-BA6A-6D36CF85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입력이 유효하지 않으면 물리 계수보다 세션과 만료를 먼저 봅니다. 입력이 정상이라면 ground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coverage와 접촉 수를 확인합니다. 범위와 벽 문제가 없는데 후륜 Fx가 작으면 바퀴 Fz와 토크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배분을 조사할 근거가 생깁니다.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044658B-2D05-4308-8AD5-B997DD56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관측 순서는 하나의 원인을 미리 정하는 절차가 아닙니다. 서로 다른 가설을 적은 정보로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분리하려는 순서입니다. 값을 측정하지 않았으면 0으로 적지 말고 미확인으로 남겨야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실험이 어떤 빈칸을 채워야 하는지 알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95438C2-BA6F-4787-A1BE-12C5D89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186 / 195</a:t>
            </a:r>
          </a:p>
        </p:txBody>
      </p:sp>
    </p:spTree>
    <p:extLst>
      <p:ext uri="{BB962C8B-B14F-4D97-AF65-F5344CB8AC3E}">
        <p14:creationId xmlns:p14="http://schemas.microsoft.com/office/powerpoint/2010/main" val="853929492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A54F2FA-7C8F-4BE8-BA75-93245A1A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정지 상태에서 바퀴와 접촉을 남기는 로그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554746B-5FE6-4148-9E05-E233F230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cpp/host/src/simulation_host.cpp:691-699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3BB140D-0539-4114-A904-D8308E1C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903D301-296B-41D5-9662-03B39305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E5CF0F6-72E0-4E38-8D6B-FB3E0E5D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auto&amp; wheel : state.wheels)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std::cout &lt;&lt; " wheel" &lt;&lt; wheel.wheel_index &lt;&lt; "=" &lt;&lt; wheel.in_contact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&lt;&lt; "/" &lt;&lt; wheel.normal_load &lt;&lt; "/" &lt;&lt; wheel.longitudinal_force;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auto&amp; contacts = physics_.get_last_collision_contacts();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std::cout &lt;&lt; " contacts=" &lt;&lt; contacts.size();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(std::size_t index=0; index&lt;std::min&lt;std::size_t&gt;(contacts.size(),4); ++index)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std::cout &lt;&lt; " collider=" &lt;&lt; contacts[index].collider_id;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std::cout &lt;&lt; std::endl;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A233EB0-15F5-4BFC-A255-2A152B1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바퀴의 접촉 여부·하중·종방향 힘과 접촉 수·충돌체 ID를 같은 로그에 남깁니다. 단순 속도 0보다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원인을 구분할 정보가 많습니다.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CF823E3-BB2A-4D42-BAD7-DAC376EF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187 / 195</a:t>
            </a:r>
          </a:p>
        </p:txBody>
      </p:sp>
    </p:spTree>
    <p:extLst>
      <p:ext uri="{BB962C8B-B14F-4D97-AF65-F5344CB8AC3E}">
        <p14:creationId xmlns:p14="http://schemas.microsoft.com/office/powerpoint/2010/main" val="88024406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6D4B383-7A99-4806-A71C-DE34E798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로그가 가설을 어떻게 줄이는지 설명하기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E07C5B3-7296-43E2-BD2E-9BFE8F5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contacts가 없다는 값은 이 시점에 차체 벽 접촉 기록이 없다는 뜻입니다. 모든 문제가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사라졌다는 뜻은 아닙니다. coverage가 정상이고 한쪽 구동 바퀴 Fz가 거의 0이면 차동 토크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제한이라는 다른 가설이 남습니다.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5B4F2EE-7BC8-4D5B-A4E7-3CE80043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wheel의 in_contact와 normal_load와 longitudinal_force를 함께 읽습니다. 닿았지만 하중이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작을 수 있고, 하중이 있지만 구동 요구가 없을 수 있습니다. 한 필드만 떼어 마찰이 없다고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결론내리면 입력과 기어 조건을 놓칩니다.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940DFAC-E4D8-4E6A-91DC-7E63589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DriveBlock 로그 자체도 스로틀·브레이크·기어·저속 조건에서 출력됩니다. 로그가 없다는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주행을 증명하지는 않습니다. 조사하려는 상태가 로그 출력 조건에 들어오는지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확인하는 습관이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062A657-CBC0-4E8A-90AB-AA0BDF70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188 / 195</a:t>
            </a:r>
          </a:p>
        </p:txBody>
      </p:sp>
    </p:spTree>
    <p:extLst>
      <p:ext uri="{BB962C8B-B14F-4D97-AF65-F5344CB8AC3E}">
        <p14:creationId xmlns:p14="http://schemas.microsoft.com/office/powerpoint/2010/main" val="146191742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4E47F0-5844-430A-9A17-CD64E6C3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독립 실습에 사용할 두 재현 자료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A: 연석 정지 관측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B: 입력 만료 가정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전진·가속, 브레이크 해제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마지막 유효 입력 뒤 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지면·접촉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coverage 정상·벽 접촉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미확인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후륜 Fz 약 0.001·4552.1N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간격252ms·명령간격10ms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구동 Fx가 왜 작을까요?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늦은 명령으로 복구될까요?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77EFF6B3-A7C1-4CB9-93C4-5A2C6621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A는 실제 연석 재현의 핵심 상태를 요약했습니다. B는 상태 전이 계산을 위한 교육용 가정입니다. 실제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측정값과 가정값을 같은 종류의 증거로 쓰지 않도록 구분합니다.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4EBA0CDB-209A-4E12-BF69-B925CB9B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사례에서 먼저 확인할 함수와 다음 값을 적고, 곧바로 계수를 바꾸지 마세요. 왜 다른 가설보다 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조사가 먼저인지 이유를 쓰는 것이 과제입니다.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EB1A717-AF5A-41D1-BAD9-5F9FA06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189 / 195</a:t>
            </a:r>
          </a:p>
        </p:txBody>
      </p:sp>
    </p:spTree>
    <p:extLst>
      <p:ext uri="{BB962C8B-B14F-4D97-AF65-F5344CB8AC3E}">
        <p14:creationId xmlns:p14="http://schemas.microsoft.com/office/powerpoint/2010/main" val="2090573793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706EBD4-76DE-4671-B160-05460494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움직이기 전에 구동력이 생겼는지 검사합니다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B0550E8-3AB2-452E-96C4-D7F6C0CD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cpp/host/tests/signal_city_course_test.cpp:588-597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82E2456-2CA1-45E8-8D65-B56E51D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4CAD24F-8188-443C-A008-EB649DE9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7DBF94D-74CE-44AC-9E5D-11E419D3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 state = settled;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(int tick = 0; tick &lt; 240; ++tick)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auto previous = 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 = vehicle.update(kDt);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(tick == 0)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require(std::abs(state.wheels[3].longitudinal_force) &gt; 100.f,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"loaded rear tire must receive drive before the car leaves the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stalled pose");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require(std::abs(state.wheels[2].longitudinal_force) &lt; 1.f,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"traction brake must not invent ground force on the unloaded rear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tire");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3C0E126-7ADC-454D-AF5E-C48E7F79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틱에서 지지한 후륜에는 힘이 생기고 무하중 후륜에는 가짜 접지 힘이 생기지 않는지 검사합니다.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최종 이동 거리만 보는 검사보다 원인에 가깝습니다.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0C42569-92B0-41A9-AB58-E386C437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190 / 195</a:t>
            </a:r>
          </a:p>
        </p:txBody>
      </p:sp>
    </p:spTree>
    <p:extLst>
      <p:ext uri="{BB962C8B-B14F-4D97-AF65-F5344CB8AC3E}">
        <p14:creationId xmlns:p14="http://schemas.microsoft.com/office/powerpoint/2010/main" val="82782945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177DAB-B00C-4E32-8DD5-2D8280A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수정 결과를 원인 가까이에서 검사하기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879FB78-6B72-45E9-B0B5-7FF515D4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차량을 연석 위로 옮겨 주면 최종 이동 거리 검사는 통과할 수도 있습니다. 그래서 이 회귀는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아직 정지 자세에 있는 첫 틱의 힘을 봅니다. 하중 있는 바퀴가 구동을 받고 약한 바퀴는 가짜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 힘을 만들지 않아야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70E2ACD-7443-45A1-9090-EE7B3302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그다음 240틱, 즉 60Hz에서 4초를 진행하고 이동 거리와 최대 수직 이동량을 검사합니다.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전진과 후진 모두 같은 정지 지지 상태에서 시작합니다. 원인 해결과 비관통·비순간이동을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확인하는 구조입니다.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0D91C9B-5090-4FD1-BBF2-985D8B06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방식으로 NPC 예산은 최종 연결 성공만 보지 않고 틱별 search_steps와 후보 커서를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검사합니다. 근본 규칙을 직접 검사해야 겉으로는 정상처럼 보이는 우회 수정을 걸러낼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이제 설명을 덮고 두 사례를 직접 풀어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AD19993-E94A-40E2-B479-96BE68B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191 / 195</a:t>
            </a:r>
          </a:p>
        </p:txBody>
      </p:sp>
    </p:spTree>
    <p:extLst>
      <p:ext uri="{BB962C8B-B14F-4D97-AF65-F5344CB8AC3E}">
        <p14:creationId xmlns:p14="http://schemas.microsoft.com/office/powerpoint/2010/main" val="1841443114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ACAEB61-1627-4A23-B7C7-A123802C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독립 과제: 수치와 함수로 한 장 보고서 쓰기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082ECAF-B657-46C7-A6F9-A9F1A230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 사례에서 health·입력·지면·접촉·Fz·Fx를 순서대로 적고 미확인값은 표시하세요. 첫 조사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함수와 수정 전 실패 조건, 수정 후에도 지켜야 할 조건 두 가지를 쓰세요. 최종 이동 거리만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검사하는 약점도 덧붙입니다.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8FE54DD-EDF4-4E23-B8AB-13E04097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 사례에서는 soft·hard 조건과 queue age를 계산하세요. 이후 서버와 클라이언트의 경과가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같고 세션·순서가 유효한 명령이면 어떻게 달라지는지도 적습니다. 실제 시간과 물리 dt를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계산에 쓰는지 구별하세요.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3414EC9-BC71-4F45-A2C2-7AE6FA77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계산으로 50km/h의 60Hz 한 틱 거리, 1500kg 세단 앞·뒤 바퀴 정하중, μ=1·균등 하중에서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Fx=2000N일 때 남는 Fy를 구하세요. 마지막에는 현재 모델이 검증하지 않은 범위를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문장으로 작성하면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40BCC3F-7104-4830-85FD-9CBC8B65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192 / 195</a:t>
            </a:r>
          </a:p>
        </p:txBody>
      </p:sp>
    </p:spTree>
    <p:extLst>
      <p:ext uri="{BB962C8B-B14F-4D97-AF65-F5344CB8AC3E}">
        <p14:creationId xmlns:p14="http://schemas.microsoft.com/office/powerpoint/2010/main" val="174832326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76180D0-35C8-4836-BA3E-48C081F1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연석 사례와 입력 사례를 분리합니다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706500-C8D9-47F1-B5DB-1EDC8B78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make_health_snapshot과 적용 입력을 확인한 뒤 VehiclePhysics::update의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지면·타이어·차동 분기를 봅니다. 하중 있는 후륜의 첫 틱 구동력, 무하중 바퀴의 가짜 힘 부재,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제한된 수직 이동이 검사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DDD6F37-31BC-40C7-AC3D-71BD758D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251ms에서 soft만 넘고 hard 1000ms는 넘지 않습니다. 추가 지연은 252−10=242ms이므로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거부하고 안전 정지를 유지합니다. 유효 세션의 두 경과가 같다면 추가 지연은 0이며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검사도 통과할 때 복구할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7BE2664-BF5A-42E7-8662-E228BBC1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만료는 실제 시간으로 판단하고 차량 이동은 고정 물리 dt로 계산합니다. 접촉·구동 문제에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timeout을 늘리는 식으로 서로 다른 책임을 바꾸면 원인을 숨기게 됩니다. 각 수정은 재현값과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관련 규칙을 직접 겨냥해야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4B38D75-ED95-42E3-91E6-07C23F9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193 / 195</a:t>
            </a:r>
          </a:p>
        </p:txBody>
      </p:sp>
    </p:spTree>
    <p:extLst>
      <p:ext uri="{BB962C8B-B14F-4D97-AF65-F5344CB8AC3E}">
        <p14:creationId xmlns:p14="http://schemas.microsoft.com/office/powerpoint/2010/main" val="1809812504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9074A6E-456C-4B53-8CD1-6EF8023B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계산값과 학습 범위를 정리합니다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EDB5946-A671-4873-A7E1-12EDC0BB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50km/h는 13.8889m/s이고 한 틱 이동은 약 0.23148m입니다. 세단 무게는 14709.975N이며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앞바퀴 하나는 약 4045.24N, 뒤바퀴 하나는 약 3309.74N입니다. 좌우 대칭·평지 정지·전륜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55% 가정입니다.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D77571F-8BC8-46F3-9CE0-44302A2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 균등 하중 가정에서 Fz=3677.49375N입니다. 남는 횡력은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√(3677.49375²−2000²)≈3086.1N입니다. 조향각과 실제 yaw를 같은 값으로 보지 않고 타이어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힘의 공통 한도를 함께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A64363B-2E49-426D-8CED-0D9FF82A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차량은 지면 접촉 중심의 축약 모델이며 NPC는 플레이어 네 바퀴 물리를 그대로 실행하지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인체·금속 변형·일반 자유낙하·자율주행 전체를 검증하지 않았습니다. 다음 공부는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보고서에서 막힌 C++ 수명·좌표 변환·역학부터 보완하세요.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565B7DD-82CD-4D88-8437-136BCFDF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194 / 195</a:t>
            </a:r>
          </a:p>
        </p:txBody>
      </p:sp>
    </p:spTree>
    <p:extLst>
      <p:ext uri="{BB962C8B-B14F-4D97-AF65-F5344CB8AC3E}">
        <p14:creationId xmlns:p14="http://schemas.microsoft.com/office/powerpoint/2010/main" val="748753305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E4D225-F912-43D9-89F4-562FF82D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F63B2D0-561A-4F71-9293-DD1CCD3F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단위 계산과 상태 추적을 포함한 한 장의 재현 보고서를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완성합니다.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75DE073-1D49-44E5-88F6-7C18D44C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관측·가설·검사·한계를 문장으로 구분해야 도움 없이 원인을 좁힐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6B79A5D-F408-49C1-A5A6-5CE97BDE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필요한 부분부터 C++ 수명, 좌표 변환, 역학을 깊게 공부하며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새로운 작은 회귀를 설명해 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489C85A-E6A0-47B7-AAD6-7196268C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195 / 195</a:t>
            </a:r>
          </a:p>
        </p:txBody>
      </p:sp>
    </p:spTree>
    <p:extLst>
      <p:ext uri="{BB962C8B-B14F-4D97-AF65-F5344CB8AC3E}">
        <p14:creationId xmlns:p14="http://schemas.microsoft.com/office/powerpoint/2010/main" val="1079849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2026-09-08T05:11:18.5440000Z</dcterms:created>
  <dcterms:modified xsi:type="dcterms:W3CDTF">2026-09-08T05:11:18.5440000Z</dcterms:modified>
</coreProperties>
</file>