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77.xml" ContentType="application/vnd.openxmlformats-officedocument.presentationml.notesSlide+xml"/>
  <Override PartName="/ppt/slides/slide178.xml" ContentType="application/vnd.openxmlformats-officedocument.presentationml.slide+xml"/>
  <Override PartName="/ppt/notesSlides/notesSlide178.xml" ContentType="application/vnd.openxmlformats-officedocument.presentationml.notesSlide+xml"/>
  <Override PartName="/ppt/slides/slide179.xml" ContentType="application/vnd.openxmlformats-officedocument.presentationml.slide+xml"/>
  <Override PartName="/ppt/notesSlides/notesSlide179.xml" ContentType="application/vnd.openxmlformats-officedocument.presentationml.notesSlide+xml"/>
  <Override PartName="/ppt/slides/slide180.xml" ContentType="application/vnd.openxmlformats-officedocument.presentationml.slide+xml"/>
  <Override PartName="/ppt/notesSlides/notesSlide180.xml" ContentType="application/vnd.openxmlformats-officedocument.presentationml.notesSlide+xml"/>
  <Override PartName="/ppt/slides/slide181.xml" ContentType="application/vnd.openxmlformats-officedocument.presentationml.slide+xml"/>
  <Override PartName="/ppt/notesSlides/notesSlide181.xml" ContentType="application/vnd.openxmlformats-officedocument.presentationml.notesSlide+xml"/>
  <Override PartName="/ppt/slides/slide182.xml" ContentType="application/vnd.openxmlformats-officedocument.presentationml.slide+xml"/>
  <Override PartName="/ppt/notesSlides/notesSlide182.xml" ContentType="application/vnd.openxmlformats-officedocument.presentationml.notesSlide+xml"/>
  <Override PartName="/ppt/slides/slide183.xml" ContentType="application/vnd.openxmlformats-officedocument.presentationml.slide+xml"/>
  <Override PartName="/ppt/notesSlides/notesSlide183.xml" ContentType="application/vnd.openxmlformats-officedocument.presentationml.notesSlide+xml"/>
  <Override PartName="/ppt/slides/slide184.xml" ContentType="application/vnd.openxmlformats-officedocument.presentationml.slide+xml"/>
  <Override PartName="/ppt/notesSlides/notesSlide184.xml" ContentType="application/vnd.openxmlformats-officedocument.presentationml.notesSlide+xml"/>
  <Override PartName="/ppt/slides/slide185.xml" ContentType="application/vnd.openxmlformats-officedocument.presentationml.slide+xml"/>
  <Override PartName="/ppt/notesSlides/notesSlide185.xml" ContentType="application/vnd.openxmlformats-officedocument.presentationml.notesSlide+xml"/>
  <Override PartName="/ppt/slides/slide186.xml" ContentType="application/vnd.openxmlformats-officedocument.presentationml.slide+xml"/>
  <Override PartName="/ppt/notesSlides/notesSlide186.xml" ContentType="application/vnd.openxmlformats-officedocument.presentationml.notesSlide+xml"/>
  <Override PartName="/ppt/slides/slide187.xml" ContentType="application/vnd.openxmlformats-officedocument.presentationml.slide+xml"/>
  <Override PartName="/ppt/notesSlides/notesSlide187.xml" ContentType="application/vnd.openxmlformats-officedocument.presentationml.notesSlide+xml"/>
  <Override PartName="/ppt/slides/slide188.xml" ContentType="application/vnd.openxmlformats-officedocument.presentationml.slide+xml"/>
  <Override PartName="/ppt/notesSlides/notesSlide188.xml" ContentType="application/vnd.openxmlformats-officedocument.presentationml.notesSlide+xml"/>
  <Override PartName="/ppt/slides/slide189.xml" ContentType="application/vnd.openxmlformats-officedocument.presentationml.slide+xml"/>
  <Override PartName="/ppt/notesSlides/notesSlide189.xml" ContentType="application/vnd.openxmlformats-officedocument.presentationml.notesSlide+xml"/>
  <Override PartName="/ppt/slides/slide190.xml" ContentType="application/vnd.openxmlformats-officedocument.presentationml.slide+xml"/>
  <Override PartName="/ppt/notesSlides/notesSlide190.xml" ContentType="application/vnd.openxmlformats-officedocument.presentationml.notesSlide+xml"/>
  <Override PartName="/ppt/slides/slide191.xml" ContentType="application/vnd.openxmlformats-officedocument.presentationml.slide+xml"/>
  <Override PartName="/ppt/notesSlides/notesSlide191.xml" ContentType="application/vnd.openxmlformats-officedocument.presentationml.notesSlide+xml"/>
  <Override PartName="/ppt/slides/slide192.xml" ContentType="application/vnd.openxmlformats-officedocument.presentationml.slide+xml"/>
  <Override PartName="/ppt/notesSlides/notesSlide192.xml" ContentType="application/vnd.openxmlformats-officedocument.presentationml.notesSlide+xml"/>
  <Override PartName="/ppt/slides/slide193.xml" ContentType="application/vnd.openxmlformats-officedocument.presentationml.slide+xml"/>
  <Override PartName="/ppt/notesSlides/notesSlide19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e457e6e4094c04" /><Relationship Type="http://schemas.openxmlformats.org/officeDocument/2006/relationships/extended-properties" Target="/docProps/app.xml" Id="R073ceebf37404363" /><Relationship Type="http://schemas.openxmlformats.org/officeDocument/2006/relationships/officeDocument" Target="/ppt/presentation.xml" Id="Rb9959d87023140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ee31c6aa544f5f"/>
  </p:sldMasterIdLst>
  <p:notesMasterIdLst>
    <p:notesMasterId xmlns:r="http://schemas.openxmlformats.org/officeDocument/2006/relationships" r:id="R525e168e85114bcf"/>
  </p:notesMasterIdLst>
  <p:sldIdLst>
    <p:sldId xmlns:r="http://schemas.openxmlformats.org/officeDocument/2006/relationships" id="256" r:id="Rf7567af511364824"/>
    <p:sldId xmlns:r="http://schemas.openxmlformats.org/officeDocument/2006/relationships" id="257" r:id="R5b5d6e1c2fcd428d"/>
    <p:sldId xmlns:r="http://schemas.openxmlformats.org/officeDocument/2006/relationships" id="258" r:id="R359610657ec74349"/>
    <p:sldId xmlns:r="http://schemas.openxmlformats.org/officeDocument/2006/relationships" id="259" r:id="R77743bee9ed946af"/>
    <p:sldId xmlns:r="http://schemas.openxmlformats.org/officeDocument/2006/relationships" id="260" r:id="R3c830a6196774386"/>
    <p:sldId xmlns:r="http://schemas.openxmlformats.org/officeDocument/2006/relationships" id="261" r:id="R3854598007934c73"/>
    <p:sldId xmlns:r="http://schemas.openxmlformats.org/officeDocument/2006/relationships" id="262" r:id="R170c226ff5b44da7"/>
    <p:sldId xmlns:r="http://schemas.openxmlformats.org/officeDocument/2006/relationships" id="263" r:id="R95ce9c3a3fab4ace"/>
    <p:sldId xmlns:r="http://schemas.openxmlformats.org/officeDocument/2006/relationships" id="264" r:id="Rfc62492f0c3242c4"/>
    <p:sldId xmlns:r="http://schemas.openxmlformats.org/officeDocument/2006/relationships" id="265" r:id="R4e04cf006af34c14"/>
    <p:sldId xmlns:r="http://schemas.openxmlformats.org/officeDocument/2006/relationships" id="266" r:id="Redc856b326824277"/>
    <p:sldId xmlns:r="http://schemas.openxmlformats.org/officeDocument/2006/relationships" id="267" r:id="R2b22c1c7daec429a"/>
    <p:sldId xmlns:r="http://schemas.openxmlformats.org/officeDocument/2006/relationships" id="268" r:id="Re80d9cc8c7e8478f"/>
    <p:sldId xmlns:r="http://schemas.openxmlformats.org/officeDocument/2006/relationships" id="269" r:id="R1753edb17e034f75"/>
    <p:sldId xmlns:r="http://schemas.openxmlformats.org/officeDocument/2006/relationships" id="270" r:id="R366335baf32e4a30"/>
    <p:sldId xmlns:r="http://schemas.openxmlformats.org/officeDocument/2006/relationships" id="271" r:id="R301991e3acbd4c20"/>
    <p:sldId xmlns:r="http://schemas.openxmlformats.org/officeDocument/2006/relationships" id="272" r:id="R94aaa1cac7e84456"/>
    <p:sldId xmlns:r="http://schemas.openxmlformats.org/officeDocument/2006/relationships" id="273" r:id="R656447cfa560468e"/>
    <p:sldId xmlns:r="http://schemas.openxmlformats.org/officeDocument/2006/relationships" id="274" r:id="R17e6cbeb8cc44a95"/>
    <p:sldId xmlns:r="http://schemas.openxmlformats.org/officeDocument/2006/relationships" id="275" r:id="Ra5b4e76274744c2c"/>
    <p:sldId xmlns:r="http://schemas.openxmlformats.org/officeDocument/2006/relationships" id="276" r:id="R2c34f497595e4bcf"/>
    <p:sldId xmlns:r="http://schemas.openxmlformats.org/officeDocument/2006/relationships" id="277" r:id="R4a6e9763934b4ac2"/>
    <p:sldId xmlns:r="http://schemas.openxmlformats.org/officeDocument/2006/relationships" id="278" r:id="Ra0c2c62e0f7742f6"/>
    <p:sldId xmlns:r="http://schemas.openxmlformats.org/officeDocument/2006/relationships" id="279" r:id="R3ecd435ec22847c7"/>
    <p:sldId xmlns:r="http://schemas.openxmlformats.org/officeDocument/2006/relationships" id="280" r:id="R44329e9a90ba4539"/>
    <p:sldId xmlns:r="http://schemas.openxmlformats.org/officeDocument/2006/relationships" id="281" r:id="R5542d89df0b64c4a"/>
    <p:sldId xmlns:r="http://schemas.openxmlformats.org/officeDocument/2006/relationships" id="282" r:id="R19b197990b2b419a"/>
    <p:sldId xmlns:r="http://schemas.openxmlformats.org/officeDocument/2006/relationships" id="283" r:id="Rf530ab0e73f64518"/>
    <p:sldId xmlns:r="http://schemas.openxmlformats.org/officeDocument/2006/relationships" id="284" r:id="R97267b70e7f04110"/>
    <p:sldId xmlns:r="http://schemas.openxmlformats.org/officeDocument/2006/relationships" id="285" r:id="Ra77435ba9b4043c9"/>
    <p:sldId xmlns:r="http://schemas.openxmlformats.org/officeDocument/2006/relationships" id="286" r:id="Read53c5e27194f61"/>
    <p:sldId xmlns:r="http://schemas.openxmlformats.org/officeDocument/2006/relationships" id="287" r:id="R935aa55f35be4289"/>
    <p:sldId xmlns:r="http://schemas.openxmlformats.org/officeDocument/2006/relationships" id="288" r:id="Rc9082002960546e3"/>
    <p:sldId xmlns:r="http://schemas.openxmlformats.org/officeDocument/2006/relationships" id="289" r:id="R6a0341cfefa94bc8"/>
    <p:sldId xmlns:r="http://schemas.openxmlformats.org/officeDocument/2006/relationships" id="290" r:id="R294edc8be3e948f1"/>
    <p:sldId xmlns:r="http://schemas.openxmlformats.org/officeDocument/2006/relationships" id="291" r:id="R35d16d4cf6754f73"/>
    <p:sldId xmlns:r="http://schemas.openxmlformats.org/officeDocument/2006/relationships" id="292" r:id="R5478abe6a5254d21"/>
    <p:sldId xmlns:r="http://schemas.openxmlformats.org/officeDocument/2006/relationships" id="293" r:id="R5d084f4cabbe4fe0"/>
    <p:sldId xmlns:r="http://schemas.openxmlformats.org/officeDocument/2006/relationships" id="294" r:id="Rd4604acf0a134356"/>
    <p:sldId xmlns:r="http://schemas.openxmlformats.org/officeDocument/2006/relationships" id="295" r:id="R46f17cc50e56429f"/>
    <p:sldId xmlns:r="http://schemas.openxmlformats.org/officeDocument/2006/relationships" id="296" r:id="R323e1be7386e443e"/>
    <p:sldId xmlns:r="http://schemas.openxmlformats.org/officeDocument/2006/relationships" id="297" r:id="R4461352e230f4abf"/>
    <p:sldId xmlns:r="http://schemas.openxmlformats.org/officeDocument/2006/relationships" id="298" r:id="Rc9b443e2049b48fc"/>
    <p:sldId xmlns:r="http://schemas.openxmlformats.org/officeDocument/2006/relationships" id="299" r:id="Rbb21bb3643344b0a"/>
    <p:sldId xmlns:r="http://schemas.openxmlformats.org/officeDocument/2006/relationships" id="300" r:id="R1ff2b3a9827b4e27"/>
    <p:sldId xmlns:r="http://schemas.openxmlformats.org/officeDocument/2006/relationships" id="301" r:id="Re1a79cd1114849af"/>
    <p:sldId xmlns:r="http://schemas.openxmlformats.org/officeDocument/2006/relationships" id="302" r:id="Rdf638b87dcec43fd"/>
    <p:sldId xmlns:r="http://schemas.openxmlformats.org/officeDocument/2006/relationships" id="303" r:id="R4aaea0fa16734e97"/>
    <p:sldId xmlns:r="http://schemas.openxmlformats.org/officeDocument/2006/relationships" id="304" r:id="R23fbed5aca01400f"/>
    <p:sldId xmlns:r="http://schemas.openxmlformats.org/officeDocument/2006/relationships" id="305" r:id="R698e6b29eacd4fb4"/>
    <p:sldId xmlns:r="http://schemas.openxmlformats.org/officeDocument/2006/relationships" id="306" r:id="R265893e77c5441dd"/>
    <p:sldId xmlns:r="http://schemas.openxmlformats.org/officeDocument/2006/relationships" id="307" r:id="R8c74a0631e4842e0"/>
    <p:sldId xmlns:r="http://schemas.openxmlformats.org/officeDocument/2006/relationships" id="308" r:id="R007c882b70c44765"/>
    <p:sldId xmlns:r="http://schemas.openxmlformats.org/officeDocument/2006/relationships" id="309" r:id="R8e789dbd378045f4"/>
    <p:sldId xmlns:r="http://schemas.openxmlformats.org/officeDocument/2006/relationships" id="310" r:id="R9a3b8b726c63447e"/>
    <p:sldId xmlns:r="http://schemas.openxmlformats.org/officeDocument/2006/relationships" id="311" r:id="R052c08c9f42e468f"/>
    <p:sldId xmlns:r="http://schemas.openxmlformats.org/officeDocument/2006/relationships" id="312" r:id="R58fd61b3c1e84c6c"/>
    <p:sldId xmlns:r="http://schemas.openxmlformats.org/officeDocument/2006/relationships" id="313" r:id="R23ffbca9472b4ef2"/>
    <p:sldId xmlns:r="http://schemas.openxmlformats.org/officeDocument/2006/relationships" id="314" r:id="R0f916a8596e648b2"/>
    <p:sldId xmlns:r="http://schemas.openxmlformats.org/officeDocument/2006/relationships" id="315" r:id="Rf3194b7d22774758"/>
    <p:sldId xmlns:r="http://schemas.openxmlformats.org/officeDocument/2006/relationships" id="316" r:id="Rebf51dafee314119"/>
    <p:sldId xmlns:r="http://schemas.openxmlformats.org/officeDocument/2006/relationships" id="317" r:id="R754166d1551f4466"/>
    <p:sldId xmlns:r="http://schemas.openxmlformats.org/officeDocument/2006/relationships" id="318" r:id="Rc42a971cf1024518"/>
    <p:sldId xmlns:r="http://schemas.openxmlformats.org/officeDocument/2006/relationships" id="319" r:id="Rc95e0db6e81346cd"/>
    <p:sldId xmlns:r="http://schemas.openxmlformats.org/officeDocument/2006/relationships" id="320" r:id="R5512e38861254b31"/>
    <p:sldId xmlns:r="http://schemas.openxmlformats.org/officeDocument/2006/relationships" id="321" r:id="Rf0f9b92279e04ad5"/>
    <p:sldId xmlns:r="http://schemas.openxmlformats.org/officeDocument/2006/relationships" id="322" r:id="R96656c6ef23b450c"/>
    <p:sldId xmlns:r="http://schemas.openxmlformats.org/officeDocument/2006/relationships" id="323" r:id="R9e64c10f8d8f43fb"/>
    <p:sldId xmlns:r="http://schemas.openxmlformats.org/officeDocument/2006/relationships" id="324" r:id="R923902fab72a4c37"/>
    <p:sldId xmlns:r="http://schemas.openxmlformats.org/officeDocument/2006/relationships" id="325" r:id="R511c0f9b6f6940ef"/>
    <p:sldId xmlns:r="http://schemas.openxmlformats.org/officeDocument/2006/relationships" id="326" r:id="R15299dac63934d1b"/>
    <p:sldId xmlns:r="http://schemas.openxmlformats.org/officeDocument/2006/relationships" id="327" r:id="Rd26cacec1e2048cb"/>
    <p:sldId xmlns:r="http://schemas.openxmlformats.org/officeDocument/2006/relationships" id="328" r:id="R57039d9dc07b4fb6"/>
    <p:sldId xmlns:r="http://schemas.openxmlformats.org/officeDocument/2006/relationships" id="329" r:id="Rf09b6aa7014d4607"/>
    <p:sldId xmlns:r="http://schemas.openxmlformats.org/officeDocument/2006/relationships" id="330" r:id="R79f7d3959ff743cd"/>
    <p:sldId xmlns:r="http://schemas.openxmlformats.org/officeDocument/2006/relationships" id="331" r:id="Rb7240d6f272045f4"/>
    <p:sldId xmlns:r="http://schemas.openxmlformats.org/officeDocument/2006/relationships" id="332" r:id="R227ab18eb9974d8b"/>
    <p:sldId xmlns:r="http://schemas.openxmlformats.org/officeDocument/2006/relationships" id="333" r:id="Rd9333474d85a45e0"/>
    <p:sldId xmlns:r="http://schemas.openxmlformats.org/officeDocument/2006/relationships" id="334" r:id="R3d7b72b82c8a4f5c"/>
    <p:sldId xmlns:r="http://schemas.openxmlformats.org/officeDocument/2006/relationships" id="335" r:id="R2c8646173079413c"/>
    <p:sldId xmlns:r="http://schemas.openxmlformats.org/officeDocument/2006/relationships" id="336" r:id="R693139b06fc34d5d"/>
    <p:sldId xmlns:r="http://schemas.openxmlformats.org/officeDocument/2006/relationships" id="337" r:id="Rd40cf43391784621"/>
    <p:sldId xmlns:r="http://schemas.openxmlformats.org/officeDocument/2006/relationships" id="338" r:id="R9754a72de9f84b8c"/>
    <p:sldId xmlns:r="http://schemas.openxmlformats.org/officeDocument/2006/relationships" id="339" r:id="Rcdde59206fbe4ca8"/>
    <p:sldId xmlns:r="http://schemas.openxmlformats.org/officeDocument/2006/relationships" id="340" r:id="R6f648c6bd21c4bc5"/>
    <p:sldId xmlns:r="http://schemas.openxmlformats.org/officeDocument/2006/relationships" id="341" r:id="Ree7cfbf89dc949fb"/>
    <p:sldId xmlns:r="http://schemas.openxmlformats.org/officeDocument/2006/relationships" id="342" r:id="R7c501aff7ff24ca2"/>
    <p:sldId xmlns:r="http://schemas.openxmlformats.org/officeDocument/2006/relationships" id="343" r:id="R2a99a903dde546dd"/>
    <p:sldId xmlns:r="http://schemas.openxmlformats.org/officeDocument/2006/relationships" id="344" r:id="R12fd80fed72d431b"/>
    <p:sldId xmlns:r="http://schemas.openxmlformats.org/officeDocument/2006/relationships" id="345" r:id="R5334c86252c54427"/>
    <p:sldId xmlns:r="http://schemas.openxmlformats.org/officeDocument/2006/relationships" id="346" r:id="R2699f8d361894069"/>
    <p:sldId xmlns:r="http://schemas.openxmlformats.org/officeDocument/2006/relationships" id="347" r:id="R60a5277c54ac40cc"/>
    <p:sldId xmlns:r="http://schemas.openxmlformats.org/officeDocument/2006/relationships" id="348" r:id="Rdf6a3bf6a5574d0f"/>
    <p:sldId xmlns:r="http://schemas.openxmlformats.org/officeDocument/2006/relationships" id="349" r:id="R312619071fc1424d"/>
    <p:sldId xmlns:r="http://schemas.openxmlformats.org/officeDocument/2006/relationships" id="350" r:id="Rc9323491d6bf4b5e"/>
    <p:sldId xmlns:r="http://schemas.openxmlformats.org/officeDocument/2006/relationships" id="351" r:id="R8fc9ee4d513d4616"/>
    <p:sldId xmlns:r="http://schemas.openxmlformats.org/officeDocument/2006/relationships" id="352" r:id="R441de07f784541f8"/>
    <p:sldId xmlns:r="http://schemas.openxmlformats.org/officeDocument/2006/relationships" id="353" r:id="R291df1554f6b4ba4"/>
    <p:sldId xmlns:r="http://schemas.openxmlformats.org/officeDocument/2006/relationships" id="354" r:id="R16d0b8a4265e4a66"/>
    <p:sldId xmlns:r="http://schemas.openxmlformats.org/officeDocument/2006/relationships" id="355" r:id="R5f9443713046479a"/>
    <p:sldId xmlns:r="http://schemas.openxmlformats.org/officeDocument/2006/relationships" id="356" r:id="Rba87629050624fb5"/>
    <p:sldId xmlns:r="http://schemas.openxmlformats.org/officeDocument/2006/relationships" id="357" r:id="Rd60da41d59be4488"/>
    <p:sldId xmlns:r="http://schemas.openxmlformats.org/officeDocument/2006/relationships" id="358" r:id="Re8324fc5c4df4eec"/>
    <p:sldId xmlns:r="http://schemas.openxmlformats.org/officeDocument/2006/relationships" id="359" r:id="R27f6a451f0f046f3"/>
    <p:sldId xmlns:r="http://schemas.openxmlformats.org/officeDocument/2006/relationships" id="360" r:id="Ra7269da0c90149f8"/>
    <p:sldId xmlns:r="http://schemas.openxmlformats.org/officeDocument/2006/relationships" id="361" r:id="Rbfdb99ac87fd4760"/>
    <p:sldId xmlns:r="http://schemas.openxmlformats.org/officeDocument/2006/relationships" id="362" r:id="Rdb67934d854349a4"/>
    <p:sldId xmlns:r="http://schemas.openxmlformats.org/officeDocument/2006/relationships" id="363" r:id="Re5d0f1f5c6f04969"/>
    <p:sldId xmlns:r="http://schemas.openxmlformats.org/officeDocument/2006/relationships" id="364" r:id="R23852058f4664f7e"/>
    <p:sldId xmlns:r="http://schemas.openxmlformats.org/officeDocument/2006/relationships" id="365" r:id="Rea69e7eab7164a05"/>
    <p:sldId xmlns:r="http://schemas.openxmlformats.org/officeDocument/2006/relationships" id="366" r:id="R5ac381e3f8cf4bd6"/>
    <p:sldId xmlns:r="http://schemas.openxmlformats.org/officeDocument/2006/relationships" id="367" r:id="R98c170eece314265"/>
    <p:sldId xmlns:r="http://schemas.openxmlformats.org/officeDocument/2006/relationships" id="368" r:id="Rb0221c0196394928"/>
    <p:sldId xmlns:r="http://schemas.openxmlformats.org/officeDocument/2006/relationships" id="369" r:id="Re09f4611071a4b77"/>
    <p:sldId xmlns:r="http://schemas.openxmlformats.org/officeDocument/2006/relationships" id="370" r:id="R63ec9a530beb47da"/>
    <p:sldId xmlns:r="http://schemas.openxmlformats.org/officeDocument/2006/relationships" id="371" r:id="R2b53262da8b24205"/>
    <p:sldId xmlns:r="http://schemas.openxmlformats.org/officeDocument/2006/relationships" id="372" r:id="Rcab6204644904e1c"/>
    <p:sldId xmlns:r="http://schemas.openxmlformats.org/officeDocument/2006/relationships" id="373" r:id="R5a4761768246463a"/>
    <p:sldId xmlns:r="http://schemas.openxmlformats.org/officeDocument/2006/relationships" id="374" r:id="R89c0db5faf714edf"/>
    <p:sldId xmlns:r="http://schemas.openxmlformats.org/officeDocument/2006/relationships" id="375" r:id="Refbf3e2b20254142"/>
    <p:sldId xmlns:r="http://schemas.openxmlformats.org/officeDocument/2006/relationships" id="376" r:id="Rfac1ccbec3d64b96"/>
    <p:sldId xmlns:r="http://schemas.openxmlformats.org/officeDocument/2006/relationships" id="377" r:id="Rd987b6a9fe414e7f"/>
    <p:sldId xmlns:r="http://schemas.openxmlformats.org/officeDocument/2006/relationships" id="378" r:id="R02fcb39456f544c0"/>
    <p:sldId xmlns:r="http://schemas.openxmlformats.org/officeDocument/2006/relationships" id="379" r:id="R88dbdbd8826b4c2a"/>
    <p:sldId xmlns:r="http://schemas.openxmlformats.org/officeDocument/2006/relationships" id="380" r:id="Rea7982d82dce442a"/>
    <p:sldId xmlns:r="http://schemas.openxmlformats.org/officeDocument/2006/relationships" id="381" r:id="R74e0d875de354f81"/>
    <p:sldId xmlns:r="http://schemas.openxmlformats.org/officeDocument/2006/relationships" id="382" r:id="R2153d4f709444ab5"/>
    <p:sldId xmlns:r="http://schemas.openxmlformats.org/officeDocument/2006/relationships" id="383" r:id="R513da27a0ef94113"/>
    <p:sldId xmlns:r="http://schemas.openxmlformats.org/officeDocument/2006/relationships" id="384" r:id="R3f289c3aa5f14dfb"/>
    <p:sldId xmlns:r="http://schemas.openxmlformats.org/officeDocument/2006/relationships" id="385" r:id="R6b5b2cc0b8e74b96"/>
    <p:sldId xmlns:r="http://schemas.openxmlformats.org/officeDocument/2006/relationships" id="386" r:id="R77b6c51efc124b1b"/>
    <p:sldId xmlns:r="http://schemas.openxmlformats.org/officeDocument/2006/relationships" id="387" r:id="R4c900f7afe394e64"/>
    <p:sldId xmlns:r="http://schemas.openxmlformats.org/officeDocument/2006/relationships" id="388" r:id="R9b5942d7a3d84161"/>
    <p:sldId xmlns:r="http://schemas.openxmlformats.org/officeDocument/2006/relationships" id="389" r:id="R3f5f786a156243ea"/>
    <p:sldId xmlns:r="http://schemas.openxmlformats.org/officeDocument/2006/relationships" id="390" r:id="Rcbd3b5024c7a4afa"/>
    <p:sldId xmlns:r="http://schemas.openxmlformats.org/officeDocument/2006/relationships" id="391" r:id="Rc98e9a0091374ab3"/>
    <p:sldId xmlns:r="http://schemas.openxmlformats.org/officeDocument/2006/relationships" id="392" r:id="Rc258d7c9f4984b9e"/>
    <p:sldId xmlns:r="http://schemas.openxmlformats.org/officeDocument/2006/relationships" id="393" r:id="R29bd1d8754ea4914"/>
    <p:sldId xmlns:r="http://schemas.openxmlformats.org/officeDocument/2006/relationships" id="394" r:id="Rc51cbc9bb34b4662"/>
    <p:sldId xmlns:r="http://schemas.openxmlformats.org/officeDocument/2006/relationships" id="395" r:id="R99b9792502054233"/>
    <p:sldId xmlns:r="http://schemas.openxmlformats.org/officeDocument/2006/relationships" id="396" r:id="R5029867f38874765"/>
    <p:sldId xmlns:r="http://schemas.openxmlformats.org/officeDocument/2006/relationships" id="397" r:id="R813868c28162444a"/>
    <p:sldId xmlns:r="http://schemas.openxmlformats.org/officeDocument/2006/relationships" id="398" r:id="Rf3633b168a164592"/>
    <p:sldId xmlns:r="http://schemas.openxmlformats.org/officeDocument/2006/relationships" id="399" r:id="Re74b001378144316"/>
    <p:sldId xmlns:r="http://schemas.openxmlformats.org/officeDocument/2006/relationships" id="400" r:id="Rbc6da3bb9d224330"/>
    <p:sldId xmlns:r="http://schemas.openxmlformats.org/officeDocument/2006/relationships" id="401" r:id="Rdfa7834f7e1a403b"/>
    <p:sldId xmlns:r="http://schemas.openxmlformats.org/officeDocument/2006/relationships" id="402" r:id="Rb2ddda544f7e46e3"/>
    <p:sldId xmlns:r="http://schemas.openxmlformats.org/officeDocument/2006/relationships" id="403" r:id="Rd7e7d982d2594aec"/>
    <p:sldId xmlns:r="http://schemas.openxmlformats.org/officeDocument/2006/relationships" id="404" r:id="R30a7ddfa59d24530"/>
    <p:sldId xmlns:r="http://schemas.openxmlformats.org/officeDocument/2006/relationships" id="405" r:id="Rcd8f066cbe50405a"/>
    <p:sldId xmlns:r="http://schemas.openxmlformats.org/officeDocument/2006/relationships" id="406" r:id="Ra44c227f5e2c417a"/>
    <p:sldId xmlns:r="http://schemas.openxmlformats.org/officeDocument/2006/relationships" id="407" r:id="Rbee2bff0724d4cae"/>
    <p:sldId xmlns:r="http://schemas.openxmlformats.org/officeDocument/2006/relationships" id="408" r:id="Rf9d1eb00b89b46fe"/>
    <p:sldId xmlns:r="http://schemas.openxmlformats.org/officeDocument/2006/relationships" id="409" r:id="Re01c25df807342af"/>
    <p:sldId xmlns:r="http://schemas.openxmlformats.org/officeDocument/2006/relationships" id="410" r:id="R67e8f038c0b84873"/>
    <p:sldId xmlns:r="http://schemas.openxmlformats.org/officeDocument/2006/relationships" id="411" r:id="Rb5a3caea1f074bf3"/>
    <p:sldId xmlns:r="http://schemas.openxmlformats.org/officeDocument/2006/relationships" id="412" r:id="Re10cbfe07a424640"/>
    <p:sldId xmlns:r="http://schemas.openxmlformats.org/officeDocument/2006/relationships" id="413" r:id="R719dbf21ed7e4d9f"/>
    <p:sldId xmlns:r="http://schemas.openxmlformats.org/officeDocument/2006/relationships" id="414" r:id="R0a135cf827b443d7"/>
    <p:sldId xmlns:r="http://schemas.openxmlformats.org/officeDocument/2006/relationships" id="415" r:id="R8b305ba49d5a4b4e"/>
    <p:sldId xmlns:r="http://schemas.openxmlformats.org/officeDocument/2006/relationships" id="416" r:id="R96df8b9df00d4253"/>
    <p:sldId xmlns:r="http://schemas.openxmlformats.org/officeDocument/2006/relationships" id="417" r:id="Reffdf26ed35a46a2"/>
    <p:sldId xmlns:r="http://schemas.openxmlformats.org/officeDocument/2006/relationships" id="418" r:id="R2a7ad39bd8034d60"/>
    <p:sldId xmlns:r="http://schemas.openxmlformats.org/officeDocument/2006/relationships" id="419" r:id="R6e438da43eba41e2"/>
    <p:sldId xmlns:r="http://schemas.openxmlformats.org/officeDocument/2006/relationships" id="420" r:id="Rc723df013faf4c01"/>
    <p:sldId xmlns:r="http://schemas.openxmlformats.org/officeDocument/2006/relationships" id="421" r:id="Raaad909657964b99"/>
    <p:sldId xmlns:r="http://schemas.openxmlformats.org/officeDocument/2006/relationships" id="422" r:id="Rbb5654ebe08e4840"/>
    <p:sldId xmlns:r="http://schemas.openxmlformats.org/officeDocument/2006/relationships" id="423" r:id="Re7fcffed434c4c6d"/>
    <p:sldId xmlns:r="http://schemas.openxmlformats.org/officeDocument/2006/relationships" id="424" r:id="R69cedfc42a3646f5"/>
    <p:sldId xmlns:r="http://schemas.openxmlformats.org/officeDocument/2006/relationships" id="425" r:id="Rbf1b5e9d1d684f28"/>
    <p:sldId xmlns:r="http://schemas.openxmlformats.org/officeDocument/2006/relationships" id="426" r:id="R9c056d49d8854d81"/>
    <p:sldId xmlns:r="http://schemas.openxmlformats.org/officeDocument/2006/relationships" id="427" r:id="R89aef265d4034363"/>
    <p:sldId xmlns:r="http://schemas.openxmlformats.org/officeDocument/2006/relationships" id="428" r:id="R4cf098124444404a"/>
    <p:sldId xmlns:r="http://schemas.openxmlformats.org/officeDocument/2006/relationships" id="429" r:id="Rae54bdb3644b4c28"/>
    <p:sldId xmlns:r="http://schemas.openxmlformats.org/officeDocument/2006/relationships" id="430" r:id="R39e04105aeb54956"/>
    <p:sldId xmlns:r="http://schemas.openxmlformats.org/officeDocument/2006/relationships" id="431" r:id="R20062576b9964c8d"/>
    <p:sldId xmlns:r="http://schemas.openxmlformats.org/officeDocument/2006/relationships" id="432" r:id="Rd5ef13cc08dd4a77"/>
    <p:sldId xmlns:r="http://schemas.openxmlformats.org/officeDocument/2006/relationships" id="433" r:id="Rc546e72407094f8c"/>
    <p:sldId xmlns:r="http://schemas.openxmlformats.org/officeDocument/2006/relationships" id="434" r:id="R6b498d00e33a4b0c"/>
    <p:sldId xmlns:r="http://schemas.openxmlformats.org/officeDocument/2006/relationships" id="435" r:id="Rd75662e02bc14ab4"/>
    <p:sldId xmlns:r="http://schemas.openxmlformats.org/officeDocument/2006/relationships" id="436" r:id="Rb25eaa573d4f4328"/>
    <p:sldId xmlns:r="http://schemas.openxmlformats.org/officeDocument/2006/relationships" id="437" r:id="R1298a2a8ca71450b"/>
    <p:sldId xmlns:r="http://schemas.openxmlformats.org/officeDocument/2006/relationships" id="438" r:id="R860820e76f594c15"/>
    <p:sldId xmlns:r="http://schemas.openxmlformats.org/officeDocument/2006/relationships" id="439" r:id="Rbcff0a1182284bf4"/>
    <p:sldId xmlns:r="http://schemas.openxmlformats.org/officeDocument/2006/relationships" id="440" r:id="R717cb6b185a64584"/>
    <p:sldId xmlns:r="http://schemas.openxmlformats.org/officeDocument/2006/relationships" id="441" r:id="Rb11f1f4f7a91412d"/>
    <p:sldId xmlns:r="http://schemas.openxmlformats.org/officeDocument/2006/relationships" id="442" r:id="R58a2e41f740744fd"/>
    <p:sldId xmlns:r="http://schemas.openxmlformats.org/officeDocument/2006/relationships" id="443" r:id="R81e492ee662144f6"/>
    <p:sldId xmlns:r="http://schemas.openxmlformats.org/officeDocument/2006/relationships" id="444" r:id="R48b8742c381a4bf9"/>
    <p:sldId xmlns:r="http://schemas.openxmlformats.org/officeDocument/2006/relationships" id="445" r:id="Rc39a3c9fd0ef493d"/>
    <p:sldId xmlns:r="http://schemas.openxmlformats.org/officeDocument/2006/relationships" id="446" r:id="Red3f6ae066134918"/>
    <p:sldId xmlns:r="http://schemas.openxmlformats.org/officeDocument/2006/relationships" id="447" r:id="R546973c1b86a4d7e"/>
    <p:sldId xmlns:r="http://schemas.openxmlformats.org/officeDocument/2006/relationships" id="448" r:id="R6381ae57042a43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171cf6521e42fa" /><Relationship Type="http://schemas.openxmlformats.org/officeDocument/2006/relationships/slideMaster" Target="/ppt/slideMasters/slideMaster1.xml" Id="R61ee31c6aa544f5f" /><Relationship Type="http://schemas.openxmlformats.org/officeDocument/2006/relationships/notesMaster" Target="/ppt/notesMasters/notesMaster1.xml" Id="R525e168e85114bcf" /><Relationship Type="http://schemas.openxmlformats.org/officeDocument/2006/relationships/presProps" Target="/ppt/presProps.xml" Id="Rf427e3a248444b03" /><Relationship Type="http://schemas.openxmlformats.org/officeDocument/2006/relationships/tableStyles" Target="/ppt/tableStyles.xml" Id="Rb86d739751004c2e" /><Relationship Type="http://schemas.openxmlformats.org/officeDocument/2006/relationships/slide" Target="/ppt/slides/slide1.xml" Id="Rf7567af511364824" /><Relationship Type="http://schemas.openxmlformats.org/officeDocument/2006/relationships/slide" Target="/ppt/slides/slide2.xml" Id="R5b5d6e1c2fcd428d" /><Relationship Type="http://schemas.openxmlformats.org/officeDocument/2006/relationships/slide" Target="/ppt/slides/slide3.xml" Id="R359610657ec74349" /><Relationship Type="http://schemas.openxmlformats.org/officeDocument/2006/relationships/slide" Target="/ppt/slides/slide4.xml" Id="R77743bee9ed946af" /><Relationship Type="http://schemas.openxmlformats.org/officeDocument/2006/relationships/slide" Target="/ppt/slides/slide5.xml" Id="R3c830a6196774386" /><Relationship Type="http://schemas.openxmlformats.org/officeDocument/2006/relationships/slide" Target="/ppt/slides/slide6.xml" Id="R3854598007934c73" /><Relationship Type="http://schemas.openxmlformats.org/officeDocument/2006/relationships/slide" Target="/ppt/slides/slide7.xml" Id="R170c226ff5b44da7" /><Relationship Type="http://schemas.openxmlformats.org/officeDocument/2006/relationships/slide" Target="/ppt/slides/slide8.xml" Id="R95ce9c3a3fab4ace" /><Relationship Type="http://schemas.openxmlformats.org/officeDocument/2006/relationships/slide" Target="/ppt/slides/slide9.xml" Id="Rfc62492f0c3242c4" /><Relationship Type="http://schemas.openxmlformats.org/officeDocument/2006/relationships/slide" Target="/ppt/slides/slide10.xml" Id="R4e04cf006af34c14" /><Relationship Type="http://schemas.openxmlformats.org/officeDocument/2006/relationships/slide" Target="/ppt/slides/slide11.xml" Id="Redc856b326824277" /><Relationship Type="http://schemas.openxmlformats.org/officeDocument/2006/relationships/slide" Target="/ppt/slides/slide12.xml" Id="R2b22c1c7daec429a" /><Relationship Type="http://schemas.openxmlformats.org/officeDocument/2006/relationships/slide" Target="/ppt/slides/slide13.xml" Id="Re80d9cc8c7e8478f" /><Relationship Type="http://schemas.openxmlformats.org/officeDocument/2006/relationships/slide" Target="/ppt/slides/slide14.xml" Id="R1753edb17e034f75" /><Relationship Type="http://schemas.openxmlformats.org/officeDocument/2006/relationships/slide" Target="/ppt/slides/slide15.xml" Id="R366335baf32e4a30" /><Relationship Type="http://schemas.openxmlformats.org/officeDocument/2006/relationships/slide" Target="/ppt/slides/slide16.xml" Id="R301991e3acbd4c20" /><Relationship Type="http://schemas.openxmlformats.org/officeDocument/2006/relationships/slide" Target="/ppt/slides/slide17.xml" Id="R94aaa1cac7e84456" /><Relationship Type="http://schemas.openxmlformats.org/officeDocument/2006/relationships/slide" Target="/ppt/slides/slide18.xml" Id="R656447cfa560468e" /><Relationship Type="http://schemas.openxmlformats.org/officeDocument/2006/relationships/slide" Target="/ppt/slides/slide19.xml" Id="R17e6cbeb8cc44a95" /><Relationship Type="http://schemas.openxmlformats.org/officeDocument/2006/relationships/slide" Target="/ppt/slides/slide20.xml" Id="Ra5b4e76274744c2c" /><Relationship Type="http://schemas.openxmlformats.org/officeDocument/2006/relationships/slide" Target="/ppt/slides/slide21.xml" Id="R2c34f497595e4bcf" /><Relationship Type="http://schemas.openxmlformats.org/officeDocument/2006/relationships/slide" Target="/ppt/slides/slide22.xml" Id="R4a6e9763934b4ac2" /><Relationship Type="http://schemas.openxmlformats.org/officeDocument/2006/relationships/slide" Target="/ppt/slides/slide23.xml" Id="Ra0c2c62e0f7742f6" /><Relationship Type="http://schemas.openxmlformats.org/officeDocument/2006/relationships/slide" Target="/ppt/slides/slide24.xml" Id="R3ecd435ec22847c7" /><Relationship Type="http://schemas.openxmlformats.org/officeDocument/2006/relationships/slide" Target="/ppt/slides/slide25.xml" Id="R44329e9a90ba4539" /><Relationship Type="http://schemas.openxmlformats.org/officeDocument/2006/relationships/slide" Target="/ppt/slides/slide26.xml" Id="R5542d89df0b64c4a" /><Relationship Type="http://schemas.openxmlformats.org/officeDocument/2006/relationships/slide" Target="/ppt/slides/slide27.xml" Id="R19b197990b2b419a" /><Relationship Type="http://schemas.openxmlformats.org/officeDocument/2006/relationships/slide" Target="/ppt/slides/slide28.xml" Id="Rf530ab0e73f64518" /><Relationship Type="http://schemas.openxmlformats.org/officeDocument/2006/relationships/slide" Target="/ppt/slides/slide29.xml" Id="R97267b70e7f04110" /><Relationship Type="http://schemas.openxmlformats.org/officeDocument/2006/relationships/slide" Target="/ppt/slides/slide30.xml" Id="Ra77435ba9b4043c9" /><Relationship Type="http://schemas.openxmlformats.org/officeDocument/2006/relationships/slide" Target="/ppt/slides/slide31.xml" Id="Read53c5e27194f61" /><Relationship Type="http://schemas.openxmlformats.org/officeDocument/2006/relationships/slide" Target="/ppt/slides/slide32.xml" Id="R935aa55f35be4289" /><Relationship Type="http://schemas.openxmlformats.org/officeDocument/2006/relationships/slide" Target="/ppt/slides/slide33.xml" Id="Rc9082002960546e3" /><Relationship Type="http://schemas.openxmlformats.org/officeDocument/2006/relationships/slide" Target="/ppt/slides/slide34.xml" Id="R6a0341cfefa94bc8" /><Relationship Type="http://schemas.openxmlformats.org/officeDocument/2006/relationships/slide" Target="/ppt/slides/slide35.xml" Id="R294edc8be3e948f1" /><Relationship Type="http://schemas.openxmlformats.org/officeDocument/2006/relationships/slide" Target="/ppt/slides/slide36.xml" Id="R35d16d4cf6754f73" /><Relationship Type="http://schemas.openxmlformats.org/officeDocument/2006/relationships/slide" Target="/ppt/slides/slide37.xml" Id="R5478abe6a5254d21" /><Relationship Type="http://schemas.openxmlformats.org/officeDocument/2006/relationships/slide" Target="/ppt/slides/slide38.xml" Id="R5d084f4cabbe4fe0" /><Relationship Type="http://schemas.openxmlformats.org/officeDocument/2006/relationships/slide" Target="/ppt/slides/slide39.xml" Id="Rd4604acf0a134356" /><Relationship Type="http://schemas.openxmlformats.org/officeDocument/2006/relationships/slide" Target="/ppt/slides/slide40.xml" Id="R46f17cc50e56429f" /><Relationship Type="http://schemas.openxmlformats.org/officeDocument/2006/relationships/slide" Target="/ppt/slides/slide41.xml" Id="R323e1be7386e443e" /><Relationship Type="http://schemas.openxmlformats.org/officeDocument/2006/relationships/slide" Target="/ppt/slides/slide42.xml" Id="R4461352e230f4abf" /><Relationship Type="http://schemas.openxmlformats.org/officeDocument/2006/relationships/slide" Target="/ppt/slides/slide43.xml" Id="Rc9b443e2049b48fc" /><Relationship Type="http://schemas.openxmlformats.org/officeDocument/2006/relationships/slide" Target="/ppt/slides/slide44.xml" Id="Rbb21bb3643344b0a" /><Relationship Type="http://schemas.openxmlformats.org/officeDocument/2006/relationships/slide" Target="/ppt/slides/slide45.xml" Id="R1ff2b3a9827b4e27" /><Relationship Type="http://schemas.openxmlformats.org/officeDocument/2006/relationships/slide" Target="/ppt/slides/slide46.xml" Id="Re1a79cd1114849af" /><Relationship Type="http://schemas.openxmlformats.org/officeDocument/2006/relationships/slide" Target="/ppt/slides/slide47.xml" Id="Rdf638b87dcec43fd" /><Relationship Type="http://schemas.openxmlformats.org/officeDocument/2006/relationships/slide" Target="/ppt/slides/slide48.xml" Id="R4aaea0fa16734e97" /><Relationship Type="http://schemas.openxmlformats.org/officeDocument/2006/relationships/slide" Target="/ppt/slides/slide49.xml" Id="R23fbed5aca01400f" /><Relationship Type="http://schemas.openxmlformats.org/officeDocument/2006/relationships/slide" Target="/ppt/slides/slide50.xml" Id="R698e6b29eacd4fb4" /><Relationship Type="http://schemas.openxmlformats.org/officeDocument/2006/relationships/slide" Target="/ppt/slides/slide51.xml" Id="R265893e77c5441dd" /><Relationship Type="http://schemas.openxmlformats.org/officeDocument/2006/relationships/slide" Target="/ppt/slides/slide52.xml" Id="R8c74a0631e4842e0" /><Relationship Type="http://schemas.openxmlformats.org/officeDocument/2006/relationships/slide" Target="/ppt/slides/slide53.xml" Id="R007c882b70c44765" /><Relationship Type="http://schemas.openxmlformats.org/officeDocument/2006/relationships/slide" Target="/ppt/slides/slide54.xml" Id="R8e789dbd378045f4" /><Relationship Type="http://schemas.openxmlformats.org/officeDocument/2006/relationships/slide" Target="/ppt/slides/slide55.xml" Id="R9a3b8b726c63447e" /><Relationship Type="http://schemas.openxmlformats.org/officeDocument/2006/relationships/slide" Target="/ppt/slides/slide56.xml" Id="R052c08c9f42e468f" /><Relationship Type="http://schemas.openxmlformats.org/officeDocument/2006/relationships/slide" Target="/ppt/slides/slide57.xml" Id="R58fd61b3c1e84c6c" /><Relationship Type="http://schemas.openxmlformats.org/officeDocument/2006/relationships/slide" Target="/ppt/slides/slide58.xml" Id="R23ffbca9472b4ef2" /><Relationship Type="http://schemas.openxmlformats.org/officeDocument/2006/relationships/slide" Target="/ppt/slides/slide59.xml" Id="R0f916a8596e648b2" /><Relationship Type="http://schemas.openxmlformats.org/officeDocument/2006/relationships/slide" Target="/ppt/slides/slide60.xml" Id="Rf3194b7d22774758" /><Relationship Type="http://schemas.openxmlformats.org/officeDocument/2006/relationships/slide" Target="/ppt/slides/slide61.xml" Id="Rebf51dafee314119" /><Relationship Type="http://schemas.openxmlformats.org/officeDocument/2006/relationships/slide" Target="/ppt/slides/slide62.xml" Id="R754166d1551f4466" /><Relationship Type="http://schemas.openxmlformats.org/officeDocument/2006/relationships/slide" Target="/ppt/slides/slide63.xml" Id="Rc42a971cf1024518" /><Relationship Type="http://schemas.openxmlformats.org/officeDocument/2006/relationships/slide" Target="/ppt/slides/slide64.xml" Id="Rc95e0db6e81346cd" /><Relationship Type="http://schemas.openxmlformats.org/officeDocument/2006/relationships/slide" Target="/ppt/slides/slide65.xml" Id="R5512e38861254b31" /><Relationship Type="http://schemas.openxmlformats.org/officeDocument/2006/relationships/slide" Target="/ppt/slides/slide66.xml" Id="Rf0f9b92279e04ad5" /><Relationship Type="http://schemas.openxmlformats.org/officeDocument/2006/relationships/slide" Target="/ppt/slides/slide67.xml" Id="R96656c6ef23b450c" /><Relationship Type="http://schemas.openxmlformats.org/officeDocument/2006/relationships/slide" Target="/ppt/slides/slide68.xml" Id="R9e64c10f8d8f43fb" /><Relationship Type="http://schemas.openxmlformats.org/officeDocument/2006/relationships/slide" Target="/ppt/slides/slide69.xml" Id="R923902fab72a4c37" /><Relationship Type="http://schemas.openxmlformats.org/officeDocument/2006/relationships/slide" Target="/ppt/slides/slide70.xml" Id="R511c0f9b6f6940ef" /><Relationship Type="http://schemas.openxmlformats.org/officeDocument/2006/relationships/slide" Target="/ppt/slides/slide71.xml" Id="R15299dac63934d1b" /><Relationship Type="http://schemas.openxmlformats.org/officeDocument/2006/relationships/slide" Target="/ppt/slides/slide72.xml" Id="Rd26cacec1e2048cb" /><Relationship Type="http://schemas.openxmlformats.org/officeDocument/2006/relationships/slide" Target="/ppt/slides/slide73.xml" Id="R57039d9dc07b4fb6" /><Relationship Type="http://schemas.openxmlformats.org/officeDocument/2006/relationships/slide" Target="/ppt/slides/slide74.xml" Id="Rf09b6aa7014d4607" /><Relationship Type="http://schemas.openxmlformats.org/officeDocument/2006/relationships/slide" Target="/ppt/slides/slide75.xml" Id="R79f7d3959ff743cd" /><Relationship Type="http://schemas.openxmlformats.org/officeDocument/2006/relationships/slide" Target="/ppt/slides/slide76.xml" Id="Rb7240d6f272045f4" /><Relationship Type="http://schemas.openxmlformats.org/officeDocument/2006/relationships/slide" Target="/ppt/slides/slide77.xml" Id="R227ab18eb9974d8b" /><Relationship Type="http://schemas.openxmlformats.org/officeDocument/2006/relationships/slide" Target="/ppt/slides/slide78.xml" Id="Rd9333474d85a45e0" /><Relationship Type="http://schemas.openxmlformats.org/officeDocument/2006/relationships/slide" Target="/ppt/slides/slide79.xml" Id="R3d7b72b82c8a4f5c" /><Relationship Type="http://schemas.openxmlformats.org/officeDocument/2006/relationships/slide" Target="/ppt/slides/slide80.xml" Id="R2c8646173079413c" /><Relationship Type="http://schemas.openxmlformats.org/officeDocument/2006/relationships/slide" Target="/ppt/slides/slide81.xml" Id="R693139b06fc34d5d" /><Relationship Type="http://schemas.openxmlformats.org/officeDocument/2006/relationships/slide" Target="/ppt/slides/slide82.xml" Id="Rd40cf43391784621" /><Relationship Type="http://schemas.openxmlformats.org/officeDocument/2006/relationships/slide" Target="/ppt/slides/slide83.xml" Id="R9754a72de9f84b8c" /><Relationship Type="http://schemas.openxmlformats.org/officeDocument/2006/relationships/slide" Target="/ppt/slides/slide84.xml" Id="Rcdde59206fbe4ca8" /><Relationship Type="http://schemas.openxmlformats.org/officeDocument/2006/relationships/slide" Target="/ppt/slides/slide85.xml" Id="R6f648c6bd21c4bc5" /><Relationship Type="http://schemas.openxmlformats.org/officeDocument/2006/relationships/slide" Target="/ppt/slides/slide86.xml" Id="Ree7cfbf89dc949fb" /><Relationship Type="http://schemas.openxmlformats.org/officeDocument/2006/relationships/slide" Target="/ppt/slides/slide87.xml" Id="R7c501aff7ff24ca2" /><Relationship Type="http://schemas.openxmlformats.org/officeDocument/2006/relationships/slide" Target="/ppt/slides/slide88.xml" Id="R2a99a903dde546dd" /><Relationship Type="http://schemas.openxmlformats.org/officeDocument/2006/relationships/slide" Target="/ppt/slides/slide89.xml" Id="R12fd80fed72d431b" /><Relationship Type="http://schemas.openxmlformats.org/officeDocument/2006/relationships/slide" Target="/ppt/slides/slide90.xml" Id="R5334c86252c54427" /><Relationship Type="http://schemas.openxmlformats.org/officeDocument/2006/relationships/slide" Target="/ppt/slides/slide91.xml" Id="R2699f8d361894069" /><Relationship Type="http://schemas.openxmlformats.org/officeDocument/2006/relationships/slide" Target="/ppt/slides/slide92.xml" Id="R60a5277c54ac40cc" /><Relationship Type="http://schemas.openxmlformats.org/officeDocument/2006/relationships/slide" Target="/ppt/slides/slide93.xml" Id="Rdf6a3bf6a5574d0f" /><Relationship Type="http://schemas.openxmlformats.org/officeDocument/2006/relationships/slide" Target="/ppt/slides/slide94.xml" Id="R312619071fc1424d" /><Relationship Type="http://schemas.openxmlformats.org/officeDocument/2006/relationships/slide" Target="/ppt/slides/slide95.xml" Id="Rc9323491d6bf4b5e" /><Relationship Type="http://schemas.openxmlformats.org/officeDocument/2006/relationships/slide" Target="/ppt/slides/slide96.xml" Id="R8fc9ee4d513d4616" /><Relationship Type="http://schemas.openxmlformats.org/officeDocument/2006/relationships/slide" Target="/ppt/slides/slide97.xml" Id="R441de07f784541f8" /><Relationship Type="http://schemas.openxmlformats.org/officeDocument/2006/relationships/slide" Target="/ppt/slides/slide98.xml" Id="R291df1554f6b4ba4" /><Relationship Type="http://schemas.openxmlformats.org/officeDocument/2006/relationships/slide" Target="/ppt/slides/slide99.xml" Id="R16d0b8a4265e4a66" /><Relationship Type="http://schemas.openxmlformats.org/officeDocument/2006/relationships/slide" Target="/ppt/slides/slide100.xml" Id="R5f9443713046479a" /><Relationship Type="http://schemas.openxmlformats.org/officeDocument/2006/relationships/slide" Target="/ppt/slides/slide101.xml" Id="Rba87629050624fb5" /><Relationship Type="http://schemas.openxmlformats.org/officeDocument/2006/relationships/slide" Target="/ppt/slides/slide102.xml" Id="Rd60da41d59be4488" /><Relationship Type="http://schemas.openxmlformats.org/officeDocument/2006/relationships/slide" Target="/ppt/slides/slide103.xml" Id="Re8324fc5c4df4eec" /><Relationship Type="http://schemas.openxmlformats.org/officeDocument/2006/relationships/slide" Target="/ppt/slides/slide104.xml" Id="R27f6a451f0f046f3" /><Relationship Type="http://schemas.openxmlformats.org/officeDocument/2006/relationships/slide" Target="/ppt/slides/slide105.xml" Id="Ra7269da0c90149f8" /><Relationship Type="http://schemas.openxmlformats.org/officeDocument/2006/relationships/slide" Target="/ppt/slides/slide106.xml" Id="Rbfdb99ac87fd4760" /><Relationship Type="http://schemas.openxmlformats.org/officeDocument/2006/relationships/slide" Target="/ppt/slides/slide107.xml" Id="Rdb67934d854349a4" /><Relationship Type="http://schemas.openxmlformats.org/officeDocument/2006/relationships/slide" Target="/ppt/slides/slide108.xml" Id="Re5d0f1f5c6f04969" /><Relationship Type="http://schemas.openxmlformats.org/officeDocument/2006/relationships/slide" Target="/ppt/slides/slide109.xml" Id="R23852058f4664f7e" /><Relationship Type="http://schemas.openxmlformats.org/officeDocument/2006/relationships/slide" Target="/ppt/slides/slide110.xml" Id="Rea69e7eab7164a05" /><Relationship Type="http://schemas.openxmlformats.org/officeDocument/2006/relationships/slide" Target="/ppt/slides/slide111.xml" Id="R5ac381e3f8cf4bd6" /><Relationship Type="http://schemas.openxmlformats.org/officeDocument/2006/relationships/slide" Target="/ppt/slides/slide112.xml" Id="R98c170eece314265" /><Relationship Type="http://schemas.openxmlformats.org/officeDocument/2006/relationships/slide" Target="/ppt/slides/slide113.xml" Id="Rb0221c0196394928" /><Relationship Type="http://schemas.openxmlformats.org/officeDocument/2006/relationships/slide" Target="/ppt/slides/slide114.xml" Id="Re09f4611071a4b77" /><Relationship Type="http://schemas.openxmlformats.org/officeDocument/2006/relationships/slide" Target="/ppt/slides/slide115.xml" Id="R63ec9a530beb47da" /><Relationship Type="http://schemas.openxmlformats.org/officeDocument/2006/relationships/slide" Target="/ppt/slides/slide116.xml" Id="R2b53262da8b24205" /><Relationship Type="http://schemas.openxmlformats.org/officeDocument/2006/relationships/slide" Target="/ppt/slides/slide117.xml" Id="Rcab6204644904e1c" /><Relationship Type="http://schemas.openxmlformats.org/officeDocument/2006/relationships/slide" Target="/ppt/slides/slide118.xml" Id="R5a4761768246463a" /><Relationship Type="http://schemas.openxmlformats.org/officeDocument/2006/relationships/slide" Target="/ppt/slides/slide119.xml" Id="R89c0db5faf714edf" /><Relationship Type="http://schemas.openxmlformats.org/officeDocument/2006/relationships/slide" Target="/ppt/slides/slide120.xml" Id="Refbf3e2b20254142" /><Relationship Type="http://schemas.openxmlformats.org/officeDocument/2006/relationships/slide" Target="/ppt/slides/slide121.xml" Id="Rfac1ccbec3d64b96" /><Relationship Type="http://schemas.openxmlformats.org/officeDocument/2006/relationships/slide" Target="/ppt/slides/slide122.xml" Id="Rd987b6a9fe414e7f" /><Relationship Type="http://schemas.openxmlformats.org/officeDocument/2006/relationships/slide" Target="/ppt/slides/slide123.xml" Id="R02fcb39456f544c0" /><Relationship Type="http://schemas.openxmlformats.org/officeDocument/2006/relationships/slide" Target="/ppt/slides/slide124.xml" Id="R88dbdbd8826b4c2a" /><Relationship Type="http://schemas.openxmlformats.org/officeDocument/2006/relationships/slide" Target="/ppt/slides/slide125.xml" Id="Rea7982d82dce442a" /><Relationship Type="http://schemas.openxmlformats.org/officeDocument/2006/relationships/slide" Target="/ppt/slides/slide126.xml" Id="R74e0d875de354f81" /><Relationship Type="http://schemas.openxmlformats.org/officeDocument/2006/relationships/slide" Target="/ppt/slides/slide127.xml" Id="R2153d4f709444ab5" /><Relationship Type="http://schemas.openxmlformats.org/officeDocument/2006/relationships/slide" Target="/ppt/slides/slide128.xml" Id="R513da27a0ef94113" /><Relationship Type="http://schemas.openxmlformats.org/officeDocument/2006/relationships/slide" Target="/ppt/slides/slide129.xml" Id="R3f289c3aa5f14dfb" /><Relationship Type="http://schemas.openxmlformats.org/officeDocument/2006/relationships/slide" Target="/ppt/slides/slide130.xml" Id="R6b5b2cc0b8e74b96" /><Relationship Type="http://schemas.openxmlformats.org/officeDocument/2006/relationships/slide" Target="/ppt/slides/slide131.xml" Id="R77b6c51efc124b1b" /><Relationship Type="http://schemas.openxmlformats.org/officeDocument/2006/relationships/slide" Target="/ppt/slides/slide132.xml" Id="R4c900f7afe394e64" /><Relationship Type="http://schemas.openxmlformats.org/officeDocument/2006/relationships/slide" Target="/ppt/slides/slide133.xml" Id="R9b5942d7a3d84161" /><Relationship Type="http://schemas.openxmlformats.org/officeDocument/2006/relationships/slide" Target="/ppt/slides/slide134.xml" Id="R3f5f786a156243ea" /><Relationship Type="http://schemas.openxmlformats.org/officeDocument/2006/relationships/slide" Target="/ppt/slides/slide135.xml" Id="Rcbd3b5024c7a4afa" /><Relationship Type="http://schemas.openxmlformats.org/officeDocument/2006/relationships/slide" Target="/ppt/slides/slide136.xml" Id="Rc98e9a0091374ab3" /><Relationship Type="http://schemas.openxmlformats.org/officeDocument/2006/relationships/slide" Target="/ppt/slides/slide137.xml" Id="Rc258d7c9f4984b9e" /><Relationship Type="http://schemas.openxmlformats.org/officeDocument/2006/relationships/slide" Target="/ppt/slides/slide138.xml" Id="R29bd1d8754ea4914" /><Relationship Type="http://schemas.openxmlformats.org/officeDocument/2006/relationships/slide" Target="/ppt/slides/slide139.xml" Id="Rc51cbc9bb34b4662" /><Relationship Type="http://schemas.openxmlformats.org/officeDocument/2006/relationships/slide" Target="/ppt/slides/slide140.xml" Id="R99b9792502054233" /><Relationship Type="http://schemas.openxmlformats.org/officeDocument/2006/relationships/slide" Target="/ppt/slides/slide141.xml" Id="R5029867f38874765" /><Relationship Type="http://schemas.openxmlformats.org/officeDocument/2006/relationships/slide" Target="/ppt/slides/slide142.xml" Id="R813868c28162444a" /><Relationship Type="http://schemas.openxmlformats.org/officeDocument/2006/relationships/slide" Target="/ppt/slides/slide143.xml" Id="Rf3633b168a164592" /><Relationship Type="http://schemas.openxmlformats.org/officeDocument/2006/relationships/slide" Target="/ppt/slides/slide144.xml" Id="Re74b001378144316" /><Relationship Type="http://schemas.openxmlformats.org/officeDocument/2006/relationships/slide" Target="/ppt/slides/slide145.xml" Id="Rbc6da3bb9d224330" /><Relationship Type="http://schemas.openxmlformats.org/officeDocument/2006/relationships/slide" Target="/ppt/slides/slide146.xml" Id="Rdfa7834f7e1a403b" /><Relationship Type="http://schemas.openxmlformats.org/officeDocument/2006/relationships/slide" Target="/ppt/slides/slide147.xml" Id="Rb2ddda544f7e46e3" /><Relationship Type="http://schemas.openxmlformats.org/officeDocument/2006/relationships/slide" Target="/ppt/slides/slide148.xml" Id="Rd7e7d982d2594aec" /><Relationship Type="http://schemas.openxmlformats.org/officeDocument/2006/relationships/slide" Target="/ppt/slides/slide149.xml" Id="R30a7ddfa59d24530" /><Relationship Type="http://schemas.openxmlformats.org/officeDocument/2006/relationships/slide" Target="/ppt/slides/slide150.xml" Id="Rcd8f066cbe50405a" /><Relationship Type="http://schemas.openxmlformats.org/officeDocument/2006/relationships/slide" Target="/ppt/slides/slide151.xml" Id="Ra44c227f5e2c417a" /><Relationship Type="http://schemas.openxmlformats.org/officeDocument/2006/relationships/slide" Target="/ppt/slides/slide152.xml" Id="Rbee2bff0724d4cae" /><Relationship Type="http://schemas.openxmlformats.org/officeDocument/2006/relationships/slide" Target="/ppt/slides/slide153.xml" Id="Rf9d1eb00b89b46fe" /><Relationship Type="http://schemas.openxmlformats.org/officeDocument/2006/relationships/slide" Target="/ppt/slides/slide154.xml" Id="Re01c25df807342af" /><Relationship Type="http://schemas.openxmlformats.org/officeDocument/2006/relationships/slide" Target="/ppt/slides/slide155.xml" Id="R67e8f038c0b84873" /><Relationship Type="http://schemas.openxmlformats.org/officeDocument/2006/relationships/slide" Target="/ppt/slides/slide156.xml" Id="Rb5a3caea1f074bf3" /><Relationship Type="http://schemas.openxmlformats.org/officeDocument/2006/relationships/slide" Target="/ppt/slides/slide157.xml" Id="Re10cbfe07a424640" /><Relationship Type="http://schemas.openxmlformats.org/officeDocument/2006/relationships/slide" Target="/ppt/slides/slide158.xml" Id="R719dbf21ed7e4d9f" /><Relationship Type="http://schemas.openxmlformats.org/officeDocument/2006/relationships/slide" Target="/ppt/slides/slide159.xml" Id="R0a135cf827b443d7" /><Relationship Type="http://schemas.openxmlformats.org/officeDocument/2006/relationships/slide" Target="/ppt/slides/slide160.xml" Id="R8b305ba49d5a4b4e" /><Relationship Type="http://schemas.openxmlformats.org/officeDocument/2006/relationships/slide" Target="/ppt/slides/slide161.xml" Id="R96df8b9df00d4253" /><Relationship Type="http://schemas.openxmlformats.org/officeDocument/2006/relationships/slide" Target="/ppt/slides/slide162.xml" Id="Reffdf26ed35a46a2" /><Relationship Type="http://schemas.openxmlformats.org/officeDocument/2006/relationships/slide" Target="/ppt/slides/slide163.xml" Id="R2a7ad39bd8034d60" /><Relationship Type="http://schemas.openxmlformats.org/officeDocument/2006/relationships/slide" Target="/ppt/slides/slide164.xml" Id="R6e438da43eba41e2" /><Relationship Type="http://schemas.openxmlformats.org/officeDocument/2006/relationships/slide" Target="/ppt/slides/slide165.xml" Id="Rc723df013faf4c01" /><Relationship Type="http://schemas.openxmlformats.org/officeDocument/2006/relationships/slide" Target="/ppt/slides/slide166.xml" Id="Raaad909657964b99" /><Relationship Type="http://schemas.openxmlformats.org/officeDocument/2006/relationships/slide" Target="/ppt/slides/slide167.xml" Id="Rbb5654ebe08e4840" /><Relationship Type="http://schemas.openxmlformats.org/officeDocument/2006/relationships/slide" Target="/ppt/slides/slide168.xml" Id="Re7fcffed434c4c6d" /><Relationship Type="http://schemas.openxmlformats.org/officeDocument/2006/relationships/slide" Target="/ppt/slides/slide169.xml" Id="R69cedfc42a3646f5" /><Relationship Type="http://schemas.openxmlformats.org/officeDocument/2006/relationships/slide" Target="/ppt/slides/slide170.xml" Id="Rbf1b5e9d1d684f28" /><Relationship Type="http://schemas.openxmlformats.org/officeDocument/2006/relationships/slide" Target="/ppt/slides/slide171.xml" Id="R9c056d49d8854d81" /><Relationship Type="http://schemas.openxmlformats.org/officeDocument/2006/relationships/slide" Target="/ppt/slides/slide172.xml" Id="R89aef265d4034363" /><Relationship Type="http://schemas.openxmlformats.org/officeDocument/2006/relationships/slide" Target="/ppt/slides/slide173.xml" Id="R4cf098124444404a" /><Relationship Type="http://schemas.openxmlformats.org/officeDocument/2006/relationships/slide" Target="/ppt/slides/slide174.xml" Id="Rae54bdb3644b4c28" /><Relationship Type="http://schemas.openxmlformats.org/officeDocument/2006/relationships/slide" Target="/ppt/slides/slide175.xml" Id="R39e04105aeb54956" /><Relationship Type="http://schemas.openxmlformats.org/officeDocument/2006/relationships/slide" Target="/ppt/slides/slide176.xml" Id="R20062576b9964c8d" /><Relationship Type="http://schemas.openxmlformats.org/officeDocument/2006/relationships/slide" Target="/ppt/slides/slide177.xml" Id="Rd5ef13cc08dd4a77" /><Relationship Type="http://schemas.openxmlformats.org/officeDocument/2006/relationships/slide" Target="/ppt/slides/slide178.xml" Id="Rc546e72407094f8c" /><Relationship Type="http://schemas.openxmlformats.org/officeDocument/2006/relationships/slide" Target="/ppt/slides/slide179.xml" Id="R6b498d00e33a4b0c" /><Relationship Type="http://schemas.openxmlformats.org/officeDocument/2006/relationships/slide" Target="/ppt/slides/slide180.xml" Id="Rd75662e02bc14ab4" /><Relationship Type="http://schemas.openxmlformats.org/officeDocument/2006/relationships/slide" Target="/ppt/slides/slide181.xml" Id="Rb25eaa573d4f4328" /><Relationship Type="http://schemas.openxmlformats.org/officeDocument/2006/relationships/slide" Target="/ppt/slides/slide182.xml" Id="R1298a2a8ca71450b" /><Relationship Type="http://schemas.openxmlformats.org/officeDocument/2006/relationships/slide" Target="/ppt/slides/slide183.xml" Id="R860820e76f594c15" /><Relationship Type="http://schemas.openxmlformats.org/officeDocument/2006/relationships/slide" Target="/ppt/slides/slide184.xml" Id="Rbcff0a1182284bf4" /><Relationship Type="http://schemas.openxmlformats.org/officeDocument/2006/relationships/slide" Target="/ppt/slides/slide185.xml" Id="R717cb6b185a64584" /><Relationship Type="http://schemas.openxmlformats.org/officeDocument/2006/relationships/slide" Target="/ppt/slides/slide186.xml" Id="Rb11f1f4f7a91412d" /><Relationship Type="http://schemas.openxmlformats.org/officeDocument/2006/relationships/slide" Target="/ppt/slides/slide187.xml" Id="R58a2e41f740744fd" /><Relationship Type="http://schemas.openxmlformats.org/officeDocument/2006/relationships/slide" Target="/ppt/slides/slide188.xml" Id="R81e492ee662144f6" /><Relationship Type="http://schemas.openxmlformats.org/officeDocument/2006/relationships/slide" Target="/ppt/slides/slide189.xml" Id="R48b8742c381a4bf9" /><Relationship Type="http://schemas.openxmlformats.org/officeDocument/2006/relationships/slide" Target="/ppt/slides/slide190.xml" Id="Rc39a3c9fd0ef493d" /><Relationship Type="http://schemas.openxmlformats.org/officeDocument/2006/relationships/slide" Target="/ppt/slides/slide191.xml" Id="Red3f6ae066134918" /><Relationship Type="http://schemas.openxmlformats.org/officeDocument/2006/relationships/slide" Target="/ppt/slides/slide192.xml" Id="R546973c1b86a4d7e" /><Relationship Type="http://schemas.openxmlformats.org/officeDocument/2006/relationships/slide" Target="/ppt/slides/slide193.xml" Id="R6381ae57042a43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d5c989c0db42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59d5ef62c44625" /><Relationship Type="http://schemas.openxmlformats.org/officeDocument/2006/relationships/notesMaster" Target="/ppt/notesMasters/notesMaster1.xml" Id="R056591275ea549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c90eda56fd4d95" /><Relationship Type="http://schemas.openxmlformats.org/officeDocument/2006/relationships/notesMaster" Target="/ppt/notesMasters/notesMaster1.xml" Id="R41d71bf0de8e46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248e34e51d4ef8" /><Relationship Type="http://schemas.openxmlformats.org/officeDocument/2006/relationships/notesMaster" Target="/ppt/notesMasters/notesMaster1.xml" Id="Re5b01cf1242b4d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2b0573b0114a98" /><Relationship Type="http://schemas.openxmlformats.org/officeDocument/2006/relationships/notesMaster" Target="/ppt/notesMasters/notesMaster1.xml" Id="R59431becc71946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163252cdb14ffc" /><Relationship Type="http://schemas.openxmlformats.org/officeDocument/2006/relationships/notesMaster" Target="/ppt/notesMasters/notesMaster1.xml" Id="R8395753d417749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97bcb6cd604400" /><Relationship Type="http://schemas.openxmlformats.org/officeDocument/2006/relationships/notesMaster" Target="/ppt/notesMasters/notesMaster1.xml" Id="R8f72c26a8ce941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7a0afc172f4ddc" /><Relationship Type="http://schemas.openxmlformats.org/officeDocument/2006/relationships/notesMaster" Target="/ppt/notesMasters/notesMaster1.xml" Id="R2df12e73507647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98afef3bed4bf0" /><Relationship Type="http://schemas.openxmlformats.org/officeDocument/2006/relationships/notesMaster" Target="/ppt/notesMasters/notesMaster1.xml" Id="R3088a6e10aac44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1c1858f9ba47bd" /><Relationship Type="http://schemas.openxmlformats.org/officeDocument/2006/relationships/notesMaster" Target="/ppt/notesMasters/notesMaster1.xml" Id="R7993b1f7738249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839853714e4c96" /><Relationship Type="http://schemas.openxmlformats.org/officeDocument/2006/relationships/notesMaster" Target="/ppt/notesMasters/notesMaster1.xml" Id="R3a7ee33e473345a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47a991075d466c" /><Relationship Type="http://schemas.openxmlformats.org/officeDocument/2006/relationships/notesMaster" Target="/ppt/notesMasters/notesMaster1.xml" Id="R706f4aab559a42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f90210368094426" /><Relationship Type="http://schemas.openxmlformats.org/officeDocument/2006/relationships/notesMaster" Target="/ppt/notesMasters/notesMaster1.xml" Id="R1d1356910e78411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3802393bc164a02" /><Relationship Type="http://schemas.openxmlformats.org/officeDocument/2006/relationships/notesMaster" Target="/ppt/notesMasters/notesMaster1.xml" Id="R74f677c5440b405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9d18592ad6848ff" /><Relationship Type="http://schemas.openxmlformats.org/officeDocument/2006/relationships/notesMaster" Target="/ppt/notesMasters/notesMaster1.xml" Id="Rc16a75631e4b4ba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65c0c23c3bc4662" /><Relationship Type="http://schemas.openxmlformats.org/officeDocument/2006/relationships/notesMaster" Target="/ppt/notesMasters/notesMaster1.xml" Id="R61567102671b410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6ac0589a6114d76" /><Relationship Type="http://schemas.openxmlformats.org/officeDocument/2006/relationships/notesMaster" Target="/ppt/notesMasters/notesMaster1.xml" Id="Rc75ff13483f3471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f28e19761f248ba" /><Relationship Type="http://schemas.openxmlformats.org/officeDocument/2006/relationships/notesMaster" Target="/ppt/notesMasters/notesMaster1.xml" Id="R3551519a28d04e7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38d7c4b481943c8" /><Relationship Type="http://schemas.openxmlformats.org/officeDocument/2006/relationships/notesMaster" Target="/ppt/notesMasters/notesMaster1.xml" Id="R055d97dd0e154cf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441f19d17c54efb" /><Relationship Type="http://schemas.openxmlformats.org/officeDocument/2006/relationships/notesMaster" Target="/ppt/notesMasters/notesMaster1.xml" Id="R30e6d63f457b450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4c7e27a240b47d3" /><Relationship Type="http://schemas.openxmlformats.org/officeDocument/2006/relationships/notesMaster" Target="/ppt/notesMasters/notesMaster1.xml" Id="Rea0c3c2c6b3e4c1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e53b41c11824b5e" /><Relationship Type="http://schemas.openxmlformats.org/officeDocument/2006/relationships/notesMaster" Target="/ppt/notesMasters/notesMaster1.xml" Id="R922fa3c3f32649c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9575bd8f82245db" /><Relationship Type="http://schemas.openxmlformats.org/officeDocument/2006/relationships/notesMaster" Target="/ppt/notesMasters/notesMaster1.xml" Id="Red598c803b3c400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7276bc6845b40ee" /><Relationship Type="http://schemas.openxmlformats.org/officeDocument/2006/relationships/notesMaster" Target="/ppt/notesMasters/notesMaster1.xml" Id="R37a8f2f34ef8433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49459e3f5bd45f7" /><Relationship Type="http://schemas.openxmlformats.org/officeDocument/2006/relationships/notesMaster" Target="/ppt/notesMasters/notesMaster1.xml" Id="Rde41b6fb2c424c1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b038fb9af8c477e" /><Relationship Type="http://schemas.openxmlformats.org/officeDocument/2006/relationships/notesMaster" Target="/ppt/notesMasters/notesMaster1.xml" Id="Rf44813379454468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400279e328e4c6b" /><Relationship Type="http://schemas.openxmlformats.org/officeDocument/2006/relationships/notesMaster" Target="/ppt/notesMasters/notesMaster1.xml" Id="Rc4c4df53fb95404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3dcbe4b9ac249b3" /><Relationship Type="http://schemas.openxmlformats.org/officeDocument/2006/relationships/notesMaster" Target="/ppt/notesMasters/notesMaster1.xml" Id="R179cd486a80346e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352345592ff43e3" /><Relationship Type="http://schemas.openxmlformats.org/officeDocument/2006/relationships/notesMaster" Target="/ppt/notesMasters/notesMaster1.xml" Id="Rb7109e8cde944a4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e84fee60d874997" /><Relationship Type="http://schemas.openxmlformats.org/officeDocument/2006/relationships/notesMaster" Target="/ppt/notesMasters/notesMaster1.xml" Id="Rb4743e28c5cd4fd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5d4a9e6b8b143f1" /><Relationship Type="http://schemas.openxmlformats.org/officeDocument/2006/relationships/notesMaster" Target="/ppt/notesMasters/notesMaster1.xml" Id="R917368cfe7b0428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4d826386b2b4de8" /><Relationship Type="http://schemas.openxmlformats.org/officeDocument/2006/relationships/notesMaster" Target="/ppt/notesMasters/notesMaster1.xml" Id="Rd8cb3ef7b52e434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535af53c23149e2" /><Relationship Type="http://schemas.openxmlformats.org/officeDocument/2006/relationships/notesMaster" Target="/ppt/notesMasters/notesMaster1.xml" Id="Rc836a35fcd9c48c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ddc7d50fa9f4505" /><Relationship Type="http://schemas.openxmlformats.org/officeDocument/2006/relationships/notesMaster" Target="/ppt/notesMasters/notesMaster1.xml" Id="Rfff59ce130b140e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0053600fc344ad4" /><Relationship Type="http://schemas.openxmlformats.org/officeDocument/2006/relationships/notesMaster" Target="/ppt/notesMasters/notesMaster1.xml" Id="R5b6b9b32d7eb44d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95c3fe253084ba3" /><Relationship Type="http://schemas.openxmlformats.org/officeDocument/2006/relationships/notesMaster" Target="/ppt/notesMasters/notesMaster1.xml" Id="Rc087de77e6bf40e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64d88adca2b4b66" /><Relationship Type="http://schemas.openxmlformats.org/officeDocument/2006/relationships/notesMaster" Target="/ppt/notesMasters/notesMaster1.xml" Id="Rc4b3ae6897d247a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6d98534128e402e" /><Relationship Type="http://schemas.openxmlformats.org/officeDocument/2006/relationships/notesMaster" Target="/ppt/notesMasters/notesMaster1.xml" Id="Ra3f37d465b4b488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e22411285b644e0" /><Relationship Type="http://schemas.openxmlformats.org/officeDocument/2006/relationships/notesMaster" Target="/ppt/notesMasters/notesMaster1.xml" Id="R10de7f021f95424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d00e226b51d4ea5" /><Relationship Type="http://schemas.openxmlformats.org/officeDocument/2006/relationships/notesMaster" Target="/ppt/notesMasters/notesMaster1.xml" Id="R65b4d339a0384a2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3cb01f108b54e75" /><Relationship Type="http://schemas.openxmlformats.org/officeDocument/2006/relationships/notesMaster" Target="/ppt/notesMasters/notesMaster1.xml" Id="R05fb44cd78e6407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9ca3cc3fdcfe45d9" /><Relationship Type="http://schemas.openxmlformats.org/officeDocument/2006/relationships/notesMaster" Target="/ppt/notesMasters/notesMaster1.xml" Id="Rd6f9fe5c757448b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07b195366494345" /><Relationship Type="http://schemas.openxmlformats.org/officeDocument/2006/relationships/notesMaster" Target="/ppt/notesMasters/notesMaster1.xml" Id="Rbb6c1b29ceaa4301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94261b309c0f4817" /><Relationship Type="http://schemas.openxmlformats.org/officeDocument/2006/relationships/notesMaster" Target="/ppt/notesMasters/notesMaster1.xml" Id="Rc9396724ae064bc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c94d964da054fdd" /><Relationship Type="http://schemas.openxmlformats.org/officeDocument/2006/relationships/notesMaster" Target="/ppt/notesMasters/notesMaster1.xml" Id="R0c8cf92393ac49a7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dd6d95edbdae474a" /><Relationship Type="http://schemas.openxmlformats.org/officeDocument/2006/relationships/notesMaster" Target="/ppt/notesMasters/notesMaster1.xml" Id="R64e68343d46a4d39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03647395859b420a" /><Relationship Type="http://schemas.openxmlformats.org/officeDocument/2006/relationships/notesMaster" Target="/ppt/notesMasters/notesMaster1.xml" Id="Raaa94a3763684cd7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c7162534942849c2" /><Relationship Type="http://schemas.openxmlformats.org/officeDocument/2006/relationships/notesMaster" Target="/ppt/notesMasters/notesMaster1.xml" Id="R56e9502154bc4e03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611b6293b1a74954" /><Relationship Type="http://schemas.openxmlformats.org/officeDocument/2006/relationships/notesMaster" Target="/ppt/notesMasters/notesMaster1.xml" Id="Ra2a93a9a456541b9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84d9149a681648cc" /><Relationship Type="http://schemas.openxmlformats.org/officeDocument/2006/relationships/notesMaster" Target="/ppt/notesMasters/notesMaster1.xml" Id="R6a6238f98a774472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4f802523ec548fc" /><Relationship Type="http://schemas.openxmlformats.org/officeDocument/2006/relationships/notesMaster" Target="/ppt/notesMasters/notesMaster1.xml" Id="R52222c3dd99d4674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6c39f8c7ebf34427" /><Relationship Type="http://schemas.openxmlformats.org/officeDocument/2006/relationships/notesMaster" Target="/ppt/notesMasters/notesMaster1.xml" Id="R9223082153144c29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8840ae79f96e4ee6" /><Relationship Type="http://schemas.openxmlformats.org/officeDocument/2006/relationships/notesMaster" Target="/ppt/notesMasters/notesMaster1.xml" Id="Rbc689dd683f4425c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1c7121dd278c4c16" /><Relationship Type="http://schemas.openxmlformats.org/officeDocument/2006/relationships/notesMaster" Target="/ppt/notesMasters/notesMaster1.xml" Id="R9a4a8860c6444171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1f02ad520eb94d55" /><Relationship Type="http://schemas.openxmlformats.org/officeDocument/2006/relationships/notesMaster" Target="/ppt/notesMasters/notesMaster1.xml" Id="Ra88d5b2d5910497b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8762c6f8f6c44f6d" /><Relationship Type="http://schemas.openxmlformats.org/officeDocument/2006/relationships/notesMaster" Target="/ppt/notesMasters/notesMaster1.xml" Id="Reea9968c2dbd4c2a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2a45d88bd0d14c4b" /><Relationship Type="http://schemas.openxmlformats.org/officeDocument/2006/relationships/notesMaster" Target="/ppt/notesMasters/notesMaster1.xml" Id="Ra72b94bb0ca948cc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0f8600ad07ad4a71" /><Relationship Type="http://schemas.openxmlformats.org/officeDocument/2006/relationships/notesMaster" Target="/ppt/notesMasters/notesMaster1.xml" Id="Rda6f2070215d45c2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e7243715814b4f49" /><Relationship Type="http://schemas.openxmlformats.org/officeDocument/2006/relationships/notesMaster" Target="/ppt/notesMasters/notesMaster1.xml" Id="Re1b2a240e7f9433a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6296293a605344ce" /><Relationship Type="http://schemas.openxmlformats.org/officeDocument/2006/relationships/notesMaster" Target="/ppt/notesMasters/notesMaster1.xml" Id="R0cc0ee832b314c1f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e998615b0ee74b2f" /><Relationship Type="http://schemas.openxmlformats.org/officeDocument/2006/relationships/notesMaster" Target="/ppt/notesMasters/notesMaster1.xml" Id="R321c8322440c44f3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0532d7f84e2247cc" /><Relationship Type="http://schemas.openxmlformats.org/officeDocument/2006/relationships/notesMaster" Target="/ppt/notesMasters/notesMaster1.xml" Id="R9406df34cc244181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ec3f38a3018b4baf" /><Relationship Type="http://schemas.openxmlformats.org/officeDocument/2006/relationships/notesMaster" Target="/ppt/notesMasters/notesMaster1.xml" Id="Rc4bafadef9a34d4e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1d21f3cbb4414ce0" /><Relationship Type="http://schemas.openxmlformats.org/officeDocument/2006/relationships/notesMaster" Target="/ppt/notesMasters/notesMaster1.xml" Id="R88aeb30ca06a4030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ab6cf0487e164586" /><Relationship Type="http://schemas.openxmlformats.org/officeDocument/2006/relationships/notesMaster" Target="/ppt/notesMasters/notesMaster1.xml" Id="Rf2986323717a456e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3641ceb06e4a4d5b" /><Relationship Type="http://schemas.openxmlformats.org/officeDocument/2006/relationships/notesMaster" Target="/ppt/notesMasters/notesMaster1.xml" Id="R7b5cbbecd2de483a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114adee5aaff4693" /><Relationship Type="http://schemas.openxmlformats.org/officeDocument/2006/relationships/notesMaster" Target="/ppt/notesMasters/notesMaster1.xml" Id="Rba3d1f389ea142e8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d65ea4fbc37c4aef" /><Relationship Type="http://schemas.openxmlformats.org/officeDocument/2006/relationships/notesMaster" Target="/ppt/notesMasters/notesMaster1.xml" Id="Rfd6bdab5fc9a4b0e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3920523b356241af" /><Relationship Type="http://schemas.openxmlformats.org/officeDocument/2006/relationships/notesMaster" Target="/ppt/notesMasters/notesMaster1.xml" Id="Rea5731430cfb4ac4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f62718205d564f80" /><Relationship Type="http://schemas.openxmlformats.org/officeDocument/2006/relationships/notesMaster" Target="/ppt/notesMasters/notesMaster1.xml" Id="Rfe7e76a0582846af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88d3765fc3b34ecc" /><Relationship Type="http://schemas.openxmlformats.org/officeDocument/2006/relationships/notesMaster" Target="/ppt/notesMasters/notesMaster1.xml" Id="R17ef1cbb9a85442d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8421d1ad7a5c4d55" /><Relationship Type="http://schemas.openxmlformats.org/officeDocument/2006/relationships/notesMaster" Target="/ppt/notesMasters/notesMaster1.xml" Id="R54b681ed5e2e4514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56e998992b3d4fb0" /><Relationship Type="http://schemas.openxmlformats.org/officeDocument/2006/relationships/notesMaster" Target="/ppt/notesMasters/notesMaster1.xml" Id="R2f027f2ffb40429a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72ae99ce404b4cd8" /><Relationship Type="http://schemas.openxmlformats.org/officeDocument/2006/relationships/notesMaster" Target="/ppt/notesMasters/notesMaster1.xml" Id="R7ec2ca86b86146cb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06232fbfbb76487e" /><Relationship Type="http://schemas.openxmlformats.org/officeDocument/2006/relationships/notesMaster" Target="/ppt/notesMasters/notesMaster1.xml" Id="Rb2fcae3143ae4fe1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0f961b83892a43cf" /><Relationship Type="http://schemas.openxmlformats.org/officeDocument/2006/relationships/notesMaster" Target="/ppt/notesMasters/notesMaster1.xml" Id="Rcd0ebc129f4a4dc3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b987820597094dcd" /><Relationship Type="http://schemas.openxmlformats.org/officeDocument/2006/relationships/notesMaster" Target="/ppt/notesMasters/notesMaster1.xml" Id="Rd8348ac489fe4cbf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1368398f8853440f" /><Relationship Type="http://schemas.openxmlformats.org/officeDocument/2006/relationships/notesMaster" Target="/ppt/notesMasters/notesMaster1.xml" Id="R239fa70e452d4cc2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ad94fd5396d44ffe" /><Relationship Type="http://schemas.openxmlformats.org/officeDocument/2006/relationships/notesMaster" Target="/ppt/notesMasters/notesMaster1.xml" Id="R35b597d362784bb8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c58f51a685e9409f" /><Relationship Type="http://schemas.openxmlformats.org/officeDocument/2006/relationships/notesMaster" Target="/ppt/notesMasters/notesMaster1.xml" Id="R46ae62e4d2a34203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d077ed0b7e054976" /><Relationship Type="http://schemas.openxmlformats.org/officeDocument/2006/relationships/notesMaster" Target="/ppt/notesMasters/notesMaster1.xml" Id="R6e812f0a3bba49e8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5842c3018b414f27" /><Relationship Type="http://schemas.openxmlformats.org/officeDocument/2006/relationships/notesMaster" Target="/ppt/notesMasters/notesMaster1.xml" Id="R839bd18eac6c4427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0b4a071391e14d43" /><Relationship Type="http://schemas.openxmlformats.org/officeDocument/2006/relationships/notesMaster" Target="/ppt/notesMasters/notesMaster1.xml" Id="Re2b9217b39624c24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01d50f21bc32466a" /><Relationship Type="http://schemas.openxmlformats.org/officeDocument/2006/relationships/notesMaster" Target="/ppt/notesMasters/notesMaster1.xml" Id="R0f6036940649407a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0ff1b8e8d93d4153" /><Relationship Type="http://schemas.openxmlformats.org/officeDocument/2006/relationships/notesMaster" Target="/ppt/notesMasters/notesMaster1.xml" Id="R0bec3e64261b41fb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3173018b67514ac3" /><Relationship Type="http://schemas.openxmlformats.org/officeDocument/2006/relationships/notesMaster" Target="/ppt/notesMasters/notesMaster1.xml" Id="R7eb93f03595d4bf0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c422522d365742c6" /><Relationship Type="http://schemas.openxmlformats.org/officeDocument/2006/relationships/notesMaster" Target="/ppt/notesMasters/notesMaster1.xml" Id="Re99adb796559458e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c8f63c543612426c" /><Relationship Type="http://schemas.openxmlformats.org/officeDocument/2006/relationships/notesMaster" Target="/ppt/notesMasters/notesMaster1.xml" Id="R6b79e29325714998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631474a34da64a56" /><Relationship Type="http://schemas.openxmlformats.org/officeDocument/2006/relationships/notesMaster" Target="/ppt/notesMasters/notesMaster1.xml" Id="Ra0c5d06523d241c4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1eb38307704e40df" /><Relationship Type="http://schemas.openxmlformats.org/officeDocument/2006/relationships/notesMaster" Target="/ppt/notesMasters/notesMaster1.xml" Id="Rc384c0ad1140414e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9e573f1ec32e4906" /><Relationship Type="http://schemas.openxmlformats.org/officeDocument/2006/relationships/notesMaster" Target="/ppt/notesMasters/notesMaster1.xml" Id="Rbb2f9ad3d585456d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186b13a1c6774d3e" /><Relationship Type="http://schemas.openxmlformats.org/officeDocument/2006/relationships/notesMaster" Target="/ppt/notesMasters/notesMaster1.xml" Id="Rfdbd9b2ccc1c4e5b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2b7be299001e41b4" /><Relationship Type="http://schemas.openxmlformats.org/officeDocument/2006/relationships/notesMaster" Target="/ppt/notesMasters/notesMaster1.xml" Id="R146b1dbe51844543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def73aecc53d466f" /><Relationship Type="http://schemas.openxmlformats.org/officeDocument/2006/relationships/notesMaster" Target="/ppt/notesMasters/notesMaster1.xml" Id="Rc967c7504dd94298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5b05da75c74a49c6" /><Relationship Type="http://schemas.openxmlformats.org/officeDocument/2006/relationships/notesMaster" Target="/ppt/notesMasters/notesMaster1.xml" Id="Rb4daa6f215c643ee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7ea40a221ce7416b" /><Relationship Type="http://schemas.openxmlformats.org/officeDocument/2006/relationships/notesMaster" Target="/ppt/notesMasters/notesMaster1.xml" Id="R862d487723e24596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e0517a7a7f7246ec" /><Relationship Type="http://schemas.openxmlformats.org/officeDocument/2006/relationships/notesMaster" Target="/ppt/notesMasters/notesMaster1.xml" Id="R113789a4bde24c12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1f0b9fee82e2440e" /><Relationship Type="http://schemas.openxmlformats.org/officeDocument/2006/relationships/notesMaster" Target="/ppt/notesMasters/notesMaster1.xml" Id="R84516db3abea4072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33910a594f2b46de" /><Relationship Type="http://schemas.openxmlformats.org/officeDocument/2006/relationships/notesMaster" Target="/ppt/notesMasters/notesMaster1.xml" Id="R4852a76d5c784e01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7a48021288564079" /><Relationship Type="http://schemas.openxmlformats.org/officeDocument/2006/relationships/notesMaster" Target="/ppt/notesMasters/notesMaster1.xml" Id="R495768baf45e4a01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b6572d2af9f14322" /><Relationship Type="http://schemas.openxmlformats.org/officeDocument/2006/relationships/notesMaster" Target="/ppt/notesMasters/notesMaster1.xml" Id="Ra8da26220b174eae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5ae957361bb6468d" /><Relationship Type="http://schemas.openxmlformats.org/officeDocument/2006/relationships/notesMaster" Target="/ppt/notesMasters/notesMaster1.xml" Id="R2cd3925c4af34c8e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d594765134494acb" /><Relationship Type="http://schemas.openxmlformats.org/officeDocument/2006/relationships/notesMaster" Target="/ppt/notesMasters/notesMaster1.xml" Id="R3a24306b68b341a5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a8d27d7206d142f0" /><Relationship Type="http://schemas.openxmlformats.org/officeDocument/2006/relationships/notesMaster" Target="/ppt/notesMasters/notesMaster1.xml" Id="Rb026dde20b544e11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8a15a125c9264144" /><Relationship Type="http://schemas.openxmlformats.org/officeDocument/2006/relationships/notesMaster" Target="/ppt/notesMasters/notesMaster1.xml" Id="R2a7eb1bc4ba44cb2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9ace645a05994771" /><Relationship Type="http://schemas.openxmlformats.org/officeDocument/2006/relationships/notesMaster" Target="/ppt/notesMasters/notesMaster1.xml" Id="R6ca27314b85c47d0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44c6ee452a684bde" /><Relationship Type="http://schemas.openxmlformats.org/officeDocument/2006/relationships/notesMaster" Target="/ppt/notesMasters/notesMaster1.xml" Id="Ra633c650c3d74f04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76bd6322f0704a4a" /><Relationship Type="http://schemas.openxmlformats.org/officeDocument/2006/relationships/notesMaster" Target="/ppt/notesMasters/notesMaster1.xml" Id="Rd90f66ef4fff4a4a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fe547efcdea34dd5" /><Relationship Type="http://schemas.openxmlformats.org/officeDocument/2006/relationships/notesMaster" Target="/ppt/notesMasters/notesMaster1.xml" Id="R411a010ac1b1437a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2765ca04386942d1" /><Relationship Type="http://schemas.openxmlformats.org/officeDocument/2006/relationships/notesMaster" Target="/ppt/notesMasters/notesMaster1.xml" Id="Rf011cf3cc7954dec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b30589512cbf4553" /><Relationship Type="http://schemas.openxmlformats.org/officeDocument/2006/relationships/notesMaster" Target="/ppt/notesMasters/notesMaster1.xml" Id="Re624a98cdc504b23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ca833643a46047e9" /><Relationship Type="http://schemas.openxmlformats.org/officeDocument/2006/relationships/notesMaster" Target="/ppt/notesMasters/notesMaster1.xml" Id="R2dd91724600c4f26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08e31baeec824c8e" /><Relationship Type="http://schemas.openxmlformats.org/officeDocument/2006/relationships/notesMaster" Target="/ppt/notesMasters/notesMaster1.xml" Id="R747d9a2a4b42458e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202dc21d18db43c1" /><Relationship Type="http://schemas.openxmlformats.org/officeDocument/2006/relationships/notesMaster" Target="/ppt/notesMasters/notesMaster1.xml" Id="R0bfbc407dcb54798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80e1a65152fe4987" /><Relationship Type="http://schemas.openxmlformats.org/officeDocument/2006/relationships/notesMaster" Target="/ppt/notesMasters/notesMaster1.xml" Id="R812106efc9854d6c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a75526a0b7fc43fe" /><Relationship Type="http://schemas.openxmlformats.org/officeDocument/2006/relationships/notesMaster" Target="/ppt/notesMasters/notesMaster1.xml" Id="Rf291371799874cbd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ebf8f708fb8b485a" /><Relationship Type="http://schemas.openxmlformats.org/officeDocument/2006/relationships/notesMaster" Target="/ppt/notesMasters/notesMaster1.xml" Id="Rf0678ee6962b4045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780724e320bb4e6f" /><Relationship Type="http://schemas.openxmlformats.org/officeDocument/2006/relationships/notesMaster" Target="/ppt/notesMasters/notesMaster1.xml" Id="Re7fb65d43b4c4c29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b9c660201bea4c25" /><Relationship Type="http://schemas.openxmlformats.org/officeDocument/2006/relationships/notesMaster" Target="/ppt/notesMasters/notesMaster1.xml" Id="Rf33fa35047ea4e12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e1226763bf3e4803" /><Relationship Type="http://schemas.openxmlformats.org/officeDocument/2006/relationships/notesMaster" Target="/ppt/notesMasters/notesMaster1.xml" Id="Re09f98ab6ccb4f8f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8e4ea2fc42ce483c" /><Relationship Type="http://schemas.openxmlformats.org/officeDocument/2006/relationships/notesMaster" Target="/ppt/notesMasters/notesMaster1.xml" Id="Rbd1efa0522604883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66a86afdc0ff4d0f" /><Relationship Type="http://schemas.openxmlformats.org/officeDocument/2006/relationships/notesMaster" Target="/ppt/notesMasters/notesMaster1.xml" Id="Rb89d07dd574b4fbf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ed97d55b39da4f35" /><Relationship Type="http://schemas.openxmlformats.org/officeDocument/2006/relationships/notesMaster" Target="/ppt/notesMasters/notesMaster1.xml" Id="R5ce22e587a884c86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7d6799f6a2444f78" /><Relationship Type="http://schemas.openxmlformats.org/officeDocument/2006/relationships/notesMaster" Target="/ppt/notesMasters/notesMaster1.xml" Id="Rbaf74b56076b4bdd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9580d2ba5de849ac" /><Relationship Type="http://schemas.openxmlformats.org/officeDocument/2006/relationships/notesMaster" Target="/ppt/notesMasters/notesMaster1.xml" Id="R4f69d0e07d0c4700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baf7aa61d41544fc" /><Relationship Type="http://schemas.openxmlformats.org/officeDocument/2006/relationships/notesMaster" Target="/ppt/notesMasters/notesMaster1.xml" Id="Rddb4a3cb9ad14ef2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4e90a31f2ead4f9f" /><Relationship Type="http://schemas.openxmlformats.org/officeDocument/2006/relationships/notesMaster" Target="/ppt/notesMasters/notesMaster1.xml" Id="Rde0e2766f42749f4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59f7fc789cd4441f" /><Relationship Type="http://schemas.openxmlformats.org/officeDocument/2006/relationships/notesMaster" Target="/ppt/notesMasters/notesMaster1.xml" Id="R4fd95ab9892c4772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44aa445daf3c4ab2" /><Relationship Type="http://schemas.openxmlformats.org/officeDocument/2006/relationships/notesMaster" Target="/ppt/notesMasters/notesMaster1.xml" Id="Rc3fcbade67c44fb0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f0b81ee080104587" /><Relationship Type="http://schemas.openxmlformats.org/officeDocument/2006/relationships/notesMaster" Target="/ppt/notesMasters/notesMaster1.xml" Id="Rc7accb3600ed4616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588c82c4ebbd4917" /><Relationship Type="http://schemas.openxmlformats.org/officeDocument/2006/relationships/notesMaster" Target="/ppt/notesMasters/notesMaster1.xml" Id="Rac0d311307a24e15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b907095a7ad24d13" /><Relationship Type="http://schemas.openxmlformats.org/officeDocument/2006/relationships/notesMaster" Target="/ppt/notesMasters/notesMaster1.xml" Id="Re49af9fe12f245be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45595e95eff9446b" /><Relationship Type="http://schemas.openxmlformats.org/officeDocument/2006/relationships/notesMaster" Target="/ppt/notesMasters/notesMaster1.xml" Id="Rd66abf0cb19e4006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ca0261ac7d814f38" /><Relationship Type="http://schemas.openxmlformats.org/officeDocument/2006/relationships/notesMaster" Target="/ppt/notesMasters/notesMaster1.xml" Id="R3caccb3463c74ce4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3d7cb3e696e04aa0" /><Relationship Type="http://schemas.openxmlformats.org/officeDocument/2006/relationships/notesMaster" Target="/ppt/notesMasters/notesMaster1.xml" Id="R4bb25a3839554aca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72de3d2989564656" /><Relationship Type="http://schemas.openxmlformats.org/officeDocument/2006/relationships/notesMaster" Target="/ppt/notesMasters/notesMaster1.xml" Id="R335ee9b99d644fc1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f4a578944ccb4e51" /><Relationship Type="http://schemas.openxmlformats.org/officeDocument/2006/relationships/notesMaster" Target="/ppt/notesMasters/notesMaster1.xml" Id="R28e326c47d0848fa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0f75263689d548e6" /><Relationship Type="http://schemas.openxmlformats.org/officeDocument/2006/relationships/notesMaster" Target="/ppt/notesMasters/notesMaster1.xml" Id="Rf7e842ebec4e4333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b95a4d657a0f4a46" /><Relationship Type="http://schemas.openxmlformats.org/officeDocument/2006/relationships/notesMaster" Target="/ppt/notesMasters/notesMaster1.xml" Id="Rf519f428cd0d457a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9716b5f4e9024cd4" /><Relationship Type="http://schemas.openxmlformats.org/officeDocument/2006/relationships/notesMaster" Target="/ppt/notesMasters/notesMaster1.xml" Id="R9610c255cd0d4d56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9f7c58cdcdf94af3" /><Relationship Type="http://schemas.openxmlformats.org/officeDocument/2006/relationships/notesMaster" Target="/ppt/notesMasters/notesMaster1.xml" Id="R8559514bb7584c17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ea9d0d3adcdb4ef7" /><Relationship Type="http://schemas.openxmlformats.org/officeDocument/2006/relationships/notesMaster" Target="/ppt/notesMasters/notesMaster1.xml" Id="R2c304fe186264dbe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c99b8951c3274c3e" /><Relationship Type="http://schemas.openxmlformats.org/officeDocument/2006/relationships/notesMaster" Target="/ppt/notesMasters/notesMaster1.xml" Id="R91522225dd834064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67088fd8930a4be8" /><Relationship Type="http://schemas.openxmlformats.org/officeDocument/2006/relationships/notesMaster" Target="/ppt/notesMasters/notesMaster1.xml" Id="R3b8a6b0b9b9249b8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63eed69c0c9147e4" /><Relationship Type="http://schemas.openxmlformats.org/officeDocument/2006/relationships/notesMaster" Target="/ppt/notesMasters/notesMaster1.xml" Id="R9bc193fe44bc43e3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851be89c97454aaf" /><Relationship Type="http://schemas.openxmlformats.org/officeDocument/2006/relationships/notesMaster" Target="/ppt/notesMasters/notesMaster1.xml" Id="R4bb73ae06aaa4a15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3b105626ff0c465b" /><Relationship Type="http://schemas.openxmlformats.org/officeDocument/2006/relationships/notesMaster" Target="/ppt/notesMasters/notesMaster1.xml" Id="Rae7fc92c055e4c05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90c34c51cc0b4151" /><Relationship Type="http://schemas.openxmlformats.org/officeDocument/2006/relationships/notesMaster" Target="/ppt/notesMasters/notesMaster1.xml" Id="R511a23e9fb774807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8e77c5b832424d07" /><Relationship Type="http://schemas.openxmlformats.org/officeDocument/2006/relationships/notesMaster" Target="/ppt/notesMasters/notesMaster1.xml" Id="R47ec68f0325c4cc8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cb6b7183ff0a4241" /><Relationship Type="http://schemas.openxmlformats.org/officeDocument/2006/relationships/notesMaster" Target="/ppt/notesMasters/notesMaster1.xml" Id="R4f0ee5b23dc440ce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3b841b08f3914242" /><Relationship Type="http://schemas.openxmlformats.org/officeDocument/2006/relationships/notesMaster" Target="/ppt/notesMasters/notesMaster1.xml" Id="R0a20f51f89894607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06280793201b4612" /><Relationship Type="http://schemas.openxmlformats.org/officeDocument/2006/relationships/notesMaster" Target="/ppt/notesMasters/notesMaster1.xml" Id="R101b85983018482d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05191fdf1c56478e" /><Relationship Type="http://schemas.openxmlformats.org/officeDocument/2006/relationships/notesMaster" Target="/ppt/notesMasters/notesMaster1.xml" Id="R220579c3ec1347c1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1def0157669048ee" /><Relationship Type="http://schemas.openxmlformats.org/officeDocument/2006/relationships/notesMaster" Target="/ppt/notesMasters/notesMaster1.xml" Id="Ra302535c55914c06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d2fe5e612a1a471f" /><Relationship Type="http://schemas.openxmlformats.org/officeDocument/2006/relationships/notesMaster" Target="/ppt/notesMasters/notesMaster1.xml" Id="R389d4734776d484f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d73a7e5f9b964529" /><Relationship Type="http://schemas.openxmlformats.org/officeDocument/2006/relationships/notesMaster" Target="/ppt/notesMasters/notesMaster1.xml" Id="R6025489069424261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09fbab9f6d5b46f0" /><Relationship Type="http://schemas.openxmlformats.org/officeDocument/2006/relationships/notesMaster" Target="/ppt/notesMasters/notesMaster1.xml" Id="R892d507751d84026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75de0c4aafea4134" /><Relationship Type="http://schemas.openxmlformats.org/officeDocument/2006/relationships/notesMaster" Target="/ppt/notesMasters/notesMaster1.xml" Id="R3f9e9f41c3b143ce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69abeb806a784c02" /><Relationship Type="http://schemas.openxmlformats.org/officeDocument/2006/relationships/notesMaster" Target="/ppt/notesMasters/notesMaster1.xml" Id="Rbc0b608d524d4efd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9e55bb59d0ae4a8c" /><Relationship Type="http://schemas.openxmlformats.org/officeDocument/2006/relationships/notesMaster" Target="/ppt/notesMasters/notesMaster1.xml" Id="R77cf31f384af434b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430dd5fd39e64926" /><Relationship Type="http://schemas.openxmlformats.org/officeDocument/2006/relationships/notesMaster" Target="/ppt/notesMasters/notesMaster1.xml" Id="R374d7ca6f8514191" /></Relationships>
</file>

<file path=ppt/notesSlides/_rels/notesSlide161.xml.rels>&#65279;<?xml version="1.0" encoding="utf-8"?><Relationships xmlns="http://schemas.openxmlformats.org/package/2006/relationships"><Relationship Type="http://schemas.openxmlformats.org/officeDocument/2006/relationships/slide" Target="/ppt/slides/slide161.xml" Id="R1007015239b44842" /><Relationship Type="http://schemas.openxmlformats.org/officeDocument/2006/relationships/notesMaster" Target="/ppt/notesMasters/notesMaster1.xml" Id="R59cae9125763418b" /></Relationships>
</file>

<file path=ppt/notesSlides/_rels/notesSlide162.xml.rels>&#65279;<?xml version="1.0" encoding="utf-8"?><Relationships xmlns="http://schemas.openxmlformats.org/package/2006/relationships"><Relationship Type="http://schemas.openxmlformats.org/officeDocument/2006/relationships/slide" Target="/ppt/slides/slide162.xml" Id="Raf28980a1a094051" /><Relationship Type="http://schemas.openxmlformats.org/officeDocument/2006/relationships/notesMaster" Target="/ppt/notesMasters/notesMaster1.xml" Id="Rca5226c930f441f5" /></Relationships>
</file>

<file path=ppt/notesSlides/_rels/notesSlide163.xml.rels>&#65279;<?xml version="1.0" encoding="utf-8"?><Relationships xmlns="http://schemas.openxmlformats.org/package/2006/relationships"><Relationship Type="http://schemas.openxmlformats.org/officeDocument/2006/relationships/slide" Target="/ppt/slides/slide163.xml" Id="R42ad49abc0194444" /><Relationship Type="http://schemas.openxmlformats.org/officeDocument/2006/relationships/notesMaster" Target="/ppt/notesMasters/notesMaster1.xml" Id="Re62b4c2f413448ee" /></Relationships>
</file>

<file path=ppt/notesSlides/_rels/notesSlide164.xml.rels>&#65279;<?xml version="1.0" encoding="utf-8"?><Relationships xmlns="http://schemas.openxmlformats.org/package/2006/relationships"><Relationship Type="http://schemas.openxmlformats.org/officeDocument/2006/relationships/slide" Target="/ppt/slides/slide164.xml" Id="R96525f11c02242f2" /><Relationship Type="http://schemas.openxmlformats.org/officeDocument/2006/relationships/notesMaster" Target="/ppt/notesMasters/notesMaster1.xml" Id="Rcdab5270297d4a2b" /></Relationships>
</file>

<file path=ppt/notesSlides/_rels/notesSlide165.xml.rels>&#65279;<?xml version="1.0" encoding="utf-8"?><Relationships xmlns="http://schemas.openxmlformats.org/package/2006/relationships"><Relationship Type="http://schemas.openxmlformats.org/officeDocument/2006/relationships/slide" Target="/ppt/slides/slide165.xml" Id="R07f551a1e24945c3" /><Relationship Type="http://schemas.openxmlformats.org/officeDocument/2006/relationships/notesMaster" Target="/ppt/notesMasters/notesMaster1.xml" Id="R8a82a67b65fc43f7" /></Relationships>
</file>

<file path=ppt/notesSlides/_rels/notesSlide166.xml.rels>&#65279;<?xml version="1.0" encoding="utf-8"?><Relationships xmlns="http://schemas.openxmlformats.org/package/2006/relationships"><Relationship Type="http://schemas.openxmlformats.org/officeDocument/2006/relationships/slide" Target="/ppt/slides/slide166.xml" Id="R8aaeab043cfb4254" /><Relationship Type="http://schemas.openxmlformats.org/officeDocument/2006/relationships/notesMaster" Target="/ppt/notesMasters/notesMaster1.xml" Id="R60629c7cdfb14359" /></Relationships>
</file>

<file path=ppt/notesSlides/_rels/notesSlide167.xml.rels>&#65279;<?xml version="1.0" encoding="utf-8"?><Relationships xmlns="http://schemas.openxmlformats.org/package/2006/relationships"><Relationship Type="http://schemas.openxmlformats.org/officeDocument/2006/relationships/slide" Target="/ppt/slides/slide167.xml" Id="Rd28ec0d959da4cb3" /><Relationship Type="http://schemas.openxmlformats.org/officeDocument/2006/relationships/notesMaster" Target="/ppt/notesMasters/notesMaster1.xml" Id="R8d5a5dd24afe4f1f" /></Relationships>
</file>

<file path=ppt/notesSlides/_rels/notesSlide168.xml.rels>&#65279;<?xml version="1.0" encoding="utf-8"?><Relationships xmlns="http://schemas.openxmlformats.org/package/2006/relationships"><Relationship Type="http://schemas.openxmlformats.org/officeDocument/2006/relationships/slide" Target="/ppt/slides/slide168.xml" Id="R7d4da9b035d74688" /><Relationship Type="http://schemas.openxmlformats.org/officeDocument/2006/relationships/notesMaster" Target="/ppt/notesMasters/notesMaster1.xml" Id="Rb4c5aac90aab4381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24c12a38360d48c3" /><Relationship Type="http://schemas.openxmlformats.org/officeDocument/2006/relationships/notesMaster" Target="/ppt/notesMasters/notesMaster1.xml" Id="R7c1da2cbd17949fb" /></Relationships>
</file>

<file path=ppt/notesSlides/_rels/notesSlide170.xml.rels>&#65279;<?xml version="1.0" encoding="utf-8"?><Relationships xmlns="http://schemas.openxmlformats.org/package/2006/relationships"><Relationship Type="http://schemas.openxmlformats.org/officeDocument/2006/relationships/slide" Target="/ppt/slides/slide170.xml" Id="Re511ec685c094f7f" /><Relationship Type="http://schemas.openxmlformats.org/officeDocument/2006/relationships/notesMaster" Target="/ppt/notesMasters/notesMaster1.xml" Id="R90904e4c31414edb" /></Relationships>
</file>

<file path=ppt/notesSlides/_rels/notesSlide171.xml.rels>&#65279;<?xml version="1.0" encoding="utf-8"?><Relationships xmlns="http://schemas.openxmlformats.org/package/2006/relationships"><Relationship Type="http://schemas.openxmlformats.org/officeDocument/2006/relationships/slide" Target="/ppt/slides/slide171.xml" Id="R759751cee6fc4be5" /><Relationship Type="http://schemas.openxmlformats.org/officeDocument/2006/relationships/notesMaster" Target="/ppt/notesMasters/notesMaster1.xml" Id="R10ef43fe01e24e5b" /></Relationships>
</file>

<file path=ppt/notesSlides/_rels/notesSlide172.xml.rels>&#65279;<?xml version="1.0" encoding="utf-8"?><Relationships xmlns="http://schemas.openxmlformats.org/package/2006/relationships"><Relationship Type="http://schemas.openxmlformats.org/officeDocument/2006/relationships/slide" Target="/ppt/slides/slide172.xml" Id="R161a06c92b044803" /><Relationship Type="http://schemas.openxmlformats.org/officeDocument/2006/relationships/notesMaster" Target="/ppt/notesMasters/notesMaster1.xml" Id="R848c582d5c544882" /></Relationships>
</file>

<file path=ppt/notesSlides/_rels/notesSlide173.xml.rels>&#65279;<?xml version="1.0" encoding="utf-8"?><Relationships xmlns="http://schemas.openxmlformats.org/package/2006/relationships"><Relationship Type="http://schemas.openxmlformats.org/officeDocument/2006/relationships/slide" Target="/ppt/slides/slide173.xml" Id="Refa5c3bb5e9f4c51" /><Relationship Type="http://schemas.openxmlformats.org/officeDocument/2006/relationships/notesMaster" Target="/ppt/notesMasters/notesMaster1.xml" Id="Rd90e8822b6c54466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b3501ca3d30d46f0" /><Relationship Type="http://schemas.openxmlformats.org/officeDocument/2006/relationships/notesMaster" Target="/ppt/notesMasters/notesMaster1.xml" Id="Rc5306904b4b545bb" /></Relationships>
</file>

<file path=ppt/notesSlides/_rels/notesSlide175.xml.rels>&#65279;<?xml version="1.0" encoding="utf-8"?><Relationships xmlns="http://schemas.openxmlformats.org/package/2006/relationships"><Relationship Type="http://schemas.openxmlformats.org/officeDocument/2006/relationships/slide" Target="/ppt/slides/slide175.xml" Id="R7f8f3d854d714c00" /><Relationship Type="http://schemas.openxmlformats.org/officeDocument/2006/relationships/notesMaster" Target="/ppt/notesMasters/notesMaster1.xml" Id="R791a84f5616e4523" /></Relationships>
</file>

<file path=ppt/notesSlides/_rels/notesSlide176.xml.rels>&#65279;<?xml version="1.0" encoding="utf-8"?><Relationships xmlns="http://schemas.openxmlformats.org/package/2006/relationships"><Relationship Type="http://schemas.openxmlformats.org/officeDocument/2006/relationships/slide" Target="/ppt/slides/slide176.xml" Id="Rea5df4edd6e94786" /><Relationship Type="http://schemas.openxmlformats.org/officeDocument/2006/relationships/notesMaster" Target="/ppt/notesMasters/notesMaster1.xml" Id="R2023b21f738f4478" /></Relationships>
</file>

<file path=ppt/notesSlides/_rels/notesSlide177.xml.rels>&#65279;<?xml version="1.0" encoding="utf-8"?><Relationships xmlns="http://schemas.openxmlformats.org/package/2006/relationships"><Relationship Type="http://schemas.openxmlformats.org/officeDocument/2006/relationships/slide" Target="/ppt/slides/slide177.xml" Id="Rd12b20dde1b64029" /><Relationship Type="http://schemas.openxmlformats.org/officeDocument/2006/relationships/notesMaster" Target="/ppt/notesMasters/notesMaster1.xml" Id="Red0cb3e8771c430c" /></Relationships>
</file>

<file path=ppt/notesSlides/_rels/notesSlide178.xml.rels>&#65279;<?xml version="1.0" encoding="utf-8"?><Relationships xmlns="http://schemas.openxmlformats.org/package/2006/relationships"><Relationship Type="http://schemas.openxmlformats.org/officeDocument/2006/relationships/slide" Target="/ppt/slides/slide178.xml" Id="R8c682e4f87374bf7" /><Relationship Type="http://schemas.openxmlformats.org/officeDocument/2006/relationships/notesMaster" Target="/ppt/notesMasters/notesMaster1.xml" Id="Rd2db0df201ab496f" /></Relationships>
</file>

<file path=ppt/notesSlides/_rels/notesSlide179.xml.rels>&#65279;<?xml version="1.0" encoding="utf-8"?><Relationships xmlns="http://schemas.openxmlformats.org/package/2006/relationships"><Relationship Type="http://schemas.openxmlformats.org/officeDocument/2006/relationships/slide" Target="/ppt/slides/slide179.xml" Id="R008fae2c99f941a9" /><Relationship Type="http://schemas.openxmlformats.org/officeDocument/2006/relationships/notesMaster" Target="/ppt/notesMasters/notesMaster1.xml" Id="R3cb90307fca44e25" /></Relationships>
</file>

<file path=ppt/notesSlides/_rels/notesSlide180.xml.rels>&#65279;<?xml version="1.0" encoding="utf-8"?><Relationships xmlns="http://schemas.openxmlformats.org/package/2006/relationships"><Relationship Type="http://schemas.openxmlformats.org/officeDocument/2006/relationships/slide" Target="/ppt/slides/slide180.xml" Id="R90d161542cbc4046" /><Relationship Type="http://schemas.openxmlformats.org/officeDocument/2006/relationships/notesMaster" Target="/ppt/notesMasters/notesMaster1.xml" Id="R80781193408847bd" /></Relationships>
</file>

<file path=ppt/notesSlides/_rels/notesSlide181.xml.rels>&#65279;<?xml version="1.0" encoding="utf-8"?><Relationships xmlns="http://schemas.openxmlformats.org/package/2006/relationships"><Relationship Type="http://schemas.openxmlformats.org/officeDocument/2006/relationships/slide" Target="/ppt/slides/slide181.xml" Id="R1f40ef43639b47a4" /><Relationship Type="http://schemas.openxmlformats.org/officeDocument/2006/relationships/notesMaster" Target="/ppt/notesMasters/notesMaster1.xml" Id="Rafa53a3cf4054bd3" /></Relationships>
</file>

<file path=ppt/notesSlides/_rels/notesSlide182.xml.rels>&#65279;<?xml version="1.0" encoding="utf-8"?><Relationships xmlns="http://schemas.openxmlformats.org/package/2006/relationships"><Relationship Type="http://schemas.openxmlformats.org/officeDocument/2006/relationships/slide" Target="/ppt/slides/slide182.xml" Id="R09584206a2374d30" /><Relationship Type="http://schemas.openxmlformats.org/officeDocument/2006/relationships/notesMaster" Target="/ppt/notesMasters/notesMaster1.xml" Id="R492617f5746044fb" /></Relationships>
</file>

<file path=ppt/notesSlides/_rels/notesSlide183.xml.rels>&#65279;<?xml version="1.0" encoding="utf-8"?><Relationships xmlns="http://schemas.openxmlformats.org/package/2006/relationships"><Relationship Type="http://schemas.openxmlformats.org/officeDocument/2006/relationships/slide" Target="/ppt/slides/slide183.xml" Id="R025e599d7b214a6a" /><Relationship Type="http://schemas.openxmlformats.org/officeDocument/2006/relationships/notesMaster" Target="/ppt/notesMasters/notesMaster1.xml" Id="R4dfca9dc01974b1a" /></Relationships>
</file>

<file path=ppt/notesSlides/_rels/notesSlide184.xml.rels>&#65279;<?xml version="1.0" encoding="utf-8"?><Relationships xmlns="http://schemas.openxmlformats.org/package/2006/relationships"><Relationship Type="http://schemas.openxmlformats.org/officeDocument/2006/relationships/slide" Target="/ppt/slides/slide184.xml" Id="R473a72cd01be422f" /><Relationship Type="http://schemas.openxmlformats.org/officeDocument/2006/relationships/notesMaster" Target="/ppt/notesMasters/notesMaster1.xml" Id="R1b80e756540c4c9b" /></Relationships>
</file>

<file path=ppt/notesSlides/_rels/notesSlide185.xml.rels>&#65279;<?xml version="1.0" encoding="utf-8"?><Relationships xmlns="http://schemas.openxmlformats.org/package/2006/relationships"><Relationship Type="http://schemas.openxmlformats.org/officeDocument/2006/relationships/slide" Target="/ppt/slides/slide185.xml" Id="R12f9088720f44c03" /><Relationship Type="http://schemas.openxmlformats.org/officeDocument/2006/relationships/notesMaster" Target="/ppt/notesMasters/notesMaster1.xml" Id="R20479df582cc40b1" /></Relationships>
</file>

<file path=ppt/notesSlides/_rels/notesSlide186.xml.rels>&#65279;<?xml version="1.0" encoding="utf-8"?><Relationships xmlns="http://schemas.openxmlformats.org/package/2006/relationships"><Relationship Type="http://schemas.openxmlformats.org/officeDocument/2006/relationships/slide" Target="/ppt/slides/slide186.xml" Id="R19434c9706cd463e" /><Relationship Type="http://schemas.openxmlformats.org/officeDocument/2006/relationships/notesMaster" Target="/ppt/notesMasters/notesMaster1.xml" Id="R2cf2ed28deb84f5f" /></Relationships>
</file>

<file path=ppt/notesSlides/_rels/notesSlide187.xml.rels>&#65279;<?xml version="1.0" encoding="utf-8"?><Relationships xmlns="http://schemas.openxmlformats.org/package/2006/relationships"><Relationship Type="http://schemas.openxmlformats.org/officeDocument/2006/relationships/slide" Target="/ppt/slides/slide187.xml" Id="R4077d1e542774177" /><Relationship Type="http://schemas.openxmlformats.org/officeDocument/2006/relationships/notesMaster" Target="/ppt/notesMasters/notesMaster1.xml" Id="R57456d14305744e0" /></Relationships>
</file>

<file path=ppt/notesSlides/_rels/notesSlide188.xml.rels>&#65279;<?xml version="1.0" encoding="utf-8"?><Relationships xmlns="http://schemas.openxmlformats.org/package/2006/relationships"><Relationship Type="http://schemas.openxmlformats.org/officeDocument/2006/relationships/slide" Target="/ppt/slides/slide188.xml" Id="Rf5eac98db51245a9" /><Relationship Type="http://schemas.openxmlformats.org/officeDocument/2006/relationships/notesMaster" Target="/ppt/notesMasters/notesMaster1.xml" Id="Raa9acf5b846b4a65" /></Relationships>
</file>

<file path=ppt/notesSlides/_rels/notesSlide189.xml.rels>&#65279;<?xml version="1.0" encoding="utf-8"?><Relationships xmlns="http://schemas.openxmlformats.org/package/2006/relationships"><Relationship Type="http://schemas.openxmlformats.org/officeDocument/2006/relationships/slide" Target="/ppt/slides/slide189.xml" Id="R37cc61e852204541" /><Relationship Type="http://schemas.openxmlformats.org/officeDocument/2006/relationships/notesMaster" Target="/ppt/notesMasters/notesMaster1.xml" Id="R862dc32a58be41e9" /></Relationships>
</file>

<file path=ppt/notesSlides/_rels/notesSlide190.xml.rels>&#65279;<?xml version="1.0" encoding="utf-8"?><Relationships xmlns="http://schemas.openxmlformats.org/package/2006/relationships"><Relationship Type="http://schemas.openxmlformats.org/officeDocument/2006/relationships/slide" Target="/ppt/slides/slide190.xml" Id="R95219bedec7747c2" /><Relationship Type="http://schemas.openxmlformats.org/officeDocument/2006/relationships/notesMaster" Target="/ppt/notesMasters/notesMaster1.xml" Id="R18f3930fb3a44cee" /></Relationships>
</file>

<file path=ppt/notesSlides/_rels/notesSlide191.xml.rels>&#65279;<?xml version="1.0" encoding="utf-8"?><Relationships xmlns="http://schemas.openxmlformats.org/package/2006/relationships"><Relationship Type="http://schemas.openxmlformats.org/officeDocument/2006/relationships/slide" Target="/ppt/slides/slide191.xml" Id="Rfb6a1fc406c54478" /><Relationship Type="http://schemas.openxmlformats.org/officeDocument/2006/relationships/notesMaster" Target="/ppt/notesMasters/notesMaster1.xml" Id="Rd8324a01aa2b4a06" /></Relationships>
</file>

<file path=ppt/notesSlides/_rels/notesSlide192.xml.rels>&#65279;<?xml version="1.0" encoding="utf-8"?><Relationships xmlns="http://schemas.openxmlformats.org/package/2006/relationships"><Relationship Type="http://schemas.openxmlformats.org/officeDocument/2006/relationships/slide" Target="/ppt/slides/slide192.xml" Id="Rd56218983f9d4e39" /><Relationship Type="http://schemas.openxmlformats.org/officeDocument/2006/relationships/notesMaster" Target="/ppt/notesMasters/notesMaster1.xml" Id="R81589dba368b453e" /></Relationships>
</file>

<file path=ppt/notesSlides/_rels/notesSlide193.xml.rels>&#65279;<?xml version="1.0" encoding="utf-8"?><Relationships xmlns="http://schemas.openxmlformats.org/package/2006/relationships"><Relationship Type="http://schemas.openxmlformats.org/officeDocument/2006/relationships/slide" Target="/ppt/slides/slide193.xml" Id="Raf7d12424c284850" /><Relationship Type="http://schemas.openxmlformats.org/officeDocument/2006/relationships/notesMaster" Target="/ppt/notesMasters/notesMaster1.xml" Id="R21ca6b0d8ccd46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2026-09-08 작업 폴더 기준. Windows와 Unreal Engine 5.6 환경의 실제 코드, 교육용 예제, 개념도를 구분하여 읽습니다.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예제를 실제 서버에 실행하지 않아도 종이 위의 값 추적과 코드 읽기만으로 필수 문제를 풀 수 있습니다. 필수 학습에는 AI나 인터넷 연결이 필요하지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목차는 장 제목과 시작 쪽, 해당 장에서 풀 문제를 함께 보여 줍니다. 아래 장의 내용을 사용하려면 앞 장의 완료 조건을 먼저 확인하세요.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목차는 장 제목과 시작 쪽, 해당 장에서 풀 문제를 함께 보여 줍니다. 아래 장의 내용을 사용하려면 앞 장의 완료 조건을 먼저 확인하세요.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목차는 장 제목과 시작 쪽, 해당 장에서 풀 문제를 함께 보여 줍니다. 아래 장의 내용을 사용하려면 앞 장의 완료 조건을 먼저 확인하세요.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 객체들이 언제 준비되고 입력을 받는지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 객체들이 언제 준비되고 입력을 받는지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왕복의 화면 담당인 Pawn을 구성하는 부품과 좌표를 살펴봅니다.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unreal/DriveIntegration/Source/DriveIntegration/ExternalVehiclePawn.cpp:176-245  AExternalVehiclePawn::Tick</a:t>
            </a:r>
          </a:p>
          <a:p xmlns:a="http://schemas.openxmlformats.org/drawingml/2006/main">
            <a:r>
              <a:t>unreal/DriveIntegration/Source/DriveIntegration/SimCoreClientComponent.cpp:124-137  USimCoreClientComponent::SetControl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unreal/DriveIntegration/Source/DriveIntegration/ExternalVehiclePawn.h:25-42  AExternalVehiclePawn</a:t>
            </a:r>
          </a:p>
          <a:p xmlns:a="http://schemas.openxmlformats.org/drawingml/2006/main">
            <a:r>
              <a:t>unreal/DriveIntegration/Source/DriveIntegration/ExternalVehiclePawn.cpp:34-40  AExternalVehiclePawn::AExternalVehiclePawn</a:t>
            </a:r>
          </a:p>
          <a:p xmlns:a="http://schemas.openxmlformats.org/drawingml/2006/main">
            <a:r>
              <a:t>unreal/DriveIntegration/Source/DriveIntegration/SimCoreClientComponent.h:29-40  USimCoreClientComponent</a:t>
            </a:r>
          </a:p>
          <a:p xmlns:a="http://schemas.openxmlformats.org/drawingml/2006/main">
            <a:r>
              <a:t>Epic UE 5.6 모듈과 API: https://dev.epicgames.com/documentation/en-us/unreal-engine/API/QuickStart?application_version=5.6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unreal/DriveIntegration/Source/DriveIntegration/ExternalVehiclePawn.cpp:176-245  AExternalVehiclePawn::Tick</a:t>
            </a:r>
          </a:p>
          <a:p xmlns:a="http://schemas.openxmlformats.org/drawingml/2006/main">
            <a:r>
              <a:t>unreal/DriveIntegration/Source/DriveIntegration/SimCoreClientComponent.cpp:124-137  USimCoreClientComponent::SetControl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생성된 원리 설명용 개념도입니다. 실제 프로젝트 화면, 측정값 또는 기계 설계도가 아닙니다.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unreal/DriveIntegration/Source/DriveIntegration/ExternalVehiclePawn.cpp:176-245  AExternalVehiclePawn::Tick</a:t>
            </a:r>
          </a:p>
          <a:p xmlns:a="http://schemas.openxmlformats.org/drawingml/2006/main">
            <a:r>
              <a:t>unreal/DriveIntegration/Source/DriveIntegration/SimCoreClientComponent.cpp:124-137  USimCoreClientComponent::SetControl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unreal/DriveIntegration/Source/DriveIntegration/ExternalVehiclePawn.cpp:176-245  AExternalVehiclePawn::Tick</a:t>
            </a:r>
          </a:p>
          <a:p xmlns:a="http://schemas.openxmlformats.org/drawingml/2006/main">
            <a:r>
              <a:t>unreal/DriveIntegration/Source/DriveIntegration/SimCoreClientComponent.cpp:124-137  USimCoreClientComponent::SetControl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void AExternalVehiclePawn::SetThrottle(float Value)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	ForwardPedalInput = FMath::Clamp(Value, 0.0f, 1.0f);</a:t>
            </a:r>
          </a:p>
          <a:p xmlns:a="http://schemas.openxmlformats.org/drawingml/2006/main">
            <a:r>
              <a:t>	PushControl();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unreal/DriveIntegration/Source/DriveIntegration/ExternalVehiclePawn.cpp:770-774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unreal/DriveIntegration/Source/DriveIntegration/ExternalVehiclePawn.cpp:770-774  AExternalVehiclePawn::SetThrottle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unreal/DriveIntegration/Source/DriveIntegration/ExternalVehiclePawn.cpp:176-245  AExternalVehiclePawn::Tick</a:t>
            </a:r>
          </a:p>
          <a:p xmlns:a="http://schemas.openxmlformats.org/drawingml/2006/main">
            <a:r>
              <a:t>unreal/DriveIntegration/Source/DriveIntegration/SimCoreClientComponent.cpp:124-137  USimCoreClientComponent::SetControl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unreal/DriveIntegration/Source/DriveIntegration/ExternalVehiclePawn.cpp:176-245  AExternalVehiclePawn::Tick</a:t>
            </a:r>
          </a:p>
          <a:p xmlns:a="http://schemas.openxmlformats.org/drawingml/2006/main">
            <a:r>
              <a:t>unreal/DriveIntegration/Source/DriveIntegration/SimCoreClientComponent.cpp:124-137  USimCoreClientComponent::SetControl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unreal/DriveIntegration/Source/DriveIntegration/ExternalVehiclePawn.cpp:176-245  AExternalVehiclePawn::Tick</a:t>
            </a:r>
          </a:p>
          <a:p xmlns:a="http://schemas.openxmlformats.org/drawingml/2006/main">
            <a:r>
              <a:t>unreal/DriveIntegration/Source/DriveIntegration/SimCoreClientComponent.cpp:124-137  USimCoreClientComponent::SetControl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unreal/DriveIntegration/Source/DriveIntegration/ExternalVehiclePawn.cpp:176-245  AExternalVehiclePawn::Tick</a:t>
            </a:r>
          </a:p>
          <a:p xmlns:a="http://schemas.openxmlformats.org/drawingml/2006/main">
            <a:r>
              <a:t>unreal/DriveIntegration/Source/DriveIntegration/SimCoreClientComponent.cpp:124-137  USimCoreClientComponent::SetControl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만든 부품을 언제 초기화하고 언제 정리하는지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unreal/DriveIntegration/Source/DriveIntegration/ExternalVehiclePawn.cpp:32-150  AExternalVehiclePawn::AExternalVehiclePawn</a:t>
            </a:r>
          </a:p>
          <a:p xmlns:a="http://schemas.openxmlformats.org/drawingml/2006/main">
            <a:r>
              <a:t>unreal/DriveIntegration/Source/DriveIntegration/ExternalVehiclePawn.h:45-62  PresentationRoot</a:t>
            </a:r>
          </a:p>
          <a:p xmlns:a="http://schemas.openxmlformats.org/drawingml/2006/main">
            <a:r>
              <a:t>Epic UE 5.6 객체 관리: https://dev.epicgames.com/documentation/en-us/unreal-engine/unreal-object-handling-in-unreal-engine?application_version=5.6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생성된 교육용 개념도, 실제 프로젝트 화면이 아닙니다.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unreal/DriveIntegration/Source/DriveIntegration/ExternalVehiclePawn.cpp:32-150  AExternalVehiclePawn::AExternalVehiclePawn</a:t>
            </a:r>
          </a:p>
          <a:p xmlns:a="http://schemas.openxmlformats.org/drawingml/2006/main">
            <a:r>
              <a:t>unreal/DriveIntegration/Source/DriveIntegration/ExternalVehiclePawn.h:45-62  PresentationRoot</a:t>
            </a:r>
          </a:p>
          <a:p xmlns:a="http://schemas.openxmlformats.org/drawingml/2006/main">
            <a:r>
              <a:t>Epic UE 5.6 객체 관리: https://dev.epicgames.com/documentation/en-us/unreal-engine/unreal-object-handling-in-unreal-engine?application_version=5.6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unreal/DriveIntegration/Source/DriveIntegration/ExternalVehiclePawn.cpp:32-150  AExternalVehiclePawn::AExternalVehiclePawn</a:t>
            </a:r>
          </a:p>
          <a:p xmlns:a="http://schemas.openxmlformats.org/drawingml/2006/main">
            <a:r>
              <a:t>unreal/DriveIntegration/Source/DriveIntegration/ExternalVehiclePawn.h:45-62  PresentationRoot</a:t>
            </a:r>
          </a:p>
          <a:p xmlns:a="http://schemas.openxmlformats.org/drawingml/2006/main">
            <a:r>
              <a:t>Epic UE 5.6 객체 관리: https://dev.epicgames.com/documentation/en-us/unreal-engine/unreal-object-handling-in-unreal-engine?application_version=5.6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unreal/DriveIntegration/Source/DriveIntegration/ExternalVehiclePawn.cpp:32-150  AExternalVehiclePawn::AExternalVehiclePawn</a:t>
            </a:r>
          </a:p>
          <a:p xmlns:a="http://schemas.openxmlformats.org/drawingml/2006/main">
            <a:r>
              <a:t>unreal/DriveIntegration/Source/DriveIntegration/ExternalVehiclePawn.h:45-62  PresentationRoot</a:t>
            </a:r>
          </a:p>
          <a:p xmlns:a="http://schemas.openxmlformats.org/drawingml/2006/main">
            <a:r>
              <a:t>Epic UE 5.6 객체 관리: https://dev.epicgames.com/documentation/en-us/unreal-engine/unreal-object-handling-in-unreal-engine?application_version=5.6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PrimaryActorTick.bCanEverTick = true;</a:t>
            </a:r>
          </a:p>
          <a:p xmlns:a="http://schemas.openxmlformats.org/drawingml/2006/main">
            <a:r>
              <a:t>	AutoPossessPlayer = EAutoReceiveInput::Player0;</a:t>
            </a:r>
          </a:p>
          <a:p xmlns:a="http://schemas.openxmlformats.org/drawingml/2006/main">
            <a:r>
              <a:t>	PresentationRoot = CreateDefaultSubobject&lt;USceneComponent&gt;(TEXT("PresentationRoot"));</a:t>
            </a:r>
          </a:p>
          <a:p xmlns:a="http://schemas.openxmlformats.org/drawingml/2006/main">
            <a:r>
              <a:t>	SetRootComponent(PresentationRoot);</a:t>
            </a:r>
          </a:p>
          <a:p xmlns:a="http://schemas.openxmlformats.org/drawingml/2006/main">
            <a:r>
              <a:t>	VehicleMesh = CreateDefaultSubobject&lt;UStaticMeshComponent&gt;(TEXT("VehicleMesh"));</a:t>
            </a:r>
          </a:p>
          <a:p xmlns:a="http://schemas.openxmlformats.org/drawingml/2006/main">
            <a:r>
              <a:t>	VehicleMesh-&gt;SetupAttachment(PresentationRoot);</a:t>
            </a:r>
          </a:p>
          <a:p xmlns:a="http://schemas.openxmlformats.org/drawingml/2006/main">
            <a:r>
              <a:t>	VehicleMesh-&gt;SetCollisionEnabled(ECollisionEnabled::NoCollision);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unreal/DriveIntegration/Source/DriveIntegration/ExternalVehiclePawn.cpp:34-40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unreal/DriveIntegration/Source/DriveIntegration/ExternalVehiclePawn.cpp:34-40  AExternalVehiclePawn::AExternalVehiclePawn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unreal/DriveIntegration/Source/DriveIntegration/ExternalVehiclePawn.cpp:32-150  AExternalVehiclePawn::AExternalVehiclePawn</a:t>
            </a:r>
          </a:p>
          <a:p xmlns:a="http://schemas.openxmlformats.org/drawingml/2006/main">
            <a:r>
              <a:t>unreal/DriveIntegration/Source/DriveIntegration/ExternalVehiclePawn.h:45-62  PresentationRoot</a:t>
            </a:r>
          </a:p>
          <a:p xmlns:a="http://schemas.openxmlformats.org/drawingml/2006/main">
            <a:r>
              <a:t>Epic UE 5.6 객체 관리: https://dev.epicgames.com/documentation/en-us/unreal-engine/unreal-object-handling-in-unreal-engine?application_version=5.6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unreal/DriveIntegration/Source/DriveIntegration/ExternalVehiclePawn.cpp:32-150  AExternalVehiclePawn::AExternalVehiclePawn</a:t>
            </a:r>
          </a:p>
          <a:p xmlns:a="http://schemas.openxmlformats.org/drawingml/2006/main">
            <a:r>
              <a:t>unreal/DriveIntegration/Source/DriveIntegration/ExternalVehiclePawn.h:45-62  PresentationRoot</a:t>
            </a:r>
          </a:p>
          <a:p xmlns:a="http://schemas.openxmlformats.org/drawingml/2006/main">
            <a:r>
              <a:t>Epic UE 5.6 객체 관리: https://dev.epicgames.com/documentation/en-us/unreal-engine/unreal-object-handling-in-unreal-engine?application_version=5.6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unreal/DriveIntegration/Source/DriveIntegration/ExternalVehiclePawn.cpp:32-150  AExternalVehiclePawn::AExternalVehiclePawn</a:t>
            </a:r>
          </a:p>
          <a:p xmlns:a="http://schemas.openxmlformats.org/drawingml/2006/main">
            <a:r>
              <a:t>unreal/DriveIntegration/Source/DriveIntegration/ExternalVehiclePawn.h:45-62  PresentationRoot</a:t>
            </a:r>
          </a:p>
          <a:p xmlns:a="http://schemas.openxmlformats.org/drawingml/2006/main">
            <a:r>
              <a:t>Epic UE 5.6 객체 관리: https://dev.epicgames.com/documentation/en-us/unreal-engine/unreal-object-handling-in-unreal-engine?application_version=5.6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unreal/DriveIntegration/Source/DriveIntegration/ExternalVehiclePawn.cpp:32-150  AExternalVehiclePawn::AExternalVehiclePawn</a:t>
            </a:r>
          </a:p>
          <a:p xmlns:a="http://schemas.openxmlformats.org/drawingml/2006/main">
            <a:r>
              <a:t>unreal/DriveIntegration/Source/DriveIntegration/ExternalVehiclePawn.h:45-62  PresentationRoot</a:t>
            </a:r>
          </a:p>
          <a:p xmlns:a="http://schemas.openxmlformats.org/drawingml/2006/main">
            <a:r>
              <a:t>Epic UE 5.6 객체 관리: https://dev.epicgames.com/documentation/en-us/unreal-engine/unreal-object-handling-in-unreal-engine?application_version=5.6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차가 움직이는 역할과 공간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완성한 명령을 안전하게 보내고 받는 방법을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완성한 명령을 안전하게 보내고 받는 방법을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실행 준비를 마친 Pawn에서 실제 페달 입력을 해석합니다.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unreal/DriveIntegration/Source/DriveIntegration/SimCoreClientComponent.cpp:50-84  USimCoreClientComponent::BeginPlay</a:t>
            </a:r>
          </a:p>
          <a:p xmlns:a="http://schemas.openxmlformats.org/drawingml/2006/main">
            <a:r>
              <a:t>unreal/DriveIntegration/Source/DriveIntegration/DriveIntegration.Build.cs:5-26  DriveIntegration</a:t>
            </a:r>
          </a:p>
          <a:p xmlns:a="http://schemas.openxmlformats.org/drawingml/2006/main">
            <a:r>
              <a:t>Epic UE 5.6 Actor 생명주기: https://dev.epicgames.com/documentation/en-us/unreal-engine/unreal-engine-actor-lifecycle?application_version=5.6</a:t>
            </a:r>
          </a:p>
          <a:p xmlns:a="http://schemas.openxmlformats.org/drawingml/2006/main">
            <a:r>
              <a:t>Epic UE 5.6 모듈과 API: https://dev.epicgames.com/documentation/en-us/unreal-engine/API/QuickStart?application_version=5.6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void USimCoreClientComponent::BeginPlay()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	Super::BeginPlay();</a:t>
            </a:r>
          </a:p>
          <a:p xmlns:a="http://schemas.openxmlformats.org/drawingml/2006/main">
            <a:r>
              <a:t>	PlaySessionId = FGuid::NewGuid().ToString(EGuidFormats::DigitsWithHyphensLower);</a:t>
            </a:r>
          </a:p>
          <a:p xmlns:a="http://schemas.openxmlformats.org/drawingml/2006/main">
            <a:r>
              <a:t>	Connect();</a:t>
            </a:r>
          </a:p>
          <a:p xmlns:a="http://schemas.openxmlformats.org/drawingml/2006/main">
            <a:r>
              <a:t>	PerformanceCapture.StartFromCommandLine(GetWorld(), MapPackageChecksum);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unreal/DriveIntegration/Source/DriveIntegration/SimCoreClientComponent.cpp:51-57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unreal/DriveIntegration/Source/DriveIntegration/SimCoreClientComponent.cpp:51-57  USimCoreClientComponent::BeginPlay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unreal/DriveIntegration/Source/DriveIntegration/SimCoreClientComponent.cpp:50-84  USimCoreClientComponent::BeginPlay</a:t>
            </a:r>
          </a:p>
          <a:p xmlns:a="http://schemas.openxmlformats.org/drawingml/2006/main">
            <a:r>
              <a:t>unreal/DriveIntegration/Source/DriveIntegration/DriveIntegration.Build.cs:5-26  DriveIntegration</a:t>
            </a:r>
          </a:p>
          <a:p xmlns:a="http://schemas.openxmlformats.org/drawingml/2006/main">
            <a:r>
              <a:t>Epic UE 5.6 Actor 생명주기: https://dev.epicgames.com/documentation/en-us/unreal-engine/unreal-engine-actor-lifecycle?application_version=5.6</a:t>
            </a:r>
          </a:p>
          <a:p xmlns:a="http://schemas.openxmlformats.org/drawingml/2006/main">
            <a:r>
              <a:t>Epic UE 5.6 모듈과 API: https://dev.epicgames.com/documentation/en-us/unreal-engine/API/QuickStart?application_version=5.6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unreal/DriveIntegration/Source/DriveIntegration/SimCoreClientComponent.cpp:50-84  USimCoreClientComponent::BeginPlay</a:t>
            </a:r>
          </a:p>
          <a:p xmlns:a="http://schemas.openxmlformats.org/drawingml/2006/main">
            <a:r>
              <a:t>unreal/DriveIntegration/Source/DriveIntegration/DriveIntegration.Build.cs:5-26  DriveIntegration</a:t>
            </a:r>
          </a:p>
          <a:p xmlns:a="http://schemas.openxmlformats.org/drawingml/2006/main">
            <a:r>
              <a:t>Epic UE 5.6 Actor 생명주기: https://dev.epicgames.com/documentation/en-us/unreal-engine/unreal-engine-actor-lifecycle?application_version=5.6</a:t>
            </a:r>
          </a:p>
          <a:p xmlns:a="http://schemas.openxmlformats.org/drawingml/2006/main">
            <a:r>
              <a:t>Epic UE 5.6 모듈과 API: https://dev.epicgames.com/documentation/en-us/unreal-engine/API/QuickStart?application_version=5.6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unreal/DriveIntegration/Source/DriveIntegration/SimCoreClientComponent.cpp:588-619  USimCoreClientComponent::BindSocketDelegates</a:t>
            </a:r>
          </a:p>
          <a:p xmlns:a="http://schemas.openxmlformats.org/drawingml/2006/main">
            <a:r>
              <a:t>unreal/DriveIntegration/Source/DriveIntegration/SimCoreClientComponent.cpp:697-733  USimCoreClientComponent::ReleaseSocket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		"Core",</a:t>
            </a:r>
          </a:p>
          <a:p xmlns:a="http://schemas.openxmlformats.org/drawingml/2006/main">
            <a:r>
              <a:t>			"CoreUObject",</a:t>
            </a:r>
          </a:p>
          <a:p xmlns:a="http://schemas.openxmlformats.org/drawingml/2006/main">
            <a:r>
              <a:t>			"Engine",</a:t>
            </a:r>
          </a:p>
          <a:p xmlns:a="http://schemas.openxmlformats.org/drawingml/2006/main">
            <a:r>
              <a:t>			"InputCore",</a:t>
            </a:r>
          </a:p>
          <a:p xmlns:a="http://schemas.openxmlformats.org/drawingml/2006/main">
            <a:r>
              <a:t>			"AudioMixer",</a:t>
            </a:r>
          </a:p>
          <a:p xmlns:a="http://schemas.openxmlformats.org/drawingml/2006/main">
            <a:r>
              <a:t>			"PhysicsCore",</a:t>
            </a:r>
          </a:p>
          <a:p xmlns:a="http://schemas.openxmlformats.org/drawingml/2006/main">
            <a:r>
              <a:t>			"ProceduralMeshComponent",</a:t>
            </a:r>
          </a:p>
          <a:p xmlns:a="http://schemas.openxmlformats.org/drawingml/2006/main">
            <a:r>
              <a:t>			"WebSockets"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unreal/DriveIntegration/Source/DriveIntegration/DriveIntegration.Build.cs:13-20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unreal/DriveIntegration/Source/DriveIntegration/DriveIntegration.Build.cs:13-20  DriveIntegration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unreal/DriveIntegration/Source/DriveIntegration/SimCoreClientComponent.cpp:50-84  USimCoreClientComponent::BeginPlay</a:t>
            </a:r>
          </a:p>
          <a:p xmlns:a="http://schemas.openxmlformats.org/drawingml/2006/main">
            <a:r>
              <a:t>unreal/DriveIntegration/Source/DriveIntegration/DriveIntegration.Build.cs:5-26  DriveIntegration</a:t>
            </a:r>
          </a:p>
          <a:p xmlns:a="http://schemas.openxmlformats.org/drawingml/2006/main">
            <a:r>
              <a:t>Epic UE 5.6 Actor 생명주기: https://dev.epicgames.com/documentation/en-us/unreal-engine/unreal-engine-actor-lifecycle?application_version=5.6</a:t>
            </a:r>
          </a:p>
          <a:p xmlns:a="http://schemas.openxmlformats.org/drawingml/2006/main">
            <a:r>
              <a:t>Epic UE 5.6 모듈과 API: https://dev.epicgames.com/documentation/en-us/unreal-engine/API/QuickStart?application_version=5.6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unreal/DriveIntegration/Source/DriveIntegration/SimCoreClientComponent.cpp:50-84  USimCoreClientComponent::BeginPlay</a:t>
            </a:r>
          </a:p>
          <a:p xmlns:a="http://schemas.openxmlformats.org/drawingml/2006/main">
            <a:r>
              <a:t>unreal/DriveIntegration/Source/DriveIntegration/DriveIntegration.Build.cs:5-26  DriveIntegration</a:t>
            </a:r>
          </a:p>
          <a:p xmlns:a="http://schemas.openxmlformats.org/drawingml/2006/main">
            <a:r>
              <a:t>Epic UE 5.6 Actor 생명주기: https://dev.epicgames.com/documentation/en-us/unreal-engine/unreal-engine-actor-lifecycle?application_version=5.6</a:t>
            </a:r>
          </a:p>
          <a:p xmlns:a="http://schemas.openxmlformats.org/drawingml/2006/main">
            <a:r>
              <a:t>Epic UE 5.6 모듈과 API: https://dev.epicgames.com/documentation/en-us/unreal-engine/API/QuickStart?application_version=5.6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unreal/DriveIntegration/Source/DriveIntegration/SimCoreClientComponent.cpp:50-84  USimCoreClientComponent::BeginPlay</a:t>
            </a:r>
          </a:p>
          <a:p xmlns:a="http://schemas.openxmlformats.org/drawingml/2006/main">
            <a:r>
              <a:t>unreal/DriveIntegration/Source/DriveIntegration/DriveIntegration.Build.cs:5-26  DriveIntegration</a:t>
            </a:r>
          </a:p>
          <a:p xmlns:a="http://schemas.openxmlformats.org/drawingml/2006/main">
            <a:r>
              <a:t>Epic UE 5.6 Actor 생명주기: https://dev.epicgames.com/documentation/en-us/unreal-engine/unreal-engine-actor-lifecycle?application_version=5.6</a:t>
            </a:r>
          </a:p>
          <a:p xmlns:a="http://schemas.openxmlformats.org/drawingml/2006/main">
            <a:r>
              <a:t>Epic UE 5.6 모듈과 API: https://dev.epicgames.com/documentation/en-us/unreal-engine/API/QuickStart?application_version=5.6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페달과 조향을 하나의 최신 명령으로 모아 전송하는 방법을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unreal/DriveIntegration/Config/DefaultInput.ini:87-114  AxisMappings</a:t>
            </a:r>
          </a:p>
          <a:p xmlns:a="http://schemas.openxmlformats.org/drawingml/2006/main">
            <a:r>
              <a:t>unreal/DriveIntegration/Source/DriveIntegration/SimCoreVehicleControlResolver.cpp:5-71  Resolve</a:t>
            </a:r>
          </a:p>
          <a:p xmlns:a="http://schemas.openxmlformats.org/drawingml/2006/main">
            <a:r>
              <a:t>Epic UE 5.6 입력: https://dev.epicgames.com/documentation/en-us/unreal-engine/input-overview-in-unreal-engine?application_version=5.6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unreal/DriveIntegration/Config/DefaultInput.ini:87-114  AxisMappings</a:t>
            </a:r>
          </a:p>
          <a:p xmlns:a="http://schemas.openxmlformats.org/drawingml/2006/main">
            <a:r>
              <a:t>unreal/DriveIntegration/Source/DriveIntegration/SimCoreVehicleControlResolver.cpp:5-71  Resolve</a:t>
            </a:r>
          </a:p>
          <a:p xmlns:a="http://schemas.openxmlformats.org/drawingml/2006/main">
            <a:r>
              <a:t>Epic UE 5.6 입력: https://dev.epicgames.com/documentation/en-us/unreal-engine/input-overview-in-unreal-engine?application_version=5.6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const bool bForwardPressed = Input.ForwardPedal &gt; KINDA_SMALL_NUMBER;</a:t>
            </a:r>
          </a:p>
          <a:p xmlns:a="http://schemas.openxmlformats.org/drawingml/2006/main">
            <a:r>
              <a:t>	const bool bReversePressed = Input.ReversePedal &gt; KINDA_SMALL_NUMBER;</a:t>
            </a:r>
          </a:p>
          <a:p xmlns:a="http://schemas.openxmlformats.org/drawingml/2006/main">
            <a:r>
              <a:t>	if (bForwardPressed &amp;&amp; bReversePressed)</a:t>
            </a:r>
          </a:p>
          <a:p xmlns:a="http://schemas.openxmlformats.org/drawingml/2006/main">
            <a:r>
              <a:t>	{</a:t>
            </a:r>
          </a:p>
          <a:p xmlns:a="http://schemas.openxmlformats.org/drawingml/2006/main">
            <a:r>
              <a:t>		// Conflicting pedals can never create drive torque.</a:t>
            </a:r>
          </a:p>
          <a:p xmlns:a="http://schemas.openxmlformats.org/drawingml/2006/main">
            <a:r>
              <a:t>		Output.Brake = FMath::Max(Input.ForwardPedal, Input.ReversePedal);</a:t>
            </a:r>
          </a:p>
          <a:p xmlns:a="http://schemas.openxmlformats.org/drawingml/2006/main">
            <a:r>
              <a:t>	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unreal/DriveIntegration/Source/DriveIntegration/SimCoreVehicleControlResolver.cpp:12-18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unreal/DriveIntegration/Source/DriveIntegration/SimCoreVehicleControlResolver.cpp:12-18  Resolve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unreal/DriveIntegration/Config/DefaultInput.ini:87-114  AxisMappings</a:t>
            </a:r>
          </a:p>
          <a:p xmlns:a="http://schemas.openxmlformats.org/drawingml/2006/main">
            <a:r>
              <a:t>unreal/DriveIntegration/Source/DriveIntegration/SimCoreVehicleControlResolver.cpp:5-71  Resolve</a:t>
            </a:r>
          </a:p>
          <a:p xmlns:a="http://schemas.openxmlformats.org/drawingml/2006/main">
            <a:r>
              <a:t>Epic UE 5.6 입력: https://dev.epicgames.com/documentation/en-us/unreal-engine/input-overview-in-unreal-engine?application_version=5.6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unreal/DriveIntegration/Config/DefaultInput.ini:87-114  AxisMappings</a:t>
            </a:r>
          </a:p>
          <a:p xmlns:a="http://schemas.openxmlformats.org/drawingml/2006/main">
            <a:r>
              <a:t>unreal/DriveIntegration/Source/DriveIntegration/SimCoreVehicleControlResolver.cpp:5-71  Resolve</a:t>
            </a:r>
          </a:p>
          <a:p xmlns:a="http://schemas.openxmlformats.org/drawingml/2006/main">
            <a:r>
              <a:t>Epic UE 5.6 입력: https://dev.epicgames.com/documentation/en-us/unreal-engine/input-overview-in-unreal-engine?application_version=5.6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unreal/DriveIntegration/Config/DefaultInput.ini:87-114  AxisMappings</a:t>
            </a:r>
          </a:p>
          <a:p xmlns:a="http://schemas.openxmlformats.org/drawingml/2006/main">
            <a:r>
              <a:t>unreal/DriveIntegration/Source/DriveIntegration/SimCoreVehicleControlResolver.cpp:5-71  Resolve</a:t>
            </a:r>
          </a:p>
          <a:p xmlns:a="http://schemas.openxmlformats.org/drawingml/2006/main">
            <a:r>
              <a:t>Epic UE 5.6 입력: https://dev.epicgames.com/documentation/en-us/unreal-engine/input-overview-in-unreal-engine?application_version=5.6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unreal/DriveIntegration/Config/DefaultInput.ini:87-114  AxisMappings</a:t>
            </a:r>
          </a:p>
          <a:p xmlns:a="http://schemas.openxmlformats.org/drawingml/2006/main">
            <a:r>
              <a:t>unreal/DriveIntegration/Source/DriveIntegration/SimCoreVehicleControlResolver.cpp:5-71  Resolve</a:t>
            </a:r>
          </a:p>
          <a:p xmlns:a="http://schemas.openxmlformats.org/drawingml/2006/main">
            <a:r>
              <a:t>Epic UE 5.6 입력: https://dev.epicgames.com/documentation/en-us/unreal-engine/input-overview-in-unreal-engine?application_version=5.6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unreal/DriveIntegration/Config/DefaultInput.ini:87-114  AxisMappings</a:t>
            </a:r>
          </a:p>
          <a:p xmlns:a="http://schemas.openxmlformats.org/drawingml/2006/main">
            <a:r>
              <a:t>unreal/DriveIntegration/Source/DriveIntegration/SimCoreVehicleControlResolver.cpp:5-71  Resolve</a:t>
            </a:r>
          </a:p>
          <a:p xmlns:a="http://schemas.openxmlformats.org/drawingml/2006/main">
            <a:r>
              <a:t>Epic UE 5.6 입력: https://dev.epicgames.com/documentation/en-us/unreal-engine/input-overview-in-unreal-engine?application_version=5.6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전송한 명령이 어떤 바이트가 되고 수신 작업은 어디서 실행되는지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unreal/DriveIntegration/Source/DriveIntegration/SimCoreSteeringInput.cpp:5-48  AdvanceKeyboardCommand</a:t>
            </a:r>
          </a:p>
          <a:p xmlns:a="http://schemas.openxmlformats.org/drawingml/2006/main">
            <a:r>
              <a:t>unreal/DriveIntegration/Source/DriveIntegration/SimCoreClientComponent.cpp:740-766  USimCoreClientComponent::ShouldSendControl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const float Target = bLeftPressed == bRightPressed</a:t>
            </a:r>
          </a:p>
          <a:p xmlns:a="http://schemas.openxmlformats.org/drawingml/2006/main">
            <a:r>
              <a:t>		? 0.0f</a:t>
            </a:r>
          </a:p>
          <a:p xmlns:a="http://schemas.openxmlformats.org/drawingml/2006/main">
            <a:r>
              <a:t>		: (bLeftPressed ? 1.0f : -1.0f);</a:t>
            </a:r>
          </a:p>
          <a:p xmlns:a="http://schemas.openxmlformats.org/drawingml/2006/main">
            <a:r>
              <a:t>	const float RequestedRate = FMath::IsNearlyZero(Target)</a:t>
            </a:r>
          </a:p>
          <a:p xmlns:a="http://schemas.openxmlformats.org/drawingml/2006/main">
            <a:r>
              <a:t>		? ReturnRatePerSecond</a:t>
            </a:r>
          </a:p>
          <a:p xmlns:a="http://schemas.openxmlformats.org/drawingml/2006/main">
            <a:r>
              <a:t>		: RiseRatePerSecond;</a:t>
            </a:r>
          </a:p>
          <a:p xmlns:a="http://schemas.openxmlformats.org/drawingml/2006/main">
            <a:r>
              <a:t>	const float SafeRate = FMath::IsFinite(RequestedRate)</a:t>
            </a:r>
          </a:p>
          <a:p xmlns:a="http://schemas.openxmlformats.org/drawingml/2006/main">
            <a:r>
              <a:t>		? FMath::Max(RequestedRate, 0.0f)</a:t>
            </a:r>
          </a:p>
          <a:p xmlns:a="http://schemas.openxmlformats.org/drawingml/2006/main">
            <a:r>
              <a:t>		: 0.0f;</a:t>
            </a:r>
          </a:p>
          <a:p xmlns:a="http://schemas.openxmlformats.org/drawingml/2006/main">
            <a:r>
              <a:t>	return FMath::FInterpConstantTo(SafeCurrent, Target, DeltaSeconds, SafeRate);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unreal/DriveIntegration/Source/DriveIntegration/SimCoreSteeringInput.cpp:18-27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unreal/DriveIntegration/Source/DriveIntegration/SimCoreSteeringInput.cpp:18-27  AdvanceKeyboardCommand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unreal/DriveIntegration/Source/DriveIntegration/SimCoreSteeringInput.cpp:5-48  AdvanceKeyboardCommand</a:t>
            </a:r>
          </a:p>
          <a:p xmlns:a="http://schemas.openxmlformats.org/drawingml/2006/main">
            <a:r>
              <a:t>unreal/DriveIntegration/Source/DriveIntegration/SimCoreClientComponent.cpp:740-766  USimCoreClientComponent::ShouldSendControl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unreal/DriveIntegration/Source/DriveIntegration/ExternalVehiclePawn.cpp:278-321  AExternalVehiclePawn::SetupPlayerInputComponent</a:t>
            </a:r>
          </a:p>
          <a:p xmlns:a="http://schemas.openxmlformats.org/drawingml/2006/main">
            <a:r>
              <a:t>unreal/DriveIntegration/Source/DriveIntegration/ExternalVehiclePawn.cpp:782-787  AExternalVehiclePawn::SetSteering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PendingControl.Throttle = ApplyInputDeadzone(FMath::Clamp(Throttle, 0.0f, 1.0f));</a:t>
            </a:r>
          </a:p>
          <a:p xmlns:a="http://schemas.openxmlformats.org/drawingml/2006/main">
            <a:r>
              <a:t>	PendingControl.Brake = ApplyInputDeadzone(FMath::Clamp(Brake, 0.0f, 1.0f));</a:t>
            </a:r>
          </a:p>
          <a:p xmlns:a="http://schemas.openxmlformats.org/drawingml/2006/main">
            <a:r>
              <a:t>	PendingControl.Steering = ApplyInputDeadzone(FMath::Clamp(Steering, -1.0f, 1.0f));</a:t>
            </a:r>
          </a:p>
          <a:p xmlns:a="http://schemas.openxmlformats.org/drawingml/2006/main">
            <a:r>
              <a:t>	PendingControl.bHandbrake = bSideBrake;</a:t>
            </a:r>
          </a:p>
          <a:p xmlns:a="http://schemas.openxmlformats.org/drawingml/2006/main">
            <a:r>
              <a:t>	PendingControl.Gear = Gear;</a:t>
            </a:r>
          </a:p>
          <a:p xmlns:a="http://schemas.openxmlformats.org/drawingml/2006/main">
            <a:r>
              <a:t>	bControlDirty = HasMeaningfulControlChange();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unreal/DriveIntegration/Source/DriveIntegration/SimCoreClientComponent.cpp:131-136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unreal/DriveIntegration/Source/DriveIntegration/SimCoreClientComponent.cpp:131-136  USimCoreClientComponent::SetControl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unreal/DriveIntegration/Source/DriveIntegration/SimCoreSteeringInput.cpp:5-48  AdvanceKeyboardCommand</a:t>
            </a:r>
          </a:p>
          <a:p xmlns:a="http://schemas.openxmlformats.org/drawingml/2006/main">
            <a:r>
              <a:t>unreal/DriveIntegration/Source/DriveIntegration/SimCoreClientComponent.cpp:740-766  USimCoreClientComponent::ShouldSendControl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unreal/DriveIntegration/Source/DriveIntegration/SimCoreSteeringInput.cpp:5-48  AdvanceKeyboardCommand</a:t>
            </a:r>
          </a:p>
          <a:p xmlns:a="http://schemas.openxmlformats.org/drawingml/2006/main">
            <a:r>
              <a:t>unreal/DriveIntegration/Source/DriveIntegration/SimCoreClientComponent.cpp:740-766  USimCoreClientComponent::ShouldSendControl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unreal/DriveIntegration/Source/DriveIntegration/SimCoreSteeringInput.cpp:5-48  AdvanceKeyboardCommand</a:t>
            </a:r>
          </a:p>
          <a:p xmlns:a="http://schemas.openxmlformats.org/drawingml/2006/main">
            <a:r>
              <a:t>unreal/DriveIntegration/Source/DriveIntegration/SimCoreClientComponent.cpp:740-766  USimCoreClientComponent::ShouldSendControl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unreal/DriveIntegration/Source/DriveIntegration/SimCoreSteeringInput.cpp:5-48  AdvanceKeyboardCommand</a:t>
            </a:r>
          </a:p>
          <a:p xmlns:a="http://schemas.openxmlformats.org/drawingml/2006/main">
            <a:r>
              <a:t>unreal/DriveIntegration/Source/DriveIntegration/SimCoreClientComponent.cpp:740-766  USimCoreClientComponent::ShouldSendControl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Play 시작과 운전 명령 만들기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통신이 잠깐 멈췄을 때 화면을 어떻게 그릴지 다룹니다.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통신이 잠깐 멈췄을 때 화면을 어떻게 그릴지 다룹니다.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형식이 맞는 상태 중에서도 이번 맵과 Play에 속한 결과만 선택합니다.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unreal/DriveIntegration/Source/DriveIntegration/SimCoreProtocol.cpp:934-968  SerializeControlEnvelope</a:t>
            </a:r>
          </a:p>
          <a:p xmlns:a="http://schemas.openxmlformats.org/drawingml/2006/main">
            <a:r>
              <a:t>unreal/DriveIntegration/Source/DriveIntegration/SimCoreClientComponent.cpp:906-949  USimCoreClientComponent::ApplyBinaryMessage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unreal/DriveIntegration/Source/DriveIntegration/SimCoreProtocol.cpp:934-968  SerializeControlEnvelope</a:t>
            </a:r>
          </a:p>
          <a:p xmlns:a="http://schemas.openxmlformats.org/drawingml/2006/main">
            <a:r>
              <a:t>unreal/DriveIntegration/Source/DriveIntegration/SimCoreClientComponent.cpp:906-949  USimCoreClientComponent::ApplyBinaryMessage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		const bool bFragmentTooLarge = Size &gt; static_cast&lt;SIZE_T&gt;(MAX_int32)</a:t>
            </a:r>
          </a:p>
          <a:p xmlns:a="http://schemas.openxmlformats.org/drawingml/2006/main">
            <a:r>
              <a:t>				|| Size &gt; static_cast&lt;SIZE_T&gt;(MaxIncomingMessageBytes)</a:t>
            </a:r>
          </a:p>
          <a:p xmlns:a="http://schemas.openxmlformats.org/drawingml/2006/main">
            <a:r>
              <a:t>				|| (Size &gt; 0 &amp;&amp; Data == nullptr);</a:t>
            </a:r>
          </a:p>
          <a:p xmlns:a="http://schemas.openxmlformats.org/drawingml/2006/main">
            <a:r>
              <a:t>			TArray&lt;uint8&gt; Fragment;</a:t>
            </a:r>
          </a:p>
          <a:p xmlns:a="http://schemas.openxmlformats.org/drawingml/2006/main">
            <a:r>
              <a:t>			if (!bFragmentTooLarge &amp;&amp; Size &gt; 0)</a:t>
            </a:r>
          </a:p>
          <a:p xmlns:a="http://schemas.openxmlformats.org/drawingml/2006/main">
            <a:r>
              <a:t>			{</a:t>
            </a:r>
          </a:p>
          <a:p xmlns:a="http://schemas.openxmlformats.org/drawingml/2006/main">
            <a:r>
              <a:t>				Fragment.Append(static_cast&lt;const uint8*&gt;(Data), static_cast&lt;int32&gt;(Size));</a:t>
            </a:r>
          </a:p>
          <a:p xmlns:a="http://schemas.openxmlformats.org/drawingml/2006/main">
            <a:r>
              <a:t>			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unreal/DriveIntegration/Source/DriveIntegration/SimCoreClientComponent.cpp:640-647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unreal/DriveIntegration/Source/DriveIntegration/SimCoreClientComponent.cpp:640-647  USimCoreClientComponent::BindSocketDelegates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unreal/DriveIntegration/Source/DriveIntegration/SimCoreProtocol.cpp:934-968  SerializeControlEnvelope</a:t>
            </a:r>
          </a:p>
          <a:p xmlns:a="http://schemas.openxmlformats.org/drawingml/2006/main">
            <a:r>
              <a:t>unreal/DriveIntegration/Source/DriveIntegration/SimCoreClientComponent.cpp:906-949  USimCoreClientComponent::ApplyBinaryMessage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if (IsInGameThread())</a:t>
            </a:r>
          </a:p>
          <a:p xmlns:a="http://schemas.openxmlformats.org/drawingml/2006/main">
            <a:r>
              <a:t>	{</a:t>
            </a:r>
          </a:p>
          <a:p xmlns:a="http://schemas.openxmlformats.org/drawingml/2006/main">
            <a:r>
              <a:t>		Callback();</a:t>
            </a:r>
          </a:p>
          <a:p xmlns:a="http://schemas.openxmlformats.org/drawingml/2006/main">
            <a:r>
              <a:t>		return;</a:t>
            </a:r>
          </a:p>
          <a:p xmlns:a="http://schemas.openxmlformats.org/drawingml/2006/main">
            <a:r>
              <a:t>	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	AsyncTask(ENamedThreads::GameThread, Forward&lt;CallbackType&gt;(Callback));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unreal/DriveIntegration/Source/DriveIntegration/SimCoreClientComponent.cpp:20-26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unreal/DriveIntegration/Source/DriveIntegration/SimCoreClientComponent.cpp:20-26  ApplyOnGameThread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unreal/DriveIntegration/Source/DriveIntegration/SimCoreProtocol.cpp:934-968  SerializeControlEnvelope</a:t>
            </a:r>
          </a:p>
          <a:p xmlns:a="http://schemas.openxmlformats.org/drawingml/2006/main">
            <a:r>
              <a:t>unreal/DriveIntegration/Source/DriveIntegration/SimCoreClientComponent.cpp:906-949  USimCoreClientComponent::ApplyBinaryMessage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unreal/DriveIntegration/Source/DriveIntegration/SimCoreProtocol.cpp:934-968  SerializeControlEnvelope</a:t>
            </a:r>
          </a:p>
          <a:p xmlns:a="http://schemas.openxmlformats.org/drawingml/2006/main">
            <a:r>
              <a:t>unreal/DriveIntegration/Source/DriveIntegration/SimCoreClientComponent.cpp:906-949  USimCoreClientComponent::ApplyBinaryMessage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unreal/DriveIntegration/Source/DriveIntegration/SimCoreProtocol.cpp:934-968  SerializeControlEnvelope</a:t>
            </a:r>
          </a:p>
          <a:p xmlns:a="http://schemas.openxmlformats.org/drawingml/2006/main">
            <a:r>
              <a:t>unreal/DriveIntegration/Source/DriveIntegration/SimCoreClientComponent.cpp:906-949  USimCoreClientComponent::ApplyBinaryMessage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이번 실행의 최신 결과를 받았지만 다음 결과가 늦게 오면 어떻게 표시할지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unreal/DriveIntegration/Source/DriveIntegration/SimCoreClientComponent.cpp:906-1110  USimCoreClientComponent::ApplyBinaryMessage</a:t>
            </a:r>
          </a:p>
          <a:p xmlns:a="http://schemas.openxmlformats.org/drawingml/2006/main">
            <a:r>
              <a:t>unreal/DriveIntegration/Source/DriveIntegration/SimCoreClientComponent.cpp:767-789  USimCoreClientComponent::SendSimulationReset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unreal/DriveIntegration/Source/DriveIntegration/SimCoreClientComponent.cpp:906-1110  USimCoreClientComponent::ApplyBinaryMessage</a:t>
            </a:r>
          </a:p>
          <a:p xmlns:a="http://schemas.openxmlformats.org/drawingml/2006/main">
            <a:r>
              <a:t>unreal/DriveIntegration/Source/DriveIntegration/SimCoreClientComponent.cpp:767-789  USimCoreClientComponent::SendSimulationReset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bool USimCoreClientComponent::ShouldSendControl() const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	if (!IsConnected() || !bMapHandshakeComplete) return false;</a:t>
            </a:r>
          </a:p>
          <a:p xmlns:a="http://schemas.openxmlformats.org/drawingml/2006/main">
            <a:r>
              <a:t>	const float HeartbeatInterval = 1.0f / FMath::Max(CommandRateHz, 1.0f);</a:t>
            </a:r>
          </a:p>
          <a:p xmlns:a="http://schemas.openxmlformats.org/drawingml/2006/main">
            <a:r>
              <a:t>	const float ChangedInputInterval = 1.0f / FMath::Max(MaxChangedCommandRateHz, 1.0f);</a:t>
            </a:r>
          </a:p>
          <a:p xmlns:a="http://schemas.openxmlformats.org/drawingml/2006/main">
            <a:r>
              <a:t>	return (bControlDirty &amp;&amp; SendAccumulator &gt;= ChangedInputInterval)</a:t>
            </a:r>
          </a:p>
          <a:p xmlns:a="http://schemas.openxmlformats.org/drawingml/2006/main">
            <a:r>
              <a:t>		|| SendAccumulator &gt;= HeartbeatInterval;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unreal/DriveIntegration/Source/DriveIntegration/SimCoreClientComponent.cpp:740-747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unreal/DriveIntegration/Source/DriveIntegration/SimCoreClientComponent.cpp:740-747  USimCoreClientComponent::ShouldSendControl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unreal/DriveIntegration/Source/DriveIntegration/SimCoreClientComponent.cpp:906-1110  USimCoreClientComponent::ApplyBinaryMessage</a:t>
            </a:r>
          </a:p>
          <a:p xmlns:a="http://schemas.openxmlformats.org/drawingml/2006/main">
            <a:r>
              <a:t>unreal/DriveIntegration/Source/DriveIntegration/SimCoreClientComponent.cpp:767-789  USimCoreClientComponent::SendSimulationReset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unreal/DriveIntegration/Source/DriveIntegration/SimCoreClientComponent.cpp:906-1110  USimCoreClientComponent::ApplyBinaryMessage</a:t>
            </a:r>
          </a:p>
          <a:p xmlns:a="http://schemas.openxmlformats.org/drawingml/2006/main">
            <a:r>
              <a:t>unreal/DriveIntegration/Source/DriveIntegration/SimCoreClientComponent.cpp:767-789  USimCoreClientComponent::SendSimulationReset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unreal/DriveIntegration/Source/DriveIntegration/SimCoreClientComponent.cpp:906-1110  USimCoreClientComponent::ApplyBinaryMessage</a:t>
            </a:r>
          </a:p>
          <a:p xmlns:a="http://schemas.openxmlformats.org/drawingml/2006/main">
            <a:r>
              <a:t>unreal/DriveIntegration/Source/DriveIntegration/SimCoreClientComponent.cpp:767-789  USimCoreClientComponent::SendSimulationReset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unreal/DriveIntegration/Source/DriveIntegration/SimCoreClientComponent.cpp:906-1110  USimCoreClientComponent::ApplyBinaryMessage</a:t>
            </a:r>
          </a:p>
          <a:p xmlns:a="http://schemas.openxmlformats.org/drawingml/2006/main">
            <a:r>
              <a:t>unreal/DriveIntegration/Source/DriveIntegration/SimCoreClientComponent.cpp:767-789  USimCoreClientComponent::SendSimulationReset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unreal/DriveIntegration/Source/DriveIntegration/SimCoreClientComponent.cpp:906-1110  USimCoreClientComponent::ApplyBinaryMessage</a:t>
            </a:r>
          </a:p>
          <a:p xmlns:a="http://schemas.openxmlformats.org/drawingml/2006/main">
            <a:r>
              <a:t>unreal/DriveIntegration/Source/DriveIntegration/SimCoreClientComponent.cpp:767-789  USimCoreClientComponent::SendSimulationReset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서버와 같은 실행을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같은 상태를 차체·바퀴·도로·NPC에 일관되게 적용합니다.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같은 상태를 차체·바퀴·도로·NPC에 일관되게 적용합니다.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예측한 위치를 ENU 미터에서 Unreal 좌표와 자세로 변환합니다.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unreal/DriveIntegration/Source/DriveIntegration/SimCoreClientComponent.cpp:139-148  USimCoreClientComponent::GetLatestState</a:t>
            </a:r>
          </a:p>
          <a:p xmlns:a="http://schemas.openxmlformats.org/drawingml/2006/main">
            <a:r>
              <a:t>unreal/DriveIntegration/Source/DriveIntegration/ExternalVehiclePawn.h:109-113  MaxExtrapolationSeconds</a:t>
            </a:r>
          </a:p>
          <a:p xmlns:a="http://schemas.openxmlformats.org/drawingml/2006/main">
            <a:r>
              <a:t>cpp/host/src/config.hpp:17-24  PHYSICS_HZ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if (!bHasState) return false;</a:t>
            </a:r>
          </a:p>
          <a:p xmlns:a="http://schemas.openxmlformats.org/drawingml/2006/main">
            <a:r>
              <a:t>	OutState = LatestState;</a:t>
            </a:r>
          </a:p>
          <a:p xmlns:a="http://schemas.openxmlformats.org/drawingml/2006/main">
            <a:r>
              <a:t>	OutStateAgeSeconds = static_cast&lt;float&gt;(FMath::Max(</a:t>
            </a:r>
          </a:p>
          <a:p xmlns:a="http://schemas.openxmlformats.org/drawingml/2006/main">
            <a:r>
              <a:t>		0.0,</a:t>
            </a:r>
          </a:p>
          <a:p xmlns:a="http://schemas.openxmlformats.org/drawingml/2006/main">
            <a:r>
              <a:t>		FPlatformTime::Seconds() - LatestStateReceiveTimeSeconds));</a:t>
            </a:r>
          </a:p>
          <a:p xmlns:a="http://schemas.openxmlformats.org/drawingml/2006/main">
            <a:r>
              <a:t>	return true;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unreal/DriveIntegration/Source/DriveIntegration/SimCoreClientComponent.cpp:143-148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unreal/DriveIntegration/Source/DriveIntegration/SimCoreClientComponent.cpp:143-148  USimCoreClientComponent::GetLatestState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unreal/DriveIntegration/Source/DriveIntegration/SimCoreClientComponent.cpp:139-148  USimCoreClientComponent::GetLatestState</a:t>
            </a:r>
          </a:p>
          <a:p xmlns:a="http://schemas.openxmlformats.org/drawingml/2006/main">
            <a:r>
              <a:t>unreal/DriveIntegration/Source/DriveIntegration/ExternalVehiclePawn.h:109-113  MaxExtrapolationSeconds</a:t>
            </a:r>
          </a:p>
          <a:p xmlns:a="http://schemas.openxmlformats.org/drawingml/2006/main">
            <a:r>
              <a:t>cpp/host/src/config.hpp:17-24  PHYSICS_HZ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생성된 원리 설명용 개념도입니다. 실제 프로젝트 화면, 측정값 또는 기계 설계도가 아닙니다.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unreal/DriveIntegration/Source/DriveIntegration/SimCoreClientComponent.cpp:139-148  USimCoreClientComponent::GetLatestState</a:t>
            </a:r>
          </a:p>
          <a:p xmlns:a="http://schemas.openxmlformats.org/drawingml/2006/main">
            <a:r>
              <a:t>unreal/DriveIntegration/Source/DriveIntegration/ExternalVehiclePawn.h:109-113  MaxExtrapolationSeconds</a:t>
            </a:r>
          </a:p>
          <a:p xmlns:a="http://schemas.openxmlformats.org/drawingml/2006/main">
            <a:r>
              <a:t>cpp/host/src/config.hpp:17-24  PHYSICS_HZ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unreal/DriveIntegration/Source/DriveIntegration/SimCoreClientComponent.cpp:139-148  USimCoreClientComponent::GetLatestState</a:t>
            </a:r>
          </a:p>
          <a:p xmlns:a="http://schemas.openxmlformats.org/drawingml/2006/main">
            <a:r>
              <a:t>unreal/DriveIntegration/Source/DriveIntegration/ExternalVehiclePawn.h:109-113  MaxExtrapolationSeconds</a:t>
            </a:r>
          </a:p>
          <a:p xmlns:a="http://schemas.openxmlformats.org/drawingml/2006/main">
            <a:r>
              <a:t>cpp/host/src/config.hpp:17-24  PHYSICS_HZ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unreal/DriveIntegration/Source/DriveIntegration/SimCoreClientComponent.cpp:139-148  USimCoreClientComponent::GetLatestState</a:t>
            </a:r>
          </a:p>
          <a:p xmlns:a="http://schemas.openxmlformats.org/drawingml/2006/main">
            <a:r>
              <a:t>unreal/DriveIntegration/Source/DriveIntegration/ExternalVehiclePawn.h:109-113  MaxExtrapolationSeconds</a:t>
            </a:r>
          </a:p>
          <a:p xmlns:a="http://schemas.openxmlformats.org/drawingml/2006/main">
            <a:r>
              <a:t>cpp/host/src/config.hpp:17-24  PHYSICS_HZ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FVehiclePresentationSample Sample;</a:t>
            </a:r>
          </a:p>
          <a:p xmlns:a="http://schemas.openxmlformats.org/drawingml/2006/main">
            <a:r>
              <a:t>	const double ClampedStateAgeSeconds = FMath::Max(0.0, static_cast&lt;double&gt;(StateAgeSeconds));</a:t>
            </a:r>
          </a:p>
          <a:p xmlns:a="http://schemas.openxmlformats.org/drawingml/2006/main">
            <a:r>
              <a:t>	const double PredictionSeconds = FMath::Min(</a:t>
            </a:r>
          </a:p>
          <a:p xmlns:a="http://schemas.openxmlformats.org/drawingml/2006/main">
            <a:r>
              <a:t>		ClampedStateAgeSeconds,</a:t>
            </a:r>
          </a:p>
          <a:p xmlns:a="http://schemas.openxmlformats.org/drawingml/2006/main">
            <a:r>
              <a:t>		FMath::Max(0.0, static_cast&lt;double&gt;(MaxExtrapolationSeconds)));</a:t>
            </a:r>
          </a:p>
          <a:p xmlns:a="http://schemas.openxmlformats.org/drawingml/2006/main">
            <a:r>
              <a:t>	const FVector2d VelocityEnu = SimCoreCoordinateFrames::BodyFluVelocityToEnu(</a:t>
            </a:r>
          </a:p>
          <a:p xmlns:a="http://schemas.openxmlformats.org/drawingml/2006/main">
            <a:r>
              <a:t>		State.LinearVelocityBody,</a:t>
            </a:r>
          </a:p>
          <a:p xmlns:a="http://schemas.openxmlformats.org/drawingml/2006/main">
            <a:r>
              <a:t>		State.HeadingDegrees);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unreal/DriveIntegration/Source/DriveIntegration/SimCorePresentation.cpp:44-51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unreal/DriveIntegration/Source/DriveIntegration/SimCorePresentation.cpp:44-51  BuildVehicleSample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unreal/DriveIntegration/Source/DriveIntegration/SimCoreClientComponent.cpp:139-148  USimCoreClientComponent::GetLatestState</a:t>
            </a:r>
          </a:p>
          <a:p xmlns:a="http://schemas.openxmlformats.org/drawingml/2006/main">
            <a:r>
              <a:t>unreal/DriveIntegration/Source/DriveIntegration/ExternalVehiclePawn.h:109-113  MaxExtrapolationSeconds</a:t>
            </a:r>
          </a:p>
          <a:p xmlns:a="http://schemas.openxmlformats.org/drawingml/2006/main">
            <a:r>
              <a:t>cpp/host/src/config.hpp:17-24  PHYSICS_HZ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지면 접촉 법선에 따른 높이 예측은 BuildVehicleSample 뒤쪽의 별도 분기입니다. 표는 평지에서 일정한 속도라는 조건의 교육 예시입니다.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unreal/DriveIntegration/Source/DriveIntegration/SimCorePresentation.cpp:44-96  BuildVehicleSample</a:t>
            </a:r>
          </a:p>
          <a:p xmlns:a="http://schemas.openxmlformats.org/drawingml/2006/main">
            <a:r>
              <a:t>unreal/DriveIntegration/Source/DriveIntegration/ExternalVehiclePawn.h:109-113  StateStaleTimeoutSeconds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unreal/DriveIntegration/Source/DriveIntegration/ExternalVehiclePawn.h:109-113  StateStaleTimeoutSeconds</a:t>
            </a:r>
          </a:p>
          <a:p xmlns:a="http://schemas.openxmlformats.org/drawingml/2006/main">
            <a:r>
              <a:t>unreal/DriveIntegration/Source/DriveIntegration/SimCoreClientComponent.h:89-91  HealthStateStaleTimeoutSeconds</a:t>
            </a:r>
          </a:p>
          <a:p xmlns:a="http://schemas.openxmlformats.org/drawingml/2006/main">
            <a:r>
              <a:t>cpp/host/src/config.hpp:20-24  COMMAND_TIMEOUT_NS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unreal/DriveIntegration/Source/DriveIntegration/ExternalVehiclePawn.h:109-113  StateStaleTimeoutSeconds</a:t>
            </a:r>
          </a:p>
          <a:p xmlns:a="http://schemas.openxmlformats.org/drawingml/2006/main">
            <a:r>
              <a:t>unreal/DriveIntegration/Source/DriveIntegration/SimCoreClientComponent.h:89-91  HealthStateStaleTimeoutSeconds</a:t>
            </a:r>
          </a:p>
          <a:p xmlns:a="http://schemas.openxmlformats.org/drawingml/2006/main">
            <a:r>
              <a:t>cpp/host/src/config.hpp:20-24  COMMAND_TIMEOUT_NS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cpp/host/src/control/control_lease.hpp:154-183  update_timeout</a:t>
            </a:r>
          </a:p>
          <a:p xmlns:a="http://schemas.openxmlformats.org/drawingml/2006/main">
            <a:r>
              <a:t>cpp/host/src/config.hpp:17-24  HARD_COMMAND_TIMEOUT_NS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unreal/DriveIntegration/Source/DriveIntegration/SimCoreClientComponent.cpp:139-148  USimCoreClientComponent::GetLatestState</a:t>
            </a:r>
          </a:p>
          <a:p xmlns:a="http://schemas.openxmlformats.org/drawingml/2006/main">
            <a:r>
              <a:t>unreal/DriveIntegration/Source/DriveIntegration/ExternalVehiclePawn.h:109-113  MaxExtrapolationSeconds</a:t>
            </a:r>
          </a:p>
          <a:p xmlns:a="http://schemas.openxmlformats.org/drawingml/2006/main">
            <a:r>
              <a:t>cpp/host/src/config.hpp:17-24  PHYSICS_HZ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unreal/DriveIntegration/Source/DriveIntegration/SimCoreClientComponent.cpp:139-148  USimCoreClientComponent::GetLatestState</a:t>
            </a:r>
          </a:p>
          <a:p xmlns:a="http://schemas.openxmlformats.org/drawingml/2006/main">
            <a:r>
              <a:t>unreal/DriveIntegration/Source/DriveIntegration/ExternalVehiclePawn.h:109-113  MaxExtrapolationSeconds</a:t>
            </a:r>
          </a:p>
          <a:p xmlns:a="http://schemas.openxmlformats.org/drawingml/2006/main">
            <a:r>
              <a:t>cpp/host/src/config.hpp:17-24  PHYSICS_HZ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변환한 차체 상태와 지면·바퀴·NPC 표시의 정합성을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unreal/DriveIntegration/Source/DriveIntegration/SimCoreCoordinateFrames.cpp:123-147  MapEnuPositionMetersToUnrealCentimeters</a:t>
            </a:r>
          </a:p>
          <a:p xmlns:a="http://schemas.openxmlformats.org/drawingml/2006/main">
            <a:r>
              <a:t>unreal/DriveIntegration/Source/DriveIntegration/SimCoreCoordinateFrames.cpp:326-363  BuildUnrealActorRotation</a:t>
            </a:r>
          </a:p>
          <a:p xmlns:a="http://schemas.openxmlformats.org/drawingml/2006/main">
            <a:r>
              <a:t>Epic UE 5.6 좌표계: https://dev.epicgames.com/documentation/en-us/unreal-engine/coordinate-system-and-spaces-in-unreal-engine?application_version=5.6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생성된 교육용 개념도, 실제 프로젝트 화면이 아닙니다.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unreal/DriveIntegration/Source/DriveIntegration/SimCoreCoordinateFrames.cpp:123-147  MapEnuPositionMetersToUnrealCentimeters</a:t>
            </a:r>
          </a:p>
          <a:p xmlns:a="http://schemas.openxmlformats.org/drawingml/2006/main">
            <a:r>
              <a:t>unreal/DriveIntegration/Source/DriveIntegration/SimCoreCoordinateFrames.cpp:326-363  BuildUnrealActorRotation</a:t>
            </a:r>
          </a:p>
          <a:p xmlns:a="http://schemas.openxmlformats.org/drawingml/2006/main">
            <a:r>
              <a:t>Epic UE 5.6 좌표계: https://dev.epicgames.com/documentation/en-us/unreal-engine/coordinate-system-and-spaces-in-unreal-engine?application_version=5.6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unreal/DriveIntegration/Source/DriveIntegration/SimCoreCoordinateFrames.cpp:123-147  MapEnuPositionMetersToUnrealCentimeters</a:t>
            </a:r>
          </a:p>
          <a:p xmlns:a="http://schemas.openxmlformats.org/drawingml/2006/main">
            <a:r>
              <a:t>unreal/DriveIntegration/Source/DriveIntegration/SimCoreCoordinateFrames.cpp:326-363  BuildUnrealActorRotation</a:t>
            </a:r>
          </a:p>
          <a:p xmlns:a="http://schemas.openxmlformats.org/drawingml/2006/main">
            <a:r>
              <a:t>Epic UE 5.6 좌표계: https://dev.epicgames.com/documentation/en-us/unreal-engine/coordinate-system-and-spaces-in-unreal-engine?application_version=5.6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FVector MapEnuPositionMetersToUnrealCentimeters(</a:t>
            </a:r>
          </a:p>
          <a:p xmlns:a="http://schemas.openxmlformats.org/drawingml/2006/main">
            <a:r>
              <a:t>	const FVector3d&amp; PositionEnuMeters,</a:t>
            </a:r>
          </a:p>
          <a:p xmlns:a="http://schemas.openxmlformats.org/drawingml/2006/main">
            <a:r>
              <a:t>	const FVector&amp; PresentationOffsetCentimeters)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	return FVector(MapEnuPolarVectorToUnrealWorld(PositionEnuMeters) * 100.0)</a:t>
            </a:r>
          </a:p>
          <a:p xmlns:a="http://schemas.openxmlformats.org/drawingml/2006/main">
            <a:r>
              <a:t>		+ PresentationOffsetCentimeters;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unreal/DriveIntegration/Source/DriveIntegration/SimCoreCoordinateFrames.cpp:133-139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unreal/DriveIntegration/Source/DriveIntegration/SimCoreCoordinateFrames.cpp:133-139  MapEnuPositionMetersToUnrealCentimeters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unreal/DriveIntegration/Source/DriveIntegration/SimCoreCoordinateFrames.cpp:123-147  MapEnuPositionMetersToUnrealCentimeters</a:t>
            </a:r>
          </a:p>
          <a:p xmlns:a="http://schemas.openxmlformats.org/drawingml/2006/main">
            <a:r>
              <a:t>unreal/DriveIntegration/Source/DriveIntegration/SimCoreCoordinateFrames.cpp:326-363  BuildUnrealActorRotation</a:t>
            </a:r>
          </a:p>
          <a:p xmlns:a="http://schemas.openxmlformats.org/drawingml/2006/main">
            <a:r>
              <a:t>Epic UE 5.6 좌표계: https://dev.epicgames.com/documentation/en-us/unreal-engine/coordinate-system-and-spaces-in-unreal-engine?application_version=5.6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unreal/DriveIntegration/Source/DriveIntegration/SimCoreCoordinateFrames.cpp:123-147  MapEnuPositionMetersToUnrealCentimeters</a:t>
            </a:r>
          </a:p>
          <a:p xmlns:a="http://schemas.openxmlformats.org/drawingml/2006/main">
            <a:r>
              <a:t>unreal/DriveIntegration/Source/DriveIntegration/SimCoreCoordinateFrames.cpp:326-363  BuildUnrealActorRotation</a:t>
            </a:r>
          </a:p>
          <a:p xmlns:a="http://schemas.openxmlformats.org/drawingml/2006/main">
            <a:r>
              <a:t>Epic UE 5.6 좌표계: https://dev.epicgames.com/documentation/en-us/unreal-engine/coordinate-system-and-spaces-in-unreal-engine?application_version=5.6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unreal/DriveIntegration/Source/DriveIntegration/SimCoreCoordinateFrames.cpp:109-118  ChangeOrientationBasis</a:t>
            </a:r>
          </a:p>
          <a:p xmlns:a="http://schemas.openxmlformats.org/drawingml/2006/main">
            <a:r>
              <a:t>unreal/DriveIntegration/Source/DriveIntegration/SimCoreCoordinateFrames.cpp:267-285  CanonicalAttitudeToMapEnuQuaternion</a:t>
            </a:r>
          </a:p>
          <a:p xmlns:a="http://schemas.openxmlformats.org/drawingml/2006/main">
            <a:r>
              <a:t>unreal/DriveIntegration/Source/DriveIntegration/SimCoreCoordinateFrames.cpp:353-361  BuildUnrealActorRotation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unreal/DriveIntegration/Source/DriveIntegration/ExternalVehiclePawn.cpp:210-245  AExternalVehiclePawn::Tick</a:t>
            </a:r>
          </a:p>
          <a:p xmlns:a="http://schemas.openxmlformats.org/drawingml/2006/main">
            <a:r>
              <a:t>unreal/DriveIntegration/Source/DriveIntegration/SimCoreCoordinateFrames.cpp:326-363  BuildUnrealActorRotation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unreal/DriveIntegration/Source/DriveIntegration/SimCoreCoordinateFrames.cpp:123-147  MapEnuPositionMetersToUnrealCentimeters</a:t>
            </a:r>
          </a:p>
          <a:p xmlns:a="http://schemas.openxmlformats.org/drawingml/2006/main">
            <a:r>
              <a:t>unreal/DriveIntegration/Source/DriveIntegration/SimCoreCoordinateFrames.cpp:326-363  BuildUnrealActorRotation</a:t>
            </a:r>
          </a:p>
          <a:p xmlns:a="http://schemas.openxmlformats.org/drawingml/2006/main">
            <a:r>
              <a:t>Epic UE 5.6 좌표계: https://dev.epicgames.com/documentation/en-us/unreal-engine/coordinate-system-and-spaces-in-unreal-engine?application_version=5.6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unreal/DriveIntegration/Source/DriveIntegration/SimCoreCoordinateFrames.cpp:123-147  MapEnuPositionMetersToUnrealCentimeters</a:t>
            </a:r>
          </a:p>
          <a:p xmlns:a="http://schemas.openxmlformats.org/drawingml/2006/main">
            <a:r>
              <a:t>unreal/DriveIntegration/Source/DriveIntegration/SimCoreCoordinateFrames.cpp:326-363  BuildUnrealActorRotation</a:t>
            </a:r>
          </a:p>
          <a:p xmlns:a="http://schemas.openxmlformats.org/drawingml/2006/main">
            <a:r>
              <a:t>Epic UE 5.6 좌표계: https://dev.epicgames.com/documentation/en-us/unreal-engine/coordinate-system-and-spaces-in-unreal-engine?application_version=5.6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unreal/DriveIntegration/Source/DriveIntegration/SimCoreCoordinateFrames.cpp:123-147  MapEnuPositionMetersToUnrealCentimeters</a:t>
            </a:r>
          </a:p>
          <a:p xmlns:a="http://schemas.openxmlformats.org/drawingml/2006/main">
            <a:r>
              <a:t>unreal/DriveIntegration/Source/DriveIntegration/SimCoreCoordinateFrames.cpp:326-363  BuildUnrealActorRotation</a:t>
            </a:r>
          </a:p>
          <a:p xmlns:a="http://schemas.openxmlformats.org/drawingml/2006/main">
            <a:r>
              <a:t>Epic UE 5.6 좌표계: https://dev.epicgames.com/documentation/en-us/unreal-engine/coordinate-system-and-spaces-in-unreal-engine?application_version=5.6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늦게 온 상태로 화면 그리기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운전자가 상태를 보고 듣는 HUD·카메라·소리로 이어집니다.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운전자가 상태를 보고 듣는 HUD·카메라·소리로 이어집니다.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같은 접촉 상태로 허브 위치와 바퀴 회전을 구성하는 방법을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unreal/DriveIntegration/Source/DriveIntegration/GroundCollisionExporter.cpp:600-760  AGroundCollisionExporter::ExportGroundSurface</a:t>
            </a:r>
          </a:p>
          <a:p xmlns:a="http://schemas.openxmlformats.org/drawingml/2006/main">
            <a:r>
              <a:t>unreal/DriveIntegration/Source/DriveIntegration/SimCoreNpcPresentationActor.cpp:223-326  ASimCoreNpcPresentationActor::ApplySnapshot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SimCoreGroundSnapshot::FBuildRequest SnapshotRequest;</a:t>
            </a:r>
          </a:p>
          <a:p xmlns:a="http://schemas.openxmlformats.org/drawingml/2006/main">
            <a:r>
              <a:t>	SnapshotRequest.World = World;</a:t>
            </a:r>
          </a:p>
          <a:p xmlns:a="http://schemas.openxmlformats.org/drawingml/2006/main">
            <a:r>
              <a:t>	SnapshotRequest.IgnoredActor = this;</a:t>
            </a:r>
          </a:p>
          <a:p xmlns:a="http://schemas.openxmlformats.org/drawingml/2006/main">
            <a:r>
              <a:t>	SnapshotRequest.GroundActor = GroundActor;</a:t>
            </a:r>
          </a:p>
          <a:p xmlns:a="http://schemas.openxmlformats.org/drawingml/2006/main">
            <a:r>
              <a:t>	SnapshotRequest.SamplingCenterWorldCm = Center;</a:t>
            </a:r>
          </a:p>
          <a:p xmlns:a="http://schemas.openxmlformats.org/drawingml/2006/main">
            <a:r>
              <a:t>	SnapshotRequest.SamplingYaw = YawRotation;</a:t>
            </a:r>
          </a:p>
          <a:p xmlns:a="http://schemas.openxmlformats.org/drawingml/2006/main">
            <a:r>
              <a:t>	SnapshotRequest.MapOriginWorldCm = MapOriginWorldCm;</a:t>
            </a:r>
          </a:p>
          <a:p xmlns:a="http://schemas.openxmlformats.org/drawingml/2006/main">
            <a:r>
              <a:t>	SnapshotRequest.HorizontalExtentXCm = ExtentX;</a:t>
            </a:r>
          </a:p>
          <a:p xmlns:a="http://schemas.openxmlformats.org/drawingml/2006/main">
            <a:r>
              <a:t>	SnapshotRequest.HorizontalExtentYCm = ExtentY;</a:t>
            </a:r>
          </a:p>
          <a:p xmlns:a="http://schemas.openxmlformats.org/drawingml/2006/main">
            <a:r>
              <a:t>	SnapshotRequest.SampleSpacingCm = Spacing;</a:t>
            </a:r>
          </a:p>
          <a:p xmlns:a="http://schemas.openxmlformats.org/drawingml/2006/main">
            <a:r>
              <a:t>	SnapshotRequest.TraceStartZCm = StartZ;</a:t>
            </a:r>
          </a:p>
          <a:p xmlns:a="http://schemas.openxmlformats.org/drawingml/2006/main">
            <a:r>
              <a:t>	SnapshotRequest.TraceEndZCm = EndZ;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unreal/DriveIntegration/Source/DriveIntegration/GroundCollisionExporter.cpp:725-736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unreal/DriveIntegration/Source/DriveIntegration/GroundCollisionExporter.cpp:725-736  AGroundCollisionExporter::ExportGroundSurface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unreal/DriveIntegration/Source/DriveIntegration/GroundCollisionExporter.cpp:725-755  AGroundCollisionExporter::ExportGroundSurface</a:t>
            </a:r>
          </a:p>
          <a:p xmlns:a="http://schemas.openxmlformats.org/drawingml/2006/main">
            <a:r>
              <a:t>unreal/DriveIntegration/Source/DriveIntegration/SimCoreGroundSnapshot.cpp:210-420  SimCoreGroundSnapshot::Build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unreal/DriveIntegration/Source/DriveIntegration/SimCoreClientRuntimeEntities.cpp:58-160  USimCoreClientComponent::TickRuntimeProxyActors</a:t>
            </a:r>
          </a:p>
          <a:p xmlns:a="http://schemas.openxmlformats.org/drawingml/2006/main">
            <a:r>
              <a:t>unreal/DriveIntegration/Source/DriveIntegration/SimCoreNpcPresentationActor.cpp:223-326  ASimCoreNpcPresentationActor::ApplySnapshot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unreal/DriveIntegration/Source/DriveIntegration/ExternalVehiclePawn.cpp:394-453  AExternalVehiclePawn::ConfigureVehicleClass</a:t>
            </a:r>
          </a:p>
          <a:p xmlns:a="http://schemas.openxmlformats.org/drawingml/2006/main">
            <a:r>
              <a:t>unreal/DriveIntegration/Source/DriveIntegration/SimCoreNpcPresentationActor.cpp:163-221  ASimCoreNpcPresentationActor::ConfigureVehicleClass</a:t>
            </a:r>
          </a:p>
          <a:p xmlns:a="http://schemas.openxmlformats.org/drawingml/2006/main">
            <a:r>
              <a:t>unreal/DriveIntegration/Source/DriveIntegrationEditor/BuildSedanVisualCommandlet.cpp:1770-1815  UBuildSedanVisualCommandlet::Main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unreal/DriveIntegration/Source/DriveIntegration/SimCoreTurnSignals.cpp:194-227  USimCoreTurnSignals::UpdateSignal</a:t>
            </a:r>
          </a:p>
          <a:p xmlns:a="http://schemas.openxmlformats.org/drawingml/2006/main">
            <a:r>
              <a:t>unreal/DriveIntegration/Source/DriveIntegration/SimCoreTurnSignals.cpp:155-193  USimCoreTurnSignals::OnRegister</a:t>
            </a:r>
          </a:p>
          <a:p xmlns:a="http://schemas.openxmlformats.org/drawingml/2006/main">
            <a:r>
              <a:t>unreal/DriveIntegration/Source/DriveIntegrationEditor/BuildSedanVisualCommandlet.cpp:1880-1904  UBuildSedanVisualCommandlet::Main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	for (const auto&amp; Patch : Weights.Dents) {</a:t>
            </a:r>
          </a:p>
          <a:p xmlns:a="http://schemas.openxmlformats.org/drawingml/2006/main">
            <a:r>
              <a:t>			const FVector Center(Patch.Position.X * (Patch.Position.X &gt;= 0 ? 203.0 : 230.0),</a:t>
            </a:r>
          </a:p>
          <a:p xmlns:a="http://schemas.openxmlformats.org/drawingml/2006/main">
            <a:r>
              <a:t>				-Patch.Position.Y * 90.0, 8.0);</a:t>
            </a:r>
          </a:p>
          <a:p xmlns:a="http://schemas.openxmlformats.org/drawingml/2006/main">
            <a:r>
              <a:t>			const FVector Inward(Patch.Inward.X,-Patch.Inward.Y,0.0);</a:t>
            </a:r>
          </a:p>
          <a:p xmlns:a="http://schemas.openxmlformats.org/drawingml/2006/main">
            <a:r>
              <a:t>			const FVector Tangent(-Inward.Y,Inward.X,0.0);</a:t>
            </a:r>
          </a:p>
          <a:p xmlns:a="http://schemas.openxmlformats.org/drawingml/2006/main">
            <a:r>
              <a:t>			const FVector Delta = Rest-Center;</a:t>
            </a:r>
          </a:p>
          <a:p xmlns:a="http://schemas.openxmlformats.org/drawingml/2006/main">
            <a:r>
              <a:t>			const double Radius = Patch.RadiusMeters*100.0;</a:t>
            </a:r>
          </a:p>
          <a:p xmlns:a="http://schemas.openxmlformats.org/drawingml/2006/main">
            <a:r>
              <a:t>			const double Across = FVector::DotProduct(Delta,Tangent)/Radius;</a:t>
            </a:r>
          </a:p>
          <a:p xmlns:a="http://schemas.openxmlformats.org/drawingml/2006/main">
            <a:r>
              <a:t>			const double Depth = FVector::DotProduct(Delta,Inward)/38.0;</a:t>
            </a:r>
          </a:p>
          <a:p xmlns:a="http://schemas.openxmlformats.org/drawingml/2006/main">
            <a:r>
              <a:t>			const double Height = Delta.Z/FMath::Max(32.0,Radius*.85);</a:t>
            </a:r>
          </a:p>
          <a:p xmlns:a="http://schemas.openxmlformats.org/drawingml/2006/main">
            <a:r>
              <a:t>			const double Q = Across*Across+Depth*Depth+Height*Height;</a:t>
            </a:r>
          </a:p>
          <a:p xmlns:a="http://schemas.openxmlformats.org/drawingml/2006/main">
            <a:r>
              <a:t>			if (Q &gt;= 1.0) continue;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unreal/DriveIntegration/Source/DriveIntegration/SimCoreDeformableBody.cpp:35-46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unreal/DriveIntegration/Source/DriveIntegration/SimCoreDeformableBody.cpp:35-46  USimCoreDeformableBody::DeformVertex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unreal/DriveIntegration/Source/DriveIntegration/SimCoreDeformableBody.cpp:29-72  USimCoreDeformableBody::DeformVertex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unreal/DriveIntegration/Source/DriveIntegration/ExternalVehiclePawn.cpp:34-40  AExternalVehiclePawn::AExternalVehiclePawn</a:t>
            </a:r>
          </a:p>
          <a:p xmlns:a="http://schemas.openxmlformats.org/drawingml/2006/main">
            <a:r>
              <a:t>unreal/DriveIntegration/Source/DriveIntegration/SimCoreDeformableBody.cpp:73-136  USimCoreDeformableBody::ApplyDamage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unreal/DriveIntegration/Source/DriveIntegration/SimCoreDriverPresentation.cpp:340-374  SimCoreDriverPresentation::BuildTarget</a:t>
            </a:r>
          </a:p>
          <a:p xmlns:a="http://schemas.openxmlformats.org/drawingml/2006/main">
            <a:r>
              <a:t>unreal/DriveIntegration/Source/DriveIntegration/SimCoreDriverPresentation.cpp:390-435  SimCoreDriverPresentation::EvaluateExitSequence</a:t>
            </a:r>
          </a:p>
          <a:p xmlns:a="http://schemas.openxmlformats.org/drawingml/2006/main">
            <a:r>
              <a:t>unreal/DriveIntegration/Source/DriveIntegration/SimCoreDriverPresentation.cpp:451-463  USimCoreDriverPresentationComponent::ApplyAuthoritativeState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unreal/DriveIntegration/Source/DriveIntegration/GroundCollisionExporter.cpp:600-760  AGroundCollisionExporter::ExportGroundSurface</a:t>
            </a:r>
          </a:p>
          <a:p xmlns:a="http://schemas.openxmlformats.org/drawingml/2006/main">
            <a:r>
              <a:t>unreal/DriveIntegration/Source/DriveIntegration/SimCoreNpcPresentationActor.cpp:223-326  ASimCoreNpcPresentationActor::ApplySnapshot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unreal/DriveIntegration/Source/DriveIntegration/GroundCollisionExporter.cpp:600-760  AGroundCollisionExporter::ExportGroundSurface</a:t>
            </a:r>
          </a:p>
          <a:p xmlns:a="http://schemas.openxmlformats.org/drawingml/2006/main">
            <a:r>
              <a:t>unreal/DriveIntegration/Source/DriveIntegration/SimCoreNpcPresentationActor.cpp:223-326  ASimCoreNpcPresentationActor::ApplySnapshot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올바른 차량 상태를 운전자에게 읽기 쉽게 보여 주는 화면과 카메라를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unreal/DriveIntegration/Source/DriveIntegration/SimCorePresentation.cpp:98-245  SimCorePresentation::BuildVehicleSample</a:t>
            </a:r>
          </a:p>
          <a:p xmlns:a="http://schemas.openxmlformats.org/drawingml/2006/main">
            <a:r>
              <a:t>unreal/DriveIntegration/Source/DriveIntegration/SimCoreSuspensionPresentation.cpp:78-130  USimCoreSuspensionPresentation::UpdateLinks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			const double SafeTireRadiusMeters = FMath::Max(</a:t>
            </a:r>
          </a:p>
          <a:p xmlns:a="http://schemas.openxmlformats.org/drawingml/2006/main">
            <a:r>
              <a:t>					static_cast&lt;double&gt;(VisualTireRadiusMeters),</a:t>
            </a:r>
          </a:p>
          <a:p xmlns:a="http://schemas.openxmlformats.org/drawingml/2006/main">
            <a:r>
              <a:t>					UE_DOUBLE_KINDA_SMALL_NUMBER);</a:t>
            </a:r>
          </a:p>
          <a:p xmlns:a="http://schemas.openxmlformats.org/drawingml/2006/main">
            <a:r>
              <a:t>				// contact_point_enu is the true tangent patch. Adding the unit</a:t>
            </a:r>
          </a:p>
          <a:p xmlns:a="http://schemas.openxmlformats.org/drawingml/2006/main">
            <a:r>
              <a:t>				// normal times radius reconstructs the solver's wheel centre.</a:t>
            </a:r>
          </a:p>
          <a:p xmlns:a="http://schemas.openxmlformats.org/drawingml/2006/main">
            <a:r>
              <a:t>				const FVector3d WheelCenterEnu = WheelState.ContactPointEnu</a:t>
            </a:r>
          </a:p>
          <a:p xmlns:a="http://schemas.openxmlformats.org/drawingml/2006/main">
            <a:r>
              <a:t>					+ ContactNormalEnu * SafeTireRadiusMeters;</a:t>
            </a:r>
          </a:p>
          <a:p xmlns:a="http://schemas.openxmlformats.org/drawingml/2006/main">
            <a:r>
              <a:t>				const FVector WheelCenterWorldCm =</a:t>
            </a:r>
          </a:p>
          <a:p xmlns:a="http://schemas.openxmlformats.org/drawingml/2006/main">
            <a:r>
              <a:t>					SimCoreCoordinateFrames::EnuMetersToUnrealCentimeters(</a:t>
            </a:r>
          </a:p>
          <a:p xmlns:a="http://schemas.openxmlformats.org/drawingml/2006/main">
            <a:r>
              <a:t>						WheelCenterEnu,</a:t>
            </a:r>
          </a:p>
          <a:p xmlns:a="http://schemas.openxmlformats.org/drawingml/2006/main">
            <a:r>
              <a:t>						PresentationOffsetCentimeters);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unreal/DriveIntegration/Source/DriveIntegration/SimCorePresentation.cpp:129-139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unreal/DriveIntegration/Source/DriveIntegration/SimCorePresentation.cpp:129-139  SimCorePresentation::BuildVehicleSample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unreal/DriveIntegration/Source/DriveIntegration/SimCorePresentation.cpp:129-150  SimCorePresentation::BuildVehicleSample</a:t>
            </a:r>
          </a:p>
          <a:p xmlns:a="http://schemas.openxmlformats.org/drawingml/2006/main">
            <a:r>
              <a:t>unreal/DriveIntegration/Source/DriveIntegration/SimCoreSuspensionPresentation.cpp:78-130  USimCoreSuspensionPresentation::UpdateLinks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생성된 원리 설명용 개념도입니다. 실제 프로젝트 화면, 측정값 또는 기계 설계도가 아닙니다.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unreal/DriveIntegration/Source/DriveIntegration/SimCorePresentation.cpp:98-245  SimCorePresentation::BuildVehicleSample</a:t>
            </a:r>
          </a:p>
          <a:p xmlns:a="http://schemas.openxmlformats.org/drawingml/2006/main">
            <a:r>
              <a:t>unreal/DriveIntegration/Source/DriveIntegration/SimCoreSuspensionPresentation.cpp:78-130  USimCoreSuspensionPresentation::UpdateLinks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unreal/DriveIntegration/Source/DriveIntegration/SimCorePresentation.cpp:98-245  SimCorePresentation::BuildVehicleSample</a:t>
            </a:r>
          </a:p>
          <a:p xmlns:a="http://schemas.openxmlformats.org/drawingml/2006/main">
            <a:r>
              <a:t>unreal/DriveIntegration/Source/DriveIntegration/SimCoreSuspensionPresentation.cpp:78-130  USimCoreSuspensionPresentation::UpdateLinks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	const float SafeTireRadiusMeters = FMath::Max(</a:t>
            </a:r>
          </a:p>
          <a:p xmlns:a="http://schemas.openxmlformats.org/drawingml/2006/main">
            <a:r>
              <a:t>			VisualTireRadiusMeters,</a:t>
            </a:r>
          </a:p>
          <a:p xmlns:a="http://schemas.openxmlformats.org/drawingml/2006/main">
            <a:r>
              <a:t>			KINDA_SMALL_NUMBER);</a:t>
            </a:r>
          </a:p>
          <a:p xmlns:a="http://schemas.openxmlformats.org/drawingml/2006/main">
            <a:r>
              <a:t>		const float RoadAngularSpeedRadPerSecond =</a:t>
            </a:r>
          </a:p>
          <a:p xmlns:a="http://schemas.openxmlformats.org/drawingml/2006/main">
            <a:r>
              <a:t>			State.SpeedMps / SafeTireRadiusMeters;</a:t>
            </a:r>
          </a:p>
          <a:p xmlns:a="http://schemas.openxmlformats.org/drawingml/2006/main">
            <a:r>
              <a:t>		const float AllowedVisualSlipRadPerSecond = FMath::Max(</a:t>
            </a:r>
          </a:p>
          <a:p xmlns:a="http://schemas.openxmlformats.org/drawingml/2006/main">
            <a:r>
              <a:t>			0.10f,</a:t>
            </a:r>
          </a:p>
          <a:p xmlns:a="http://schemas.openxmlformats.org/drawingml/2006/main">
            <a:r>
              <a:t>			FMath::Abs(RoadAngularSpeedRadPerSecond) * 0.03f);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unreal/DriveIntegration/Source/DriveIntegration/SimCorePresentation.cpp:208-215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unreal/DriveIntegration/Source/DriveIntegration/SimCorePresentation.cpp:208-215  SimCorePresentation::BuildVehicleSample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unreal/DriveIntegration/Source/DriveIntegration/SimCorePresentation.cpp:98-245  SimCorePresentation::BuildVehicleSample</a:t>
            </a:r>
          </a:p>
          <a:p xmlns:a="http://schemas.openxmlformats.org/drawingml/2006/main">
            <a:r>
              <a:t>unreal/DriveIntegration/Source/DriveIntegration/SimCoreSuspensionPresentation.cpp:78-130  USimCoreSuspensionPresentation::UpdateLinks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float AdvanceWheelSpinDegrees(</a:t>
            </a:r>
          </a:p>
          <a:p xmlns:a="http://schemas.openxmlformats.org/drawingml/2006/main">
            <a:r>
              <a:t>	float CurrentSpinDegrees,</a:t>
            </a:r>
          </a:p>
          <a:p xmlns:a="http://schemas.openxmlformats.org/drawingml/2006/main">
            <a:r>
              <a:t>	float AngularSpeedRadPerSecond,</a:t>
            </a:r>
          </a:p>
          <a:p xmlns:a="http://schemas.openxmlformats.org/drawingml/2006/main">
            <a:r>
              <a:t>	float DeltaSeconds)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	return FMath::Fmod(</a:t>
            </a:r>
          </a:p>
          <a:p xmlns:a="http://schemas.openxmlformats.org/drawingml/2006/main">
            <a:r>
              <a:t>		CurrentSpinDegrees + FMath::RadiansToDegrees(AngularSpeedRadPerSecond) * DeltaSeconds,</a:t>
            </a:r>
          </a:p>
          <a:p xmlns:a="http://schemas.openxmlformats.org/drawingml/2006/main">
            <a:r>
              <a:t>		360.0f);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unreal/DriveIntegration/Source/DriveIntegration/SimCorePresentation.cpp:296-304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unreal/DriveIntegration/Source/DriveIntegration/SimCorePresentation.cpp:296-304  SimCorePresentation::AdvanceWheelSpinDegrees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unreal/DriveIntegration/Source/DriveIntegration/SimCorePresentation.cpp:296-304  SimCorePresentation::AdvanceWheelSpinDegrees</a:t>
            </a:r>
          </a:p>
          <a:p xmlns:a="http://schemas.openxmlformats.org/drawingml/2006/main">
            <a:r>
              <a:t>unreal/DriveIntegration/Source/DriveIntegration/SimCorePresentation.cpp:306-333  SimCorePresentation::BuildWheelPivotRelativeRotation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unreal/DriveIntegration/Source/DriveIntegration/SimCorePresentation.cpp:98-245  SimCorePresentation::BuildVehicleSample</a:t>
            </a:r>
          </a:p>
          <a:p xmlns:a="http://schemas.openxmlformats.org/drawingml/2006/main">
            <a:r>
              <a:t>unreal/DriveIntegration/Source/DriveIntegration/SimCoreSuspensionPresentation.cpp:78-130  USimCoreSuspensionPresentation::UpdateLinks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unreal/DriveIntegration/Source/DriveIntegration/SimCorePresentation.cpp:98-245  SimCorePresentation::BuildVehicleSample</a:t>
            </a:r>
          </a:p>
          <a:p xmlns:a="http://schemas.openxmlformats.org/drawingml/2006/main">
            <a:r>
              <a:t>unreal/DriveIntegration/Source/DriveIntegration/SimCoreSuspensionPresentation.cpp:78-130  USimCoreSuspensionPresentation::UpdateLinks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도로와 차량 구조를 표현하기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구현이 맞는지 기록·센서 메타데이터·테스트로 증명합니다.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구현이 맞는지 기록·센서 메타데이터·테스트로 증명합니다.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눈으로 읽은 상태를 소리와 깜빡이의 시작·종료 조건으로 연결합니다.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unreal/DriveIntegration/Source/DriveIntegration/SimCoreInstrumentCluster.cpp:63-186  SimCoreInstrumentCluster::BuildLayout</a:t>
            </a:r>
          </a:p>
          <a:p xmlns:a="http://schemas.openxmlformats.org/drawingml/2006/main">
            <a:r>
              <a:t>unreal/DriveIntegration/Source/DriveIntegration/SimCoreOrbitCamera.cpp:89-102  SimCoreOrbitCamera::AddMouseDelta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FLayout Layout;</a:t>
            </a:r>
          </a:p>
          <a:p xmlns:a="http://schemas.openxmlformats.org/drawingml/2006/main">
            <a:r>
              <a:t>	ViewWidth = FMath::IsFinite(ViewWidth) ? FMath::Max(1.0f, ViewWidth) : 1.0f;</a:t>
            </a:r>
          </a:p>
          <a:p xmlns:a="http://schemas.openxmlformats.org/drawingml/2006/main">
            <a:r>
              <a:t>	ViewHeight = FMath::IsFinite(ViewHeight) ? FMath::Max(1.0f, ViewHeight) : 1.0f;</a:t>
            </a:r>
          </a:p>
          <a:p xmlns:a="http://schemas.openxmlformats.org/drawingml/2006/main">
            <a:r>
              <a:t>	Layout.Scale = FMath::Min3(ViewWidth / 1280.0f, ViewHeight / 720.0f, 1.35f);</a:t>
            </a:r>
          </a:p>
          <a:p xmlns:a="http://schemas.openxmlformats.org/drawingml/2006/main">
            <a:r>
              <a:t>	Layout.Size = FVector2D(350.0f, 136.0f) * Layout.Scale;</a:t>
            </a:r>
          </a:p>
          <a:p xmlns:a="http://schemas.openxmlformats.org/drawingml/2006/main">
            <a:r>
              <a:t>	const float Margin = 16.0f * Layout.Scale;</a:t>
            </a:r>
          </a:p>
          <a:p xmlns:a="http://schemas.openxmlformats.org/drawingml/2006/main">
            <a:r>
              <a:t>	Layout.Position = FVector2D(ViewWidth, ViewHeight) - Layout.Size - FVector2D(Margin, Margin);</a:t>
            </a:r>
          </a:p>
          <a:p xmlns:a="http://schemas.openxmlformats.org/drawingml/2006/main">
            <a:r>
              <a:t>	return Layout;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unreal/DriveIntegration/Source/DriveIntegration/SimCoreInstrumentCluster.cpp:65-72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unreal/DriveIntegration/Source/DriveIntegration/SimCoreInstrumentCluster.cpp:65-72  SimCoreInstrumentCluster::BuildLayout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unreal/DriveIntegration/Source/DriveIntegration/SimCoreInstrumentCluster.cpp:63-186  SimCoreInstrumentCluster::BuildLayout</a:t>
            </a:r>
          </a:p>
          <a:p xmlns:a="http://schemas.openxmlformats.org/drawingml/2006/main">
            <a:r>
              <a:t>unreal/DriveIntegration/Source/DriveIntegration/SimCoreOrbitCamera.cpp:89-102  SimCoreOrbitCamera::AddMouseDelta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unreal/DriveIntegration/Source/DriveIntegration/SimCoreInstrumentCluster.cpp:75-130  SimCoreInstrumentCluster::BuildDisplayState</a:t>
            </a:r>
          </a:p>
          <a:p xmlns:a="http://schemas.openxmlformats.org/drawingml/2006/main">
            <a:r>
              <a:t>unreal/DriveIntegration/Source/DriveIntegration/SimCoreInstrumentCluster.cpp:133-186  ASimCoreInstrumentClusterHud::DrawHUD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unreal/DriveIntegration/Source/DriveIntegration/ExternalVehiclePawn.cpp:118-139  AExternalVehiclePawn::AExternalVehiclePawn</a:t>
            </a:r>
          </a:p>
          <a:p xmlns:a="http://schemas.openxmlformats.org/drawingml/2006/main">
            <a:r>
              <a:t>unreal/DriveIntegration/Source/DriveIntegration/ExternalVehiclePawn.cpp:708-747  AExternalVehiclePawn::UpdateOrbitCamera</a:t>
            </a:r>
          </a:p>
          <a:p xmlns:a="http://schemas.openxmlformats.org/drawingml/2006/main">
            <a:r>
              <a:t>unreal/DriveIntegration/Source/DriveIntegration/SimCoreOrbitCamera.cpp:23-69  SimCoreOrbitCamera::NextMode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void AddGamepadRate(FState&amp; State, float YawAxis, float PitchAxis, float DegreesPerSecond, float DeltaSeconds)</a:t>
            </a:r>
          </a:p>
          <a:p xmlns:a="http://schemas.openxmlformats.org/drawingml/2006/main">
            <a:r>
              <a:t>	{</a:t>
            </a:r>
          </a:p>
          <a:p xmlns:a="http://schemas.openxmlformats.org/drawingml/2006/main">
            <a:r>
              <a:t>		const float Scale = FMath::Max(0.0f, FiniteOrZero(DegreesPerSecond))</a:t>
            </a:r>
          </a:p>
          <a:p xmlns:a="http://schemas.openxmlformats.org/drawingml/2006/main">
            <a:r>
              <a:t>			* FMath::Max(0.0f, FiniteOrZero(DeltaSeconds));</a:t>
            </a:r>
          </a:p>
          <a:p xmlns:a="http://schemas.openxmlformats.org/drawingml/2006/main">
            <a:r>
              <a:t>		AddAngles(State, FMath::Clamp(FiniteOrZero(YawAxis), -1.0f, 1.0f) * Scale,</a:t>
            </a:r>
          </a:p>
          <a:p xmlns:a="http://schemas.openxmlformats.org/drawingml/2006/main">
            <a:r>
              <a:t>			FMath::Clamp(FiniteOrZero(PitchAxis), -1.0f, 1.0f) * Scale);</a:t>
            </a:r>
          </a:p>
          <a:p xmlns:a="http://schemas.openxmlformats.org/drawingml/2006/main">
            <a:r>
              <a:t>	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unreal/DriveIntegration/Source/DriveIntegration/SimCoreOrbitCamera.cpp:96-102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unreal/DriveIntegration/Source/DriveIntegration/SimCoreOrbitCamera.cpp:96-102  SimCoreOrbitCamera::AddGamepadRate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unreal/DriveIntegration/Source/DriveIntegration/SimCoreInstrumentCluster.cpp:63-186  SimCoreInstrumentCluster::BuildLayout</a:t>
            </a:r>
          </a:p>
          <a:p xmlns:a="http://schemas.openxmlformats.org/drawingml/2006/main">
            <a:r>
              <a:t>unreal/DriveIntegration/Source/DriveIntegration/SimCoreOrbitCamera.cpp:89-102  SimCoreOrbitCamera::AddMouseDelta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unreal/DriveIntegration/Source/DriveIntegration/SimCoreInstrumentCluster.cpp:63-186  SimCoreInstrumentCluster::BuildLayout</a:t>
            </a:r>
          </a:p>
          <a:p xmlns:a="http://schemas.openxmlformats.org/drawingml/2006/main">
            <a:r>
              <a:t>unreal/DriveIntegration/Source/DriveIntegration/SimCoreOrbitCamera.cpp:89-102  SimCoreOrbitCamera::AddMouseDelta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unreal/DriveIntegration/Source/DriveIntegration/SimCoreInstrumentCluster.cpp:63-186  SimCoreInstrumentCluster::BuildLayout</a:t>
            </a:r>
          </a:p>
          <a:p xmlns:a="http://schemas.openxmlformats.org/drawingml/2006/main">
            <a:r>
              <a:t>unreal/DriveIntegration/Source/DriveIntegration/SimCoreOrbitCamera.cpp:89-102  SimCoreOrbitCamera::AddMouseDelta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unreal/DriveIntegration/Source/DriveIntegration/SimCoreInstrumentCluster.cpp:63-186  SimCoreInstrumentCluster::BuildLayout</a:t>
            </a:r>
          </a:p>
          <a:p xmlns:a="http://schemas.openxmlformats.org/drawingml/2006/main">
            <a:r>
              <a:t>unreal/DriveIntegration/Source/DriveIntegration/SimCoreOrbitCamera.cpp:89-102  SimCoreOrbitCamera::AddMouseDelta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 조건을 기록과 자동 검사에 남겨 스스로 맞는지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unreal/DriveIntegration/Source/DriveIntegration/SimCoreVehicleAudio.cpp:15-105  SimCoreVehicleAudio::BuildParameters</a:t>
            </a:r>
          </a:p>
          <a:p xmlns:a="http://schemas.openxmlformats.org/drawingml/2006/main">
            <a:r>
              <a:t>unreal/DriveIntegration/Source/DriveIntegration/SimCoreTurnSignals.cpp:44-105  SimCoreTurnSignals::FAutoCancel::Update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unreal/DriveIntegration/Source/DriveIntegration/SimCoreVehicleAudio.cpp:129-191  SimCoreVehicleAudio::FRenderer::Render</a:t>
            </a:r>
          </a:p>
          <a:p xmlns:a="http://schemas.openxmlformats.org/drawingml/2006/main">
            <a:r>
              <a:t>unreal/DriveIntegration/Source/DriveIntegration/SimCoreVehicleHorn.cpp:73-83  SimCoreVehicleHorn::FHeldEnvelope::Advance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생성된 교육용 개념도, 실제 프로젝트 화면이 아닙니다.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unreal/DriveIntegration/Source/DriveIntegration/SimCoreVehicleAudio.cpp:15-105  SimCoreVehicleAudio::BuildParameters</a:t>
            </a:r>
          </a:p>
          <a:p xmlns:a="http://schemas.openxmlformats.org/drawingml/2006/main">
            <a:r>
              <a:t>unreal/DriveIntegration/Source/DriveIntegration/SimCoreTurnSignals.cpp:44-105  SimCoreTurnSignals::FAutoCancel::Update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unreal/DriveIntegration/Source/DriveIntegration/SimCoreVehicleAudio.cpp:15-105  SimCoreVehicleAudio::BuildParameters</a:t>
            </a:r>
          </a:p>
          <a:p xmlns:a="http://schemas.openxmlformats.org/drawingml/2006/main">
            <a:r>
              <a:t>unreal/DriveIntegration/Source/DriveIntegration/SimCoreTurnSignals.cpp:44-105  SimCoreTurnSignals::FAutoCancel::Update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const float SafeRpm = FMath::Clamp(State.EngineRpm, 650.0f, 7500.0f);</a:t>
            </a:r>
          </a:p>
          <a:p xmlns:a="http://schemas.openxmlformats.org/drawingml/2006/main">
            <a:r>
              <a:t>	const float Rpm01 = Range01(SafeRpm, 800.0f, 7000.0f);</a:t>
            </a:r>
          </a:p>
          <a:p xmlns:a="http://schemas.openxmlformats.org/drawingml/2006/main">
            <a:r>
              <a:t>	// Four-cylinder firing rate (two combustion events per crank revolution).</a:t>
            </a:r>
          </a:p>
          <a:p xmlns:a="http://schemas.openxmlformats.org/drawingml/2006/main">
            <a:r>
              <a:t>	Result.EngineFrequencyHz = SafeRpm / 30.0f;</a:t>
            </a:r>
          </a:p>
          <a:p xmlns:a="http://schemas.openxmlformats.org/drawingml/2006/main">
            <a:r>
              <a:t>	Result.EngineAmplitude = 0.075f + 0.13f * FMath::Sqrt(Rpm01);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unreal/DriveIntegration/Source/DriveIntegration/SimCoreVehicleAudio.cpp:31-35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unreal/DriveIntegration/Source/DriveIntegration/SimCoreVehicleAudio.cpp:31-35  SimCoreVehicleAudio::BuildParameters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unreal/DriveIntegration/Source/DriveIntegration/SimCoreVehicleAudio.cpp:31-35  SimCoreVehicleAudio::BuildParameters</a:t>
            </a:r>
          </a:p>
          <a:p xmlns:a="http://schemas.openxmlformats.org/drawingml/2006/main">
            <a:r>
              <a:t>unreal/DriveIntegration/Source/DriveIntegration/SimCoreVehicleAudio.cpp:129-191  SimCoreVehicleAudio::FRenderer::Render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unreal/DriveIntegration/Source/DriveIntegration/SimCoreVehicleAudio.cpp:37-68  SimCoreVehicleAudio::BuildParameters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unreal/DriveIntegration/Source/DriveIntegration/SimCoreVehicleHorn.cpp:73-83  SimCoreVehicleHorn::FHeldEnvelope::Advance</a:t>
            </a:r>
          </a:p>
          <a:p xmlns:a="http://schemas.openxmlformats.org/drawingml/2006/main">
            <a:r>
              <a:t>unreal/DriveIntegration/Source/DriveIntegration/SimCoreVehicleHorn.cpp:110-143  USimCoreVehicleHornComponent::TriggerManualHorn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if (SelectionTimeSeconds &lt; 0.0 || Direction != SelectedDirection</a:t>
            </a:r>
          </a:p>
          <a:p xmlns:a="http://schemas.openxmlformats.org/drawingml/2006/main">
            <a:r>
              <a:t>		|| bHazard != bSelectedHazard || bClockRestarted)</a:t>
            </a:r>
          </a:p>
          <a:p xmlns:a="http://schemas.openxmlformats.org/drawingml/2006/main">
            <a:r>
              <a:t>	{</a:t>
            </a:r>
          </a:p>
          <a:p xmlns:a="http://schemas.openxmlformats.org/drawingml/2006/main">
            <a:r>
              <a:t>		SelectionTimeSeconds = TimeSeconds;</a:t>
            </a:r>
          </a:p>
          <a:p xmlns:a="http://schemas.openxmlformats.org/drawingml/2006/main">
            <a:r>
              <a:t>	}</a:t>
            </a:r>
          </a:p>
          <a:p xmlns:a="http://schemas.openxmlformats.org/drawingml/2006/main">
            <a:r>
              <a:t>	SelectedDirection = Direction;</a:t>
            </a:r>
          </a:p>
          <a:p xmlns:a="http://schemas.openxmlformats.org/drawingml/2006/main">
            <a:r>
              <a:t>	bSelectedHazard = bHazard;</a:t>
            </a:r>
          </a:p>
          <a:p xmlns:a="http://schemas.openxmlformats.org/drawingml/2006/main">
            <a:r>
              <a:t>	LastTimeSeconds = TimeSeconds;</a:t>
            </a:r>
          </a:p>
          <a:p xmlns:a="http://schemas.openxmlformats.org/drawingml/2006/main">
            <a:r>
              <a:t>	ElapsedSeconds = TimeSeconds - SelectionTimeSeconds;</a:t>
            </a:r>
          </a:p>
          <a:p xmlns:a="http://schemas.openxmlformats.org/drawingml/2006/main">
            <a:r>
              <a:t>	return ElapsedSeconds;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unreal/DriveIntegration/Source/DriveIntegration/SimCoreTurnSignals.cpp:24-33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unreal/DriveIntegration/Source/DriveIntegration/SimCoreTurnSignals.cpp:24-33  SimCoreTurnSignals::FPhaseClock::Update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unreal/DriveIntegration/Source/DriveIntegration/SimCoreTurnSignals.cpp:10-41  SimCoreTurnSignals::FPhaseClock::Update</a:t>
            </a:r>
          </a:p>
          <a:p xmlns:a="http://schemas.openxmlformats.org/drawingml/2006/main">
            <a:r>
              <a:t>unreal/DriveIntegration/Source/DriveIntegration/SimCoreTurnSignals.h:14-15  PeriodSeconds</a:t>
            </a:r>
          </a:p>
          <a:p xmlns:a="http://schemas.openxmlformats.org/drawingml/2006/main">
            <a:r>
              <a:t>unreal/DriveIntegration/Source/DriveIntegration/SimCoreVehicleAudio.cpp:72-105  SimCoreVehicleAudio::FIndicatorClicks::Update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unreal/DriveIntegration/Source/DriveIntegration/SimCoreTurnSignals.cpp:44-105  SimCoreTurnSignals::FAutoCancel::Update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unreal/DriveIntegration/Source/DriveIntegration/SimCoreTurnSignals.cpp:44-105  SimCoreTurnSignals::FAutoCancel::Update</a:t>
            </a:r>
          </a:p>
          <a:p xmlns:a="http://schemas.openxmlformats.org/drawingml/2006/main">
            <a:r>
              <a:t>unreal/DriveIntegration/Source/DriveIntegration/SimCoreTurnSignalsTests.cpp:265-287  FSimCorePlayerIndicatorAutoCancelGuardTest::RunTest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unreal/DriveIntegration/Source/DriveIntegration/SimCoreExhaustComponent.cpp:27-58  SimCoreExhaustPresentation::BuildSample</a:t>
            </a:r>
          </a:p>
          <a:p xmlns:a="http://schemas.openxmlformats.org/drawingml/2006/main">
            <a:r>
              <a:t>unreal/DriveIntegration/Source/DriveIntegration/SimCoreExhaustComponent.cpp:111-180  USimCoreExhaustComponent::EnsureRuntimeTemplate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unreal/DriveIntegration/Source/DriveIntegration/SimCoreVehicleAudio.cpp:15-105  SimCoreVehicleAudio::BuildParameters</a:t>
            </a:r>
          </a:p>
          <a:p xmlns:a="http://schemas.openxmlformats.org/drawingml/2006/main">
            <a:r>
              <a:t>unreal/DriveIntegration/Source/DriveIntegration/SimCoreTurnSignals.cpp:44-105  SimCoreTurnSignals::FAutoCancel::Update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unreal/DriveIntegration/Source/DriveIntegration/SimCoreVehicleAudio.cpp:15-105  SimCoreVehicleAudio::BuildParameters</a:t>
            </a:r>
          </a:p>
          <a:p xmlns:a="http://schemas.openxmlformats.org/drawingml/2006/main">
            <a:r>
              <a:t>unreal/DriveIntegration/Source/DriveIntegration/SimCoreTurnSignals.cpp:44-105  SimCoreTurnSignals::FAutoCancel::Update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운전자가 보고 듣는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관찰을 근거로 남기기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모르는 경계를 하나 골라 같은 방식으로 독립적으로 읽어 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관찰을 근거로 남기기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모르는 경계를 하나 골라 같은 방식으로 독립적으로 읽어 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관찰을 근거로 남기기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왕복 경로에서 아직 설명하지 못한 함수 하나를 골라 같은 질문으로 독립 학습을 이어갑니다.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관찰을 근거로 남기기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unreal/DriveIntegration/Source/DriveIntegration/SimCoreDriveReplay.cpp:21-69  USimCoreDriveReplayComponent::LastTrackPath</a:t>
            </a:r>
          </a:p>
          <a:p xmlns:a="http://schemas.openxmlformats.org/drawingml/2006/main">
            <a:r>
              <a:t>unreal/DriveIntegration/Config/DefaultInput.ini:105-106  DriveRecord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관찰을 근거로 남기기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SimCoreProtocol::FVehicleState State;</a:t>
            </a:r>
          </a:p>
          <a:p xmlns:a="http://schemas.openxmlformats.org/drawingml/2006/main">
            <a:r>
              <a:t>	if (!SimCoreDriveReplay::Sample(Track, ReplayElapsedSeconds, State)) { StopReplay(); return; }</a:t>
            </a:r>
          </a:p>
          <a:p xmlns:a="http://schemas.openxmlformats.org/drawingml/2006/main">
            <a:r>
              <a:t>	ReplayGhost-&gt;ApplySnapshot(State, 0.0f, DeltaTime, true, 0.0f, PresentationOffsetCm);</a:t>
            </a:r>
          </a:p>
          <a:p xmlns:a="http://schemas.openxmlformats.org/drawingml/2006/main">
            <a:r>
              <a:t>	ReplayElapsedSeconds += DeltaTime;</a:t>
            </a:r>
          </a:p>
          <a:p xmlns:a="http://schemas.openxmlformats.org/drawingml/2006/main">
            <a:r>
              <a:t>	if (ReplayElapsedSeconds &gt; Track.DurationSeconds()) StopReplay();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unreal/DriveIntegration/Source/DriveIntegration/SimCoreDriveReplay.cpp:109-113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unreal/DriveIntegration/Source/DriveIntegration/SimCoreDriveReplay.cpp:109-113  USimCoreDriveReplayComponent::TickComponent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관찰을 근거로 남기기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unreal/DriveIntegration/Source/DriveIntegration/SimCoreDriveReplay.cpp:104-114  USimCoreDriveReplayComponent::TickComponent</a:t>
            </a:r>
          </a:p>
          <a:p xmlns:a="http://schemas.openxmlformats.org/drawingml/2006/main">
            <a:r>
              <a:t>unreal/DriveIntegration/Source/DriveIntegration/SimCoreDriveReplayFormat.cpp:93-135  SimCoreDriveReplay::Sample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관찰을 근거로 남기기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unreal/DriveIntegration/Source/DriveIntegration/SimCoreSensorRig.cpp:143-179  USimCoreSensorRigComponent::ObserveAuthoritativeState</a:t>
            </a:r>
          </a:p>
          <a:p xmlns:a="http://schemas.openxmlformats.org/drawingml/2006/main">
            <a:r>
              <a:t>unreal/DriveIntegration/Source/DriveIntegration/SimCoreSensorRigTests.cpp:15-50  FSimCoreSensorRigConfigTest::RunTest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관찰을 근거로 남기기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unreal/DriveIntegration/Source/DriveIntegration/ExternalVehiclePawn.cpp:536-630  AExternalVehiclePawn::DrawVehicleDebug</a:t>
            </a:r>
          </a:p>
          <a:p xmlns:a="http://schemas.openxmlformats.org/drawingml/2006/main">
            <a:r>
              <a:t>unreal/DriveIntegration/Source/DriveIntegration/SimCoreClientComponent.cpp:906-1110  USimCoreClientComponent::ApplyBinaryMessage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관찰을 근거로 남기기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	State.SimulationTimeNs = 400000000;</a:t>
            </a:r>
          </a:p>
          <a:p xmlns:a="http://schemas.openxmlformats.org/drawingml/2006/main">
            <a:r>
              <a:t>		State.SteeringAngleRad = Side * 0.05f;</a:t>
            </a:r>
          </a:p>
          <a:p xmlns:a="http://schemas.openxmlformats.org/drawingml/2006/main">
            <a:r>
              <a:t>		Ok &amp;= TestFalse(TEXT("returning near centre is not yet centred"), Cancel.Update(Direction, false, State, true));</a:t>
            </a:r>
          </a:p>
          <a:p xmlns:a="http://schemas.openxmlformats.org/drawingml/2006/main">
            <a:r>
              <a:t>		State.SimulationTimeNs = 500000000;</a:t>
            </a:r>
          </a:p>
          <a:p xmlns:a="http://schemas.openxmlformats.org/drawingml/2006/main">
            <a:r>
              <a:t>		State.SteeringAngleRad = Side * 0.02f;</a:t>
            </a:r>
          </a:p>
          <a:p xmlns:a="http://schemas.openxmlformats.org/drawingml/2006/main">
            <a:r>
              <a:t>		Ok &amp;= TestTrue(TEXT("a meaningful selected turn cancels only after rack centre return"),</a:t>
            </a:r>
          </a:p>
          <a:p xmlns:a="http://schemas.openxmlformats.org/drawingml/2006/main">
            <a:r>
              <a:t>			Cancel.Update(Direction, false, State, true));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unreal/DriveIntegration/Source/DriveIntegration/SimCoreTurnSignalsTests.cpp:244-250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unreal/DriveIntegration/Source/DriveIntegration/SimCoreTurnSignalsTests.cpp:244-250  FSimCorePlayerIndicatorAutoCancelTest::RunTest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관찰을 근거로 남기기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unreal/DriveIntegration/Source/DriveIntegration/SimCoreTurnSignalsTests.cpp:213-250  FSimCorePlayerIndicatorAutoCancelTest::RunTest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관찰을 근거로 남기기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unreal/DriveIntegration/Source/DriveIntegration/SimCoreDriveReplay.cpp:55-114  USimCoreDriveReplayComponent::ToggleRecording</a:t>
            </a:r>
          </a:p>
          <a:p xmlns:a="http://schemas.openxmlformats.org/drawingml/2006/main">
            <a:r>
              <a:t>unreal/DriveIntegration/Source/DriveIntegration/SimCoreSensorRig.cpp:143-179  USimCoreSensorRigComponent::ObserveAuthoritativeState</a:t>
            </a:r>
          </a:p>
          <a:p xmlns:a="http://schemas.openxmlformats.org/drawingml/2006/main">
            <a:r>
              <a:t>Epic UE 5.6 자동 검사: https://dev.epicgames.com/documentation/en-us/unreal-engine/automation-test-framework-in-unreal-engine?application_version=5.6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관찰을 근거로 남기기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unreal/DriveIntegration/Source/DriveIntegration/SimCoreDriveReplay.cpp:55-114  USimCoreDriveReplayComponent::ToggleRecording</a:t>
            </a:r>
          </a:p>
          <a:p xmlns:a="http://schemas.openxmlformats.org/drawingml/2006/main">
            <a:r>
              <a:t>unreal/DriveIntegration/Source/DriveIntegration/SimCoreSensorRig.cpp:143-179  USimCoreSensorRigComponent::ObserveAuthoritativeState</a:t>
            </a:r>
          </a:p>
          <a:p xmlns:a="http://schemas.openxmlformats.org/drawingml/2006/main">
            <a:r>
              <a:t>Epic UE 5.6 자동 검사: https://dev.epicgames.com/documentation/en-us/unreal-engine/automation-test-framework-in-unreal-engine?application_version=5.6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관찰을 근거로 남기기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unreal/DriveIntegration/Source/DriveIntegration/SimCoreTurnSignals.cpp:10-41  SimCoreTurnSignals::FPhaseClock::Update</a:t>
            </a:r>
          </a:p>
          <a:p xmlns:a="http://schemas.openxmlformats.org/drawingml/2006/main">
            <a:r>
              <a:t>unreal/DriveIntegration/Source/DriveIntegration/SimCoreTurnSignalsTests.cpp:175-211  FSimCoreSelectedTurnSignalPhaseTest::RunTest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관찰을 근거로 남기기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unreal/DriveIntegration/Source/DriveIntegration/SimCoreDriveReplay.cpp:55-114  USimCoreDriveReplayComponent::ToggleRecording</a:t>
            </a:r>
          </a:p>
          <a:p xmlns:a="http://schemas.openxmlformats.org/drawingml/2006/main">
            <a:r>
              <a:t>unreal/DriveIntegration/Source/DriveIntegration/SimCoreSensorRig.cpp:143-179  USimCoreSensorRigComponent::ObserveAuthoritativeState</a:t>
            </a:r>
          </a:p>
          <a:p xmlns:a="http://schemas.openxmlformats.org/drawingml/2006/main">
            <a:r>
              <a:t>Epic UE 5.6 자동 검사: https://dev.epicgames.com/documentation/en-us/unreal-engine/automation-test-framework-in-unreal-engine?application_version=5.6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관찰을 근거로 남기기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unreal/DriveIntegration/Source/DriveIntegration/SimCoreDriveReplay.cpp:55-114  USimCoreDriveReplayComponent::ToggleRecording</a:t>
            </a:r>
          </a:p>
          <a:p xmlns:a="http://schemas.openxmlformats.org/drawingml/2006/main">
            <a:r>
              <a:t>unreal/DriveIntegration/Source/DriveIntegration/SimCoreSensorRig.cpp:143-179  USimCoreSensorRigComponent::ObserveAuthoritativeState</a:t>
            </a:r>
          </a:p>
          <a:p xmlns:a="http://schemas.openxmlformats.org/drawingml/2006/main">
            <a:r>
              <a:t>Epic UE 5.6 자동 검사: https://dev.epicgames.com/documentation/en-us/unreal-engine/automation-test-framework-in-unreal-engine?application_version=5.6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관찰을 근거로 남기기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5b4e1d315040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023feebcff4367" /><Relationship Type="http://schemas.openxmlformats.org/officeDocument/2006/relationships/slideLayout" Target="/ppt/slideLayouts/slideLayout1.xml" Id="R9333a64b3c1e4e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33a64b3c1e4e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a59e01da94955" /><Relationship Type="http://schemas.openxmlformats.org/officeDocument/2006/relationships/notesSlide" Target="/ppt/notesSlides/notesSlide1.xml" Id="R0d85c13e128246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67e26250e42d9" /><Relationship Type="http://schemas.openxmlformats.org/officeDocument/2006/relationships/notesSlide" Target="/ppt/notesSlides/notesSlide2.xml" Id="Rd86a84e9a2554f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6c7e331f94e7c" /><Relationship Type="http://schemas.openxmlformats.org/officeDocument/2006/relationships/notesSlide" Target="/ppt/notesSlides/notesSlide3.xml" Id="Rd8d0f587c17e45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1eebedc8d4c7b" /><Relationship Type="http://schemas.openxmlformats.org/officeDocument/2006/relationships/notesSlide" Target="/ppt/notesSlides/notesSlide4.xml" Id="R45fff4f8365e47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d9c0bfd844c1f" /><Relationship Type="http://schemas.openxmlformats.org/officeDocument/2006/relationships/notesSlide" Target="/ppt/notesSlides/notesSlide5.xml" Id="R694299e1d0464e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6e64a766f4937" /><Relationship Type="http://schemas.openxmlformats.org/officeDocument/2006/relationships/notesSlide" Target="/ppt/notesSlides/notesSlide6.xml" Id="R39062d0230cf4d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b50c9d37d4ed4" /><Relationship Type="http://schemas.openxmlformats.org/officeDocument/2006/relationships/notesSlide" Target="/ppt/notesSlides/notesSlide7.xml" Id="R90f7d11db45f49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859c5aed64f82" /><Relationship Type="http://schemas.openxmlformats.org/officeDocument/2006/relationships/notesSlide" Target="/ppt/notesSlides/notesSlide8.xml" Id="R94d917870bf540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c598717374ae8" /><Relationship Type="http://schemas.openxmlformats.org/officeDocument/2006/relationships/notesSlide" Target="/ppt/notesSlides/notesSlide9.xml" Id="Rb19005b8a90b41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5d957bfc842c4" /><Relationship Type="http://schemas.openxmlformats.org/officeDocument/2006/relationships/notesSlide" Target="/ppt/notesSlides/notesSlide10.xml" Id="Rc1f22c13b86a475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1a7eea8944259" /><Relationship Type="http://schemas.openxmlformats.org/officeDocument/2006/relationships/notesSlide" Target="/ppt/notesSlides/notesSlide11.xml" Id="R13ab474a75f341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84dfb8a3341d2" /><Relationship Type="http://schemas.openxmlformats.org/officeDocument/2006/relationships/image" Target="/ppt/media/image.png" Id="Rbfe6ddb9bf0d4183" /><Relationship Type="http://schemas.openxmlformats.org/officeDocument/2006/relationships/notesSlide" Target="/ppt/notesSlides/notesSlide12.xml" Id="R47c64333d0a3471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20326252740f2" /><Relationship Type="http://schemas.openxmlformats.org/officeDocument/2006/relationships/notesSlide" Target="/ppt/notesSlides/notesSlide13.xml" Id="R323051e36ce345e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d290686c34ee1" /><Relationship Type="http://schemas.openxmlformats.org/officeDocument/2006/relationships/notesSlide" Target="/ppt/notesSlides/notesSlide14.xml" Id="Rb0d4f9693b5b4af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f68647ded40e8" /><Relationship Type="http://schemas.openxmlformats.org/officeDocument/2006/relationships/notesSlide" Target="/ppt/notesSlides/notesSlide15.xml" Id="Rbdd9f690d597498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37e8be2d24269" /><Relationship Type="http://schemas.openxmlformats.org/officeDocument/2006/relationships/notesSlide" Target="/ppt/notesSlides/notesSlide16.xml" Id="Raa00fc662f5c42d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6cd5f3956403e" /><Relationship Type="http://schemas.openxmlformats.org/officeDocument/2006/relationships/notesSlide" Target="/ppt/notesSlides/notesSlide17.xml" Id="Rb6ddd7a9286d4fb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4612a81bd469c" /><Relationship Type="http://schemas.openxmlformats.org/officeDocument/2006/relationships/notesSlide" Target="/ppt/notesSlides/notesSlide18.xml" Id="R0e8d3c76c7ff445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dbce2dc694bf0" /><Relationship Type="http://schemas.openxmlformats.org/officeDocument/2006/relationships/notesSlide" Target="/ppt/notesSlides/notesSlide19.xml" Id="Rabed684f74b44d5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aa410cc644422" /><Relationship Type="http://schemas.openxmlformats.org/officeDocument/2006/relationships/notesSlide" Target="/ppt/notesSlides/notesSlide20.xml" Id="R850ff36674ab49b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5914f6ea44c48" /><Relationship Type="http://schemas.openxmlformats.org/officeDocument/2006/relationships/notesSlide" Target="/ppt/notesSlides/notesSlide21.xml" Id="R018b36e193f2427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ac2319d3c4af0" /><Relationship Type="http://schemas.openxmlformats.org/officeDocument/2006/relationships/image" Target="/ppt/media/image2.png" Id="R0dd0279e7a3a4804" /><Relationship Type="http://schemas.openxmlformats.org/officeDocument/2006/relationships/notesSlide" Target="/ppt/notesSlides/notesSlide22.xml" Id="R0367eef51ba0498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7d3699e7f471b" /><Relationship Type="http://schemas.openxmlformats.org/officeDocument/2006/relationships/notesSlide" Target="/ppt/notesSlides/notesSlide23.xml" Id="R1ceac5dbffbf490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c21fa537f4481" /><Relationship Type="http://schemas.openxmlformats.org/officeDocument/2006/relationships/notesSlide" Target="/ppt/notesSlides/notesSlide24.xml" Id="R1959f0864f214b9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ac4126b2c45a0" /><Relationship Type="http://schemas.openxmlformats.org/officeDocument/2006/relationships/notesSlide" Target="/ppt/notesSlides/notesSlide25.xml" Id="R1576a7c19b0d479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f5cac3c8948ac" /><Relationship Type="http://schemas.openxmlformats.org/officeDocument/2006/relationships/notesSlide" Target="/ppt/notesSlides/notesSlide26.xml" Id="R2181f82d31e04bc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5c0b174ad4524" /><Relationship Type="http://schemas.openxmlformats.org/officeDocument/2006/relationships/notesSlide" Target="/ppt/notesSlides/notesSlide27.xml" Id="R44a39630f24d419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b6a0240f04c7a" /><Relationship Type="http://schemas.openxmlformats.org/officeDocument/2006/relationships/notesSlide" Target="/ppt/notesSlides/notesSlide28.xml" Id="Rf6c960088b7d4de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e6e422c3f4597" /><Relationship Type="http://schemas.openxmlformats.org/officeDocument/2006/relationships/notesSlide" Target="/ppt/notesSlides/notesSlide29.xml" Id="Ra664fa45c6a644c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54197c0254eeb" /><Relationship Type="http://schemas.openxmlformats.org/officeDocument/2006/relationships/notesSlide" Target="/ppt/notesSlides/notesSlide30.xml" Id="R6c6383d6e083433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a087d65bb427b" /><Relationship Type="http://schemas.openxmlformats.org/officeDocument/2006/relationships/notesSlide" Target="/ppt/notesSlides/notesSlide31.xml" Id="Rfed996cd54fd481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6266343bf42fa" /><Relationship Type="http://schemas.openxmlformats.org/officeDocument/2006/relationships/notesSlide" Target="/ppt/notesSlides/notesSlide32.xml" Id="Rf59943da55024b0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dedf2df474945" /><Relationship Type="http://schemas.openxmlformats.org/officeDocument/2006/relationships/notesSlide" Target="/ppt/notesSlides/notesSlide33.xml" Id="R1dea1689570149a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dd684f25140a3" /><Relationship Type="http://schemas.openxmlformats.org/officeDocument/2006/relationships/notesSlide" Target="/ppt/notesSlides/notesSlide34.xml" Id="Rafe68e2d36f9480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792ddaff04676" /><Relationship Type="http://schemas.openxmlformats.org/officeDocument/2006/relationships/notesSlide" Target="/ppt/notesSlides/notesSlide35.xml" Id="Rf4a272f9ed65499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77e7ce08143b9" /><Relationship Type="http://schemas.openxmlformats.org/officeDocument/2006/relationships/notesSlide" Target="/ppt/notesSlides/notesSlide36.xml" Id="Rdbe996005a4240e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8057af0b241db" /><Relationship Type="http://schemas.openxmlformats.org/officeDocument/2006/relationships/notesSlide" Target="/ppt/notesSlides/notesSlide37.xml" Id="Rbcc88f397f254b2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975110e5a4e3b" /><Relationship Type="http://schemas.openxmlformats.org/officeDocument/2006/relationships/notesSlide" Target="/ppt/notesSlides/notesSlide38.xml" Id="Rc75ec1c42d10463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b2aa8ca714cb7" /><Relationship Type="http://schemas.openxmlformats.org/officeDocument/2006/relationships/notesSlide" Target="/ppt/notesSlides/notesSlide39.xml" Id="R86dffa001c68413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15293a6f1465d" /><Relationship Type="http://schemas.openxmlformats.org/officeDocument/2006/relationships/notesSlide" Target="/ppt/notesSlides/notesSlide40.xml" Id="R9831c42640ad41a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609ddae3e44c5" /><Relationship Type="http://schemas.openxmlformats.org/officeDocument/2006/relationships/notesSlide" Target="/ppt/notesSlides/notesSlide41.xml" Id="R990403411c3140d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810eb74084755" /><Relationship Type="http://schemas.openxmlformats.org/officeDocument/2006/relationships/notesSlide" Target="/ppt/notesSlides/notesSlide42.xml" Id="R62e3d31703334867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0e50b638e4881" /><Relationship Type="http://schemas.openxmlformats.org/officeDocument/2006/relationships/notesSlide" Target="/ppt/notesSlides/notesSlide43.xml" Id="R7de64786fad6436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fdc74095a4143" /><Relationship Type="http://schemas.openxmlformats.org/officeDocument/2006/relationships/notesSlide" Target="/ppt/notesSlides/notesSlide44.xml" Id="Rb62c3efa2f3c47d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32b30b1ce4cd9" /><Relationship Type="http://schemas.openxmlformats.org/officeDocument/2006/relationships/notesSlide" Target="/ppt/notesSlides/notesSlide45.xml" Id="R72e24a8d5e03455f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486b197c84582" /><Relationship Type="http://schemas.openxmlformats.org/officeDocument/2006/relationships/notesSlide" Target="/ppt/notesSlides/notesSlide46.xml" Id="R832a185ee8864fb6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8e06cb3a34b08" /><Relationship Type="http://schemas.openxmlformats.org/officeDocument/2006/relationships/notesSlide" Target="/ppt/notesSlides/notesSlide47.xml" Id="R33aa544041824f01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3c22e43bb463e" /><Relationship Type="http://schemas.openxmlformats.org/officeDocument/2006/relationships/notesSlide" Target="/ppt/notesSlides/notesSlide48.xml" Id="R48717e1ff46c4dfa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9617b911c427e" /><Relationship Type="http://schemas.openxmlformats.org/officeDocument/2006/relationships/notesSlide" Target="/ppt/notesSlides/notesSlide49.xml" Id="Ra29e0e0908424ebb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6185967fe4bf9" /><Relationship Type="http://schemas.openxmlformats.org/officeDocument/2006/relationships/notesSlide" Target="/ppt/notesSlides/notesSlide50.xml" Id="Rc209ac1c6fdd4bc5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ec04e987f46b7" /><Relationship Type="http://schemas.openxmlformats.org/officeDocument/2006/relationships/notesSlide" Target="/ppt/notesSlides/notesSlide51.xml" Id="R9f870bdb6f284b72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770e29b9346bb" /><Relationship Type="http://schemas.openxmlformats.org/officeDocument/2006/relationships/notesSlide" Target="/ppt/notesSlides/notesSlide52.xml" Id="Rb2e526507c544dcd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241bb94144844" /><Relationship Type="http://schemas.openxmlformats.org/officeDocument/2006/relationships/notesSlide" Target="/ppt/notesSlides/notesSlide53.xml" Id="Ra49ea581733342e5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45de418314776" /><Relationship Type="http://schemas.openxmlformats.org/officeDocument/2006/relationships/notesSlide" Target="/ppt/notesSlides/notesSlide54.xml" Id="R26422b5e88d548e2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a3da177f9455e" /><Relationship Type="http://schemas.openxmlformats.org/officeDocument/2006/relationships/notesSlide" Target="/ppt/notesSlides/notesSlide55.xml" Id="R6f6a28399b044f24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7cc34c8414c17" /><Relationship Type="http://schemas.openxmlformats.org/officeDocument/2006/relationships/notesSlide" Target="/ppt/notesSlides/notesSlide56.xml" Id="R62b9e07bb1c5474d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e9544ec6e4329" /><Relationship Type="http://schemas.openxmlformats.org/officeDocument/2006/relationships/notesSlide" Target="/ppt/notesSlides/notesSlide57.xml" Id="R01f367afe1b34900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11de2b3d9405f" /><Relationship Type="http://schemas.openxmlformats.org/officeDocument/2006/relationships/notesSlide" Target="/ppt/notesSlides/notesSlide58.xml" Id="R9df344b5b4054bc0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f211752cf4934" /><Relationship Type="http://schemas.openxmlformats.org/officeDocument/2006/relationships/notesSlide" Target="/ppt/notesSlides/notesSlide59.xml" Id="R1a7de22fccb54dc4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76f5d271f40f9" /><Relationship Type="http://schemas.openxmlformats.org/officeDocument/2006/relationships/notesSlide" Target="/ppt/notesSlides/notesSlide60.xml" Id="R966a38b8e1de4fb3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9d73cc0614d23" /><Relationship Type="http://schemas.openxmlformats.org/officeDocument/2006/relationships/notesSlide" Target="/ppt/notesSlides/notesSlide61.xml" Id="Rf698dd59516e43f0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74b2e147b4981" /><Relationship Type="http://schemas.openxmlformats.org/officeDocument/2006/relationships/notesSlide" Target="/ppt/notesSlides/notesSlide62.xml" Id="Rb3ff7adb4794438f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53ca297854ef3" /><Relationship Type="http://schemas.openxmlformats.org/officeDocument/2006/relationships/notesSlide" Target="/ppt/notesSlides/notesSlide63.xml" Id="R292e196e0ed94b9a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1d4ea926e471b" /><Relationship Type="http://schemas.openxmlformats.org/officeDocument/2006/relationships/notesSlide" Target="/ppt/notesSlides/notesSlide64.xml" Id="Re31475260d624841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258af8f3e442d" /><Relationship Type="http://schemas.openxmlformats.org/officeDocument/2006/relationships/notesSlide" Target="/ppt/notesSlides/notesSlide65.xml" Id="R4733270abc4645b8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3359ae8724039" /><Relationship Type="http://schemas.openxmlformats.org/officeDocument/2006/relationships/notesSlide" Target="/ppt/notesSlides/notesSlide66.xml" Id="Rf53ff8802876409e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42804a24346b5" /><Relationship Type="http://schemas.openxmlformats.org/officeDocument/2006/relationships/notesSlide" Target="/ppt/notesSlides/notesSlide67.xml" Id="Rf2795a9ed3a647c3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288b3157a4c09" /><Relationship Type="http://schemas.openxmlformats.org/officeDocument/2006/relationships/notesSlide" Target="/ppt/notesSlides/notesSlide68.xml" Id="R92c0671c61134d68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6af0a4fe74775" /><Relationship Type="http://schemas.openxmlformats.org/officeDocument/2006/relationships/notesSlide" Target="/ppt/notesSlides/notesSlide69.xml" Id="Rf330d59ecba54f35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158270ef74ae7" /><Relationship Type="http://schemas.openxmlformats.org/officeDocument/2006/relationships/notesSlide" Target="/ppt/notesSlides/notesSlide70.xml" Id="R40a51afb8a0240a1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4fa5d2bcb4670" /><Relationship Type="http://schemas.openxmlformats.org/officeDocument/2006/relationships/notesSlide" Target="/ppt/notesSlides/notesSlide71.xml" Id="R03ec4e0322444b87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e3b9d60a84a3f" /><Relationship Type="http://schemas.openxmlformats.org/officeDocument/2006/relationships/notesSlide" Target="/ppt/notesSlides/notesSlide72.xml" Id="R8b2d774405cb4274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28da1178346b3" /><Relationship Type="http://schemas.openxmlformats.org/officeDocument/2006/relationships/notesSlide" Target="/ppt/notesSlides/notesSlide73.xml" Id="R423920c5ed3143a4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fdb031ed54e8d" /><Relationship Type="http://schemas.openxmlformats.org/officeDocument/2006/relationships/notesSlide" Target="/ppt/notesSlides/notesSlide74.xml" Id="R8461a94fa8a147cb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95dc4f0a343ba" /><Relationship Type="http://schemas.openxmlformats.org/officeDocument/2006/relationships/notesSlide" Target="/ppt/notesSlides/notesSlide75.xml" Id="Rb94add6c43c641cf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20ff1be6d4e25" /><Relationship Type="http://schemas.openxmlformats.org/officeDocument/2006/relationships/notesSlide" Target="/ppt/notesSlides/notesSlide76.xml" Id="Rd1f7d2f1823a4693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94dc2b08443f6" /><Relationship Type="http://schemas.openxmlformats.org/officeDocument/2006/relationships/notesSlide" Target="/ppt/notesSlides/notesSlide77.xml" Id="R33ee383c7d6244ac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bec51f34a4d92" /><Relationship Type="http://schemas.openxmlformats.org/officeDocument/2006/relationships/notesSlide" Target="/ppt/notesSlides/notesSlide78.xml" Id="R2ab1133115c641e7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6b0da1fca40ab" /><Relationship Type="http://schemas.openxmlformats.org/officeDocument/2006/relationships/notesSlide" Target="/ppt/notesSlides/notesSlide79.xml" Id="R49f10dc64ed943b8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c085e710a4ac5" /><Relationship Type="http://schemas.openxmlformats.org/officeDocument/2006/relationships/notesSlide" Target="/ppt/notesSlides/notesSlide80.xml" Id="R3f41bd551e5e41bd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cd970d35e403b" /><Relationship Type="http://schemas.openxmlformats.org/officeDocument/2006/relationships/notesSlide" Target="/ppt/notesSlides/notesSlide81.xml" Id="Rb7965388caaa48d0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afcc108db48ea" /><Relationship Type="http://schemas.openxmlformats.org/officeDocument/2006/relationships/notesSlide" Target="/ppt/notesSlides/notesSlide82.xml" Id="R50622cfaa85f42eb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991400a05460a" /><Relationship Type="http://schemas.openxmlformats.org/officeDocument/2006/relationships/notesSlide" Target="/ppt/notesSlides/notesSlide83.xml" Id="R2e8214344a684cee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57e78aa6e4d9a" /><Relationship Type="http://schemas.openxmlformats.org/officeDocument/2006/relationships/notesSlide" Target="/ppt/notesSlides/notesSlide84.xml" Id="R3dadf8e020304a63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d9ceda02348e2" /><Relationship Type="http://schemas.openxmlformats.org/officeDocument/2006/relationships/notesSlide" Target="/ppt/notesSlides/notesSlide85.xml" Id="R342dcf792d95439f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51865bfe04ac7" /><Relationship Type="http://schemas.openxmlformats.org/officeDocument/2006/relationships/notesSlide" Target="/ppt/notesSlides/notesSlide86.xml" Id="R17be00ee61d24c46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82c174a0b451a" /><Relationship Type="http://schemas.openxmlformats.org/officeDocument/2006/relationships/notesSlide" Target="/ppt/notesSlides/notesSlide87.xml" Id="Rc2f7a45a682748bb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0c35496ff4125" /><Relationship Type="http://schemas.openxmlformats.org/officeDocument/2006/relationships/notesSlide" Target="/ppt/notesSlides/notesSlide88.xml" Id="R64885fa8f1964116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860f74736405c" /><Relationship Type="http://schemas.openxmlformats.org/officeDocument/2006/relationships/notesSlide" Target="/ppt/notesSlides/notesSlide89.xml" Id="Rf6ee092a59b94f3d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f1baf753b432e" /><Relationship Type="http://schemas.openxmlformats.org/officeDocument/2006/relationships/notesSlide" Target="/ppt/notesSlides/notesSlide90.xml" Id="R6bcf360c677a4189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6df800bb24bf6" /><Relationship Type="http://schemas.openxmlformats.org/officeDocument/2006/relationships/notesSlide" Target="/ppt/notesSlides/notesSlide91.xml" Id="R2b1bca253b534768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b248718194a89" /><Relationship Type="http://schemas.openxmlformats.org/officeDocument/2006/relationships/notesSlide" Target="/ppt/notesSlides/notesSlide92.xml" Id="Rd210b6a877b24957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b6de262454cfb" /><Relationship Type="http://schemas.openxmlformats.org/officeDocument/2006/relationships/image" Target="/ppt/media/image3.png" Id="Rb68bc148f8d640d3" /><Relationship Type="http://schemas.openxmlformats.org/officeDocument/2006/relationships/notesSlide" Target="/ppt/notesSlides/notesSlide93.xml" Id="R91437c05b3c84b37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7a2ee1ced46a5" /><Relationship Type="http://schemas.openxmlformats.org/officeDocument/2006/relationships/notesSlide" Target="/ppt/notesSlides/notesSlide94.xml" Id="Rfd150e388b394d39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82a7d6ea204465" /><Relationship Type="http://schemas.openxmlformats.org/officeDocument/2006/relationships/notesSlide" Target="/ppt/notesSlides/notesSlide95.xml" Id="R120140ff067d468c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7175d59524683" /><Relationship Type="http://schemas.openxmlformats.org/officeDocument/2006/relationships/notesSlide" Target="/ppt/notesSlides/notesSlide96.xml" Id="Rb7490400922a4427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a281614b644b9" /><Relationship Type="http://schemas.openxmlformats.org/officeDocument/2006/relationships/notesSlide" Target="/ppt/notesSlides/notesSlide97.xml" Id="R8cc0acd07ccb4f97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5811dc363947f6" /><Relationship Type="http://schemas.openxmlformats.org/officeDocument/2006/relationships/notesSlide" Target="/ppt/notesSlides/notesSlide98.xml" Id="R5981ab5da97d4054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81aabb1f94a63" /><Relationship Type="http://schemas.openxmlformats.org/officeDocument/2006/relationships/notesSlide" Target="/ppt/notesSlides/notesSlide99.xml" Id="R0bfc890e073b4d92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898771ea94eb2" /><Relationship Type="http://schemas.openxmlformats.org/officeDocument/2006/relationships/notesSlide" Target="/ppt/notesSlides/notesSlide100.xml" Id="Re9a74349e3584993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9f3dac02741c0" /><Relationship Type="http://schemas.openxmlformats.org/officeDocument/2006/relationships/notesSlide" Target="/ppt/notesSlides/notesSlide101.xml" Id="R2caecbe5a5ad40f8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4c31082eb4310" /><Relationship Type="http://schemas.openxmlformats.org/officeDocument/2006/relationships/notesSlide" Target="/ppt/notesSlides/notesSlide102.xml" Id="Re31a0e4bb9dc449c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ea4db798e41e1" /><Relationship Type="http://schemas.openxmlformats.org/officeDocument/2006/relationships/notesSlide" Target="/ppt/notesSlides/notesSlide103.xml" Id="R722834f0581241f3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642b4e12a44e5" /><Relationship Type="http://schemas.openxmlformats.org/officeDocument/2006/relationships/notesSlide" Target="/ppt/notesSlides/notesSlide104.xml" Id="R925ffeec71634216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14b9f573141b7" /><Relationship Type="http://schemas.openxmlformats.org/officeDocument/2006/relationships/notesSlide" Target="/ppt/notesSlides/notesSlide105.xml" Id="R2860cba0c4cb4fdd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e1150c3ac41dd" /><Relationship Type="http://schemas.openxmlformats.org/officeDocument/2006/relationships/notesSlide" Target="/ppt/notesSlides/notesSlide106.xml" Id="R5831acc156a241f3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054d283bf43a1" /><Relationship Type="http://schemas.openxmlformats.org/officeDocument/2006/relationships/image" Target="/ppt/media/image4.png" Id="Rd56e1f0430d74184" /><Relationship Type="http://schemas.openxmlformats.org/officeDocument/2006/relationships/notesSlide" Target="/ppt/notesSlides/notesSlide107.xml" Id="R798cbd02867d4d4f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cd1fa6e69417a" /><Relationship Type="http://schemas.openxmlformats.org/officeDocument/2006/relationships/notesSlide" Target="/ppt/notesSlides/notesSlide108.xml" Id="R0c026641ab8f4fb6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3fc5cc73a4249" /><Relationship Type="http://schemas.openxmlformats.org/officeDocument/2006/relationships/notesSlide" Target="/ppt/notesSlides/notesSlide109.xml" Id="R4b36d6b8fa97457f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fb9bcb7ca4666" /><Relationship Type="http://schemas.openxmlformats.org/officeDocument/2006/relationships/notesSlide" Target="/ppt/notesSlides/notesSlide110.xml" Id="Rc7d22634a656432b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c624346f546f8" /><Relationship Type="http://schemas.openxmlformats.org/officeDocument/2006/relationships/notesSlide" Target="/ppt/notesSlides/notesSlide111.xml" Id="R0b606fe9f9be44f2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dbabdafa94050" /><Relationship Type="http://schemas.openxmlformats.org/officeDocument/2006/relationships/notesSlide" Target="/ppt/notesSlides/notesSlide112.xml" Id="R665d08bed0644a65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d8ba3814247d5" /><Relationship Type="http://schemas.openxmlformats.org/officeDocument/2006/relationships/notesSlide" Target="/ppt/notesSlides/notesSlide113.xml" Id="Re0212164feab491b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1c878d77e46b3" /><Relationship Type="http://schemas.openxmlformats.org/officeDocument/2006/relationships/notesSlide" Target="/ppt/notesSlides/notesSlide114.xml" Id="Rcb32155ee1e6449a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69ea83dad4ebc" /><Relationship Type="http://schemas.openxmlformats.org/officeDocument/2006/relationships/notesSlide" Target="/ppt/notesSlides/notesSlide115.xml" Id="Ra9c94177b34d476f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2685ec7634d7f" /><Relationship Type="http://schemas.openxmlformats.org/officeDocument/2006/relationships/notesSlide" Target="/ppt/notesSlides/notesSlide116.xml" Id="R928d1b7e8e4b425c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b243710a74e95" /><Relationship Type="http://schemas.openxmlformats.org/officeDocument/2006/relationships/notesSlide" Target="/ppt/notesSlides/notesSlide117.xml" Id="R298a9cf2db794c45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b570d373b4dd6" /><Relationship Type="http://schemas.openxmlformats.org/officeDocument/2006/relationships/notesSlide" Target="/ppt/notesSlides/notesSlide118.xml" Id="Rf010cada10d24cca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0faf1098e4452" /><Relationship Type="http://schemas.openxmlformats.org/officeDocument/2006/relationships/notesSlide" Target="/ppt/notesSlides/notesSlide119.xml" Id="Rbb8d3e4495b6493c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f098893f5494a" /><Relationship Type="http://schemas.openxmlformats.org/officeDocument/2006/relationships/notesSlide" Target="/ppt/notesSlides/notesSlide120.xml" Id="Rff632fa7049d486c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b261bfd1e468c" /><Relationship Type="http://schemas.openxmlformats.org/officeDocument/2006/relationships/notesSlide" Target="/ppt/notesSlides/notesSlide121.xml" Id="R960c2114a7af4530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52f32fba3425d" /><Relationship Type="http://schemas.openxmlformats.org/officeDocument/2006/relationships/notesSlide" Target="/ppt/notesSlides/notesSlide122.xml" Id="R281a3b17fc6d492d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8f7573b524769" /><Relationship Type="http://schemas.openxmlformats.org/officeDocument/2006/relationships/notesSlide" Target="/ppt/notesSlides/notesSlide123.xml" Id="R5b416db505ff4aab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c9b273f4f4181" /><Relationship Type="http://schemas.openxmlformats.org/officeDocument/2006/relationships/notesSlide" Target="/ppt/notesSlides/notesSlide124.xml" Id="R3f2a1e7cd72b4a78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471f4d37e41f6" /><Relationship Type="http://schemas.openxmlformats.org/officeDocument/2006/relationships/notesSlide" Target="/ppt/notesSlides/notesSlide125.xml" Id="Rced0b1e2a44b4b03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a9c4fe0d844ae" /><Relationship Type="http://schemas.openxmlformats.org/officeDocument/2006/relationships/notesSlide" Target="/ppt/notesSlides/notesSlide126.xml" Id="Rc8456bbbaf8c41ad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1d868f0784099" /><Relationship Type="http://schemas.openxmlformats.org/officeDocument/2006/relationships/notesSlide" Target="/ppt/notesSlides/notesSlide127.xml" Id="R732938e33c4a44cf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304375aaa4308" /><Relationship Type="http://schemas.openxmlformats.org/officeDocument/2006/relationships/notesSlide" Target="/ppt/notesSlides/notesSlide128.xml" Id="R271a44cce045450b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5b79c0147d47e5" /><Relationship Type="http://schemas.openxmlformats.org/officeDocument/2006/relationships/notesSlide" Target="/ppt/notesSlides/notesSlide129.xml" Id="Rd1c12eaf8d1e4a79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4052fff704c51" /><Relationship Type="http://schemas.openxmlformats.org/officeDocument/2006/relationships/notesSlide" Target="/ppt/notesSlides/notesSlide130.xml" Id="Rda36d4a0ffdc4e23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7fc1eed0d44d5" /><Relationship Type="http://schemas.openxmlformats.org/officeDocument/2006/relationships/notesSlide" Target="/ppt/notesSlides/notesSlide131.xml" Id="R38fad5d5507c426f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a3f14d9594afc" /><Relationship Type="http://schemas.openxmlformats.org/officeDocument/2006/relationships/notesSlide" Target="/ppt/notesSlides/notesSlide132.xml" Id="Ra51f7ebe196e4dd4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8739bb4d724dfe" /><Relationship Type="http://schemas.openxmlformats.org/officeDocument/2006/relationships/notesSlide" Target="/ppt/notesSlides/notesSlide133.xml" Id="Ree59f75406e447ea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ba4269bc14e12" /><Relationship Type="http://schemas.openxmlformats.org/officeDocument/2006/relationships/notesSlide" Target="/ppt/notesSlides/notesSlide134.xml" Id="R4865fcc30ba5488b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b4203a5dc45d6" /><Relationship Type="http://schemas.openxmlformats.org/officeDocument/2006/relationships/notesSlide" Target="/ppt/notesSlides/notesSlide135.xml" Id="R37e2f9b43951457d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9439c00184541" /><Relationship Type="http://schemas.openxmlformats.org/officeDocument/2006/relationships/notesSlide" Target="/ppt/notesSlides/notesSlide136.xml" Id="R7726eb99a7ab4453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8e21d2668456e" /><Relationship Type="http://schemas.openxmlformats.org/officeDocument/2006/relationships/notesSlide" Target="/ppt/notesSlides/notesSlide137.xml" Id="R2cb9a2d4a24a45ca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cec69c7254880" /><Relationship Type="http://schemas.openxmlformats.org/officeDocument/2006/relationships/image" Target="/ppt/media/image5.png" Id="R20294d7a6a5442e7" /><Relationship Type="http://schemas.openxmlformats.org/officeDocument/2006/relationships/notesSlide" Target="/ppt/notesSlides/notesSlide138.xml" Id="Rca3e32507ed44453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e28c71244429a" /><Relationship Type="http://schemas.openxmlformats.org/officeDocument/2006/relationships/notesSlide" Target="/ppt/notesSlides/notesSlide139.xml" Id="Ra39b770ab5944596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e2962860d48be" /><Relationship Type="http://schemas.openxmlformats.org/officeDocument/2006/relationships/notesSlide" Target="/ppt/notesSlides/notesSlide140.xml" Id="Ra7e9663012c0495b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87f5602944f91" /><Relationship Type="http://schemas.openxmlformats.org/officeDocument/2006/relationships/notesSlide" Target="/ppt/notesSlides/notesSlide141.xml" Id="Rba998af8767b4851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ee4d31e2749e3" /><Relationship Type="http://schemas.openxmlformats.org/officeDocument/2006/relationships/notesSlide" Target="/ppt/notesSlides/notesSlide142.xml" Id="R1e660cd3b960495f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49db4b7a1435f" /><Relationship Type="http://schemas.openxmlformats.org/officeDocument/2006/relationships/notesSlide" Target="/ppt/notesSlides/notesSlide143.xml" Id="R0ab12e45e63349a4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e0de504a64116" /><Relationship Type="http://schemas.openxmlformats.org/officeDocument/2006/relationships/notesSlide" Target="/ppt/notesSlides/notesSlide144.xml" Id="Rf3935e577a114532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db8f9f5394251" /><Relationship Type="http://schemas.openxmlformats.org/officeDocument/2006/relationships/notesSlide" Target="/ppt/notesSlides/notesSlide145.xml" Id="R402a403fad1d4139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f4d3ace2340b2" /><Relationship Type="http://schemas.openxmlformats.org/officeDocument/2006/relationships/notesSlide" Target="/ppt/notesSlides/notesSlide146.xml" Id="Rddcd58d6270141e1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0ef3aa14c4a7b" /><Relationship Type="http://schemas.openxmlformats.org/officeDocument/2006/relationships/notesSlide" Target="/ppt/notesSlides/notesSlide147.xml" Id="R360385c19fd14fba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cdaba3ae841e0" /><Relationship Type="http://schemas.openxmlformats.org/officeDocument/2006/relationships/notesSlide" Target="/ppt/notesSlides/notesSlide148.xml" Id="Rf1becc64e812414e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e2f7975d44429" /><Relationship Type="http://schemas.openxmlformats.org/officeDocument/2006/relationships/notesSlide" Target="/ppt/notesSlides/notesSlide149.xml" Id="Re90975e10a474e16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781487f97447d" /><Relationship Type="http://schemas.openxmlformats.org/officeDocument/2006/relationships/notesSlide" Target="/ppt/notesSlides/notesSlide150.xml" Id="R6607c8b65ca84534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5c2d3c0c648cd" /><Relationship Type="http://schemas.openxmlformats.org/officeDocument/2006/relationships/notesSlide" Target="/ppt/notesSlides/notesSlide151.xml" Id="Rb347594730ff4358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e2e8343904293" /><Relationship Type="http://schemas.openxmlformats.org/officeDocument/2006/relationships/notesSlide" Target="/ppt/notesSlides/notesSlide152.xml" Id="R2aaff1477a504b30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1181d87864d69" /><Relationship Type="http://schemas.openxmlformats.org/officeDocument/2006/relationships/notesSlide" Target="/ppt/notesSlides/notesSlide153.xml" Id="R1b400533f3fb4367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e0fb51f194135" /><Relationship Type="http://schemas.openxmlformats.org/officeDocument/2006/relationships/notesSlide" Target="/ppt/notesSlides/notesSlide154.xml" Id="R9cbcd79a99004731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19d4847b14f27" /><Relationship Type="http://schemas.openxmlformats.org/officeDocument/2006/relationships/notesSlide" Target="/ppt/notesSlides/notesSlide155.xml" Id="R4b2a83485736468e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1158d9bc54460" /><Relationship Type="http://schemas.openxmlformats.org/officeDocument/2006/relationships/notesSlide" Target="/ppt/notesSlides/notesSlide156.xml" Id="R3429f907f4c043c1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5c191947b425d" /><Relationship Type="http://schemas.openxmlformats.org/officeDocument/2006/relationships/notesSlide" Target="/ppt/notesSlides/notesSlide157.xml" Id="R664711136e8a4db9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1ccc2a92843d7" /><Relationship Type="http://schemas.openxmlformats.org/officeDocument/2006/relationships/notesSlide" Target="/ppt/notesSlides/notesSlide158.xml" Id="Rfdcf845cfa5b4bd3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282b264094c87" /><Relationship Type="http://schemas.openxmlformats.org/officeDocument/2006/relationships/notesSlide" Target="/ppt/notesSlides/notesSlide159.xml" Id="Rfb736862b2b24678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0ad81e87a4e20" /><Relationship Type="http://schemas.openxmlformats.org/officeDocument/2006/relationships/notesSlide" Target="/ppt/notesSlides/notesSlide160.xml" Id="Re066cb7c0ac24090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7940508d04b57" /><Relationship Type="http://schemas.openxmlformats.org/officeDocument/2006/relationships/notesSlide" Target="/ppt/notesSlides/notesSlide161.xml" Id="Rfdee6273df324d42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23539f63b4f35" /><Relationship Type="http://schemas.openxmlformats.org/officeDocument/2006/relationships/notesSlide" Target="/ppt/notesSlides/notesSlide162.xml" Id="Ra03aa3d1dbe64631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ba216e2bd4159" /><Relationship Type="http://schemas.openxmlformats.org/officeDocument/2006/relationships/notesSlide" Target="/ppt/notesSlides/notesSlide163.xml" Id="R5dad7d32ec9549fd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449418aec46ec" /><Relationship Type="http://schemas.openxmlformats.org/officeDocument/2006/relationships/image" Target="/ppt/media/image6.png" Id="R62913efe895045a6" /><Relationship Type="http://schemas.openxmlformats.org/officeDocument/2006/relationships/notesSlide" Target="/ppt/notesSlides/notesSlide164.xml" Id="R1bccef4d8b7e4738" /></Relationships>
</file>

<file path=ppt/slides/_rels/slide1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16d9a1b454a53" /><Relationship Type="http://schemas.openxmlformats.org/officeDocument/2006/relationships/notesSlide" Target="/ppt/notesSlides/notesSlide165.xml" Id="Rcc124944e89d4abc" /></Relationships>
</file>

<file path=ppt/slides/_rels/slide1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678c43e274720" /><Relationship Type="http://schemas.openxmlformats.org/officeDocument/2006/relationships/notesSlide" Target="/ppt/notesSlides/notesSlide166.xml" Id="R8e2ce2ac936c4688" /></Relationships>
</file>

<file path=ppt/slides/_rels/slide1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aaa9beb3b4498" /><Relationship Type="http://schemas.openxmlformats.org/officeDocument/2006/relationships/notesSlide" Target="/ppt/notesSlides/notesSlide167.xml" Id="R32216a1ec99e409f" /></Relationships>
</file>

<file path=ppt/slides/_rels/slide1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a139b33914186" /><Relationship Type="http://schemas.openxmlformats.org/officeDocument/2006/relationships/notesSlide" Target="/ppt/notesSlides/notesSlide168.xml" Id="Rd8ce33211f3b460b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890f2c59e4b17" /><Relationship Type="http://schemas.openxmlformats.org/officeDocument/2006/relationships/notesSlide" Target="/ppt/notesSlides/notesSlide169.xml" Id="R51a390580291433d" /></Relationships>
</file>

<file path=ppt/slides/_rels/slide1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77a179bff407c" /><Relationship Type="http://schemas.openxmlformats.org/officeDocument/2006/relationships/notesSlide" Target="/ppt/notesSlides/notesSlide170.xml" Id="Ra853a11458b94d3d" /></Relationships>
</file>

<file path=ppt/slides/_rels/slide1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544fd9b5949a1" /><Relationship Type="http://schemas.openxmlformats.org/officeDocument/2006/relationships/notesSlide" Target="/ppt/notesSlides/notesSlide171.xml" Id="Rc085c0f8ff304891" /></Relationships>
</file>

<file path=ppt/slides/_rels/slide1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35f4b64a34ddf" /><Relationship Type="http://schemas.openxmlformats.org/officeDocument/2006/relationships/notesSlide" Target="/ppt/notesSlides/notesSlide172.xml" Id="R2302f748d73d476b" /></Relationships>
</file>

<file path=ppt/slides/_rels/slide1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c95ba003a4084" /><Relationship Type="http://schemas.openxmlformats.org/officeDocument/2006/relationships/notesSlide" Target="/ppt/notesSlides/notesSlide173.xml" Id="R1f9b65662b9d4126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e15f03e964edd" /><Relationship Type="http://schemas.openxmlformats.org/officeDocument/2006/relationships/notesSlide" Target="/ppt/notesSlides/notesSlide174.xml" Id="R5ee89aa0ece24f88" /></Relationships>
</file>

<file path=ppt/slides/_rels/slide1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af8447c4c4ca6" /><Relationship Type="http://schemas.openxmlformats.org/officeDocument/2006/relationships/notesSlide" Target="/ppt/notesSlides/notesSlide175.xml" Id="R58a2723b86c24da9" /></Relationships>
</file>

<file path=ppt/slides/_rels/slide1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bdc3838284ca9" /><Relationship Type="http://schemas.openxmlformats.org/officeDocument/2006/relationships/notesSlide" Target="/ppt/notesSlides/notesSlide176.xml" Id="R2463685575e44e88" /></Relationships>
</file>

<file path=ppt/slides/_rels/slide1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e4e888d1149fc" /><Relationship Type="http://schemas.openxmlformats.org/officeDocument/2006/relationships/notesSlide" Target="/ppt/notesSlides/notesSlide177.xml" Id="Rddca6e29f0e549d6" /></Relationships>
</file>

<file path=ppt/slides/_rels/slide1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70b4cf95a4d93" /><Relationship Type="http://schemas.openxmlformats.org/officeDocument/2006/relationships/notesSlide" Target="/ppt/notesSlides/notesSlide178.xml" Id="R3149e19b07344390" /></Relationships>
</file>

<file path=ppt/slides/_rels/slide1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46bc78c484b0b" /><Relationship Type="http://schemas.openxmlformats.org/officeDocument/2006/relationships/notesSlide" Target="/ppt/notesSlides/notesSlide179.xml" Id="R0cddc33e935545c4" /></Relationships>
</file>

<file path=ppt/slides/_rels/slide1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93821da1742a9" /><Relationship Type="http://schemas.openxmlformats.org/officeDocument/2006/relationships/notesSlide" Target="/ppt/notesSlides/notesSlide180.xml" Id="R77041a26137749aa" /></Relationships>
</file>

<file path=ppt/slides/_rels/slide1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8e0c4304f41e0" /><Relationship Type="http://schemas.openxmlformats.org/officeDocument/2006/relationships/notesSlide" Target="/ppt/notesSlides/notesSlide181.xml" Id="R7cd71539d6e34f86" /></Relationships>
</file>

<file path=ppt/slides/_rels/slide1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c5f94a51c4135" /><Relationship Type="http://schemas.openxmlformats.org/officeDocument/2006/relationships/notesSlide" Target="/ppt/notesSlides/notesSlide182.xml" Id="R17db44ed1cc546b0" /></Relationships>
</file>

<file path=ppt/slides/_rels/slide1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510b4e466423b" /><Relationship Type="http://schemas.openxmlformats.org/officeDocument/2006/relationships/notesSlide" Target="/ppt/notesSlides/notesSlide183.xml" Id="R567e70ede5bc4474" /></Relationships>
</file>

<file path=ppt/slides/_rels/slide1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979aa7edc44df" /><Relationship Type="http://schemas.openxmlformats.org/officeDocument/2006/relationships/notesSlide" Target="/ppt/notesSlides/notesSlide184.xml" Id="R3f985e1cb0bf4730" /></Relationships>
</file>

<file path=ppt/slides/_rels/slide1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d8c219e5c041e3" /><Relationship Type="http://schemas.openxmlformats.org/officeDocument/2006/relationships/notesSlide" Target="/ppt/notesSlides/notesSlide185.xml" Id="R93931786d05044a0" /></Relationships>
</file>

<file path=ppt/slides/_rels/slide1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ba0d28e124150" /><Relationship Type="http://schemas.openxmlformats.org/officeDocument/2006/relationships/notesSlide" Target="/ppt/notesSlides/notesSlide186.xml" Id="R82c466bea9194be8" /></Relationships>
</file>

<file path=ppt/slides/_rels/slide1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0c80bdecf4d3e" /><Relationship Type="http://schemas.openxmlformats.org/officeDocument/2006/relationships/notesSlide" Target="/ppt/notesSlides/notesSlide187.xml" Id="R027096e94a48482d" /></Relationships>
</file>

<file path=ppt/slides/_rels/slide1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1c893a75f4b73" /><Relationship Type="http://schemas.openxmlformats.org/officeDocument/2006/relationships/notesSlide" Target="/ppt/notesSlides/notesSlide188.xml" Id="Rb42c955db0be45c4" /></Relationships>
</file>

<file path=ppt/slides/_rels/slide1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23ffd24d94ed2" /><Relationship Type="http://schemas.openxmlformats.org/officeDocument/2006/relationships/notesSlide" Target="/ppt/notesSlides/notesSlide189.xml" Id="Rc6a0b991971b4c3d" /></Relationships>
</file>

<file path=ppt/slides/_rels/slide1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ac7c79b814e3e" /><Relationship Type="http://schemas.openxmlformats.org/officeDocument/2006/relationships/notesSlide" Target="/ppt/notesSlides/notesSlide190.xml" Id="Rae6055f973354c09" /></Relationships>
</file>

<file path=ppt/slides/_rels/slide1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77b90eade4918" /><Relationship Type="http://schemas.openxmlformats.org/officeDocument/2006/relationships/notesSlide" Target="/ppt/notesSlides/notesSlide191.xml" Id="Rc1cde3969ab14c08" /></Relationships>
</file>

<file path=ppt/slides/_rels/slide1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fdc747dc64113" /><Relationship Type="http://schemas.openxmlformats.org/officeDocument/2006/relationships/notesSlide" Target="/ppt/notesSlides/notesSlide192.xml" Id="R2a04b23f9a914bb7" /></Relationships>
</file>

<file path=ppt/slides/_rels/slide1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7faff173b45df" /><Relationship Type="http://schemas.openxmlformats.org/officeDocument/2006/relationships/notesSlide" Target="/ppt/notesSlides/notesSlide193.xml" Id="R342121509d0148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4ED39CC-0A98-4E80-8279-249E9118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Unreal 5.6 클라이언트</a:t>
            </a:r>
          </a:p>
        </p:txBody>
      </p:sp>
      <p:sp>
        <p:nvSpPr>
          <p:cNvPr id="2" name="cover-230">
            <a:extLst xmlns:a="http://schemas.openxmlformats.org/drawingml/2006/main">
              <a:ext uri="{FF2B5EF4-FFF2-40B4-BE49-F238E27FC236}">
                <a16:creationId xmlns:a16="http://schemas.microsoft.com/office/drawing/2014/main" id="{8E662539-64BC-48B9-B171-209B5708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191750" cy="507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03권  Drive Integration</a:t>
            </a:r>
          </a:p>
        </p:txBody>
      </p:sp>
      <p:sp>
        <p:nvSpPr>
          <p:cNvPr id="3" name="cover-313.28">
            <a:extLst xmlns:a="http://schemas.openxmlformats.org/drawingml/2006/main">
              <a:ext uri="{FF2B5EF4-FFF2-40B4-BE49-F238E27FC236}">
                <a16:creationId xmlns:a16="http://schemas.microsoft.com/office/drawing/2014/main" id="{54B1511F-F7C3-425B-95BF-D204328E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3992"/>
            <a:ext cx="10191750" cy="967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W 입력부터 화면·소리·기록까지, 사용 이유와 실제 코드로 배우는</a:t>
            </a:r>
          </a:p>
          <a:p xmlns:a="http://schemas.openxmlformats.org/drawingml/2006/main">
            <a:pPr>
              <a:def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14수업</a:t>
            </a:r>
          </a:p>
        </p:txBody>
      </p:sp>
      <p:sp>
        <p:nvSpPr>
          <p:cNvPr id="4" name="cover-444.84">
            <a:extLst xmlns:a="http://schemas.openxmlformats.org/drawingml/2006/main">
              <a:ext uri="{FF2B5EF4-FFF2-40B4-BE49-F238E27FC236}">
                <a16:creationId xmlns:a16="http://schemas.microsoft.com/office/drawing/2014/main" id="{C26F2E00-B0F2-4A01-A3A8-C78D3E20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7101"/>
            <a:ext cx="10191750" cy="507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단원별 해설과 소스코드 실습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0333946-F5AB-4E2A-B2FB-72E17C99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학습 안내     1 / 193</a:t>
            </a:r>
          </a:p>
        </p:txBody>
      </p:sp>
    </p:spTree>
    <p:extLst>
      <p:ext uri="{BB962C8B-B14F-4D97-AF65-F5344CB8AC3E}">
        <p14:creationId xmlns:p14="http://schemas.microsoft.com/office/powerpoint/2010/main" val="13339127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B060FEDF-AF6D-4119-90FF-F2ECE27B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학습과 확인 방법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7DA3780-A4FA-4CA1-BC11-FE1685B4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각 단원은 먼저 실제 운전·통신 문제를 제시합니다. 왜 그 문제가 생기며 어떤 개념이 해결에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필요한지 확인한 뒤 코드를 읽습니다. 사용 목적과 핵심 해설은 슬라이드 본문에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392847D-374C-42CD-A9C8-CFF44F62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코드 페이지의 경로와 줄 번호는 현재 소스의 연속 구간을 가리킵니다. 바로 다음 풀이에서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입력, 조건, 상태 변경과 결과를 연결합니다. 교육용 계산은 실제 설정값·측정값과 구분합니다.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2A514C4-A058-4AEA-AAD1-21DC7E73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문제는 답을 보지 않고 먼저 풀어 보세요. 결과 숫자뿐 아니라 왜 그 분기를 선택했는지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설명해야 합니다. 틀린 경우 같은 단원의 예시와 코드 풀이를 다시 읽고 다음 단원으로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넘어갑니다.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4F28DDB6-6F7F-44DE-90A9-3CFDE909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799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목차의 시작 쪽과 각 장의 학습 순서로 현재 위치를 찾습니다. HTML 교재에는 장·단원별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바로가기와 같은 본문이 있습니다. 노트의 추가 설명은 보충 자료이므로 본문만으로도 핵심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수업을 따라갈 수 있습니다.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988AC585-536B-408F-84E2-96EAA1FC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학습 안내     2 / 193</a:t>
            </a:r>
          </a:p>
        </p:txBody>
      </p:sp>
    </p:spTree>
    <p:extLst>
      <p:ext uri="{BB962C8B-B14F-4D97-AF65-F5344CB8AC3E}">
        <p14:creationId xmlns:p14="http://schemas.microsoft.com/office/powerpoint/2010/main" val="12582030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70EC345-62F4-4CF6-9EDA-E8B795DF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전체 목차 1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47FAB06-9EE6-452B-9766-490C1ED5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1장 차가 움직이는 역할과 공간 · 6쪽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W를 눌렀을 때 누가 입력을 받고 누가 이동 결과를 결정하는지 구분합니다.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6468458-BCC9-4630-A153-F91F3A19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2장 Play 시작과 운전 명령 만들기 · 31쪽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플레이 수명에 맞춰 객체를 준비하고 W·S·조향을 명령으로 해석합니다.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8D4ED74-C7D1-4407-A239-E7678C8D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3장 서버와 같은 실행을 공유하기 · 65쪽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바이트 전달과 실행 정체성 검사를 통해 다른 맵·과거 Play 상태의 혼입을 막습니다.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791D5B4-FDA1-4784-B4DD-A2468D92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학습 안내     3 / 193</a:t>
            </a:r>
          </a:p>
        </p:txBody>
      </p:sp>
    </p:spTree>
    <p:extLst>
      <p:ext uri="{BB962C8B-B14F-4D97-AF65-F5344CB8AC3E}">
        <p14:creationId xmlns:p14="http://schemas.microsoft.com/office/powerpoint/2010/main" val="21242554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4CB0A84-8A3D-48B1-B6ED-D29704C7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전체 목차 2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5CD0F77-4576-4360-AC51-ECC76824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4장 늦게 온 상태로 화면 그리기 · 87쪽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프레임·수신·시뮬레이션 시간을 배운 뒤 제한된 예측과 좌표 변환을 적용합니다.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97FB173-5234-4CF3-83D8-477479A8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5장 도로와 차량 구조를 표현하기 · 118쪽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 계산 결과와 Unreal의 지면 측정·차체·운전자·휠 표시 사이의 책임을 연결합니다.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C4EF206-F1E1-4E92-B63C-A7E477E5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6장 운전자가 보고 듣는 정보 · 147쪽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운전 시야를 확보하고 차량 상태를 카메라·계기판·소리·램프로 전달합니다.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8AC90CD-52C5-400B-92D8-CB2EC03A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학습 안내     4 / 193</a:t>
            </a:r>
          </a:p>
        </p:txBody>
      </p:sp>
    </p:spTree>
    <p:extLst>
      <p:ext uri="{BB962C8B-B14F-4D97-AF65-F5344CB8AC3E}">
        <p14:creationId xmlns:p14="http://schemas.microsoft.com/office/powerpoint/2010/main" val="11268205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9FE1CC1-9480-4C8A-9CB4-A191AFAB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전체 목차 3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E65DFA5-EF1D-4364-BF44-6C5633F9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7장 관찰을 근거로 남기기 · 178쪽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기록 재생과 검사를 이용해 이해한 기능과 현재 한계를 설명합니다.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56C10DC3-5CB0-497E-B659-26434D46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학습 안내     5 / 193</a:t>
            </a:r>
          </a:p>
        </p:txBody>
      </p:sp>
    </p:spTree>
    <p:extLst>
      <p:ext uri="{BB962C8B-B14F-4D97-AF65-F5344CB8AC3E}">
        <p14:creationId xmlns:p14="http://schemas.microsoft.com/office/powerpoint/2010/main" val="18688726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4A917409-9DC5-4F27-99ED-79AD05A6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1장 차가 움직이는 역할과 공간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6FC342D-68AA-41C8-B99A-BECDB4BA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W를 눌렀을 때 누가 입력을 받고 누가 이동 결과를 결정하는지 구분합니다.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76CA57A-F0E2-4807-993E-AA98C8F4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변수와 함수 호출을 읽을 수 있으면 시작할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A2CF2A6-06AA-4077-A0D9-85EE8C93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3452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명령과 결과의 왕복을 설명합니다. Pawn과 컴포넌트의 부착 관계를 읽습니다.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3ABE34DB-1954-48C2-A854-C3FD6156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241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차 한 대의 역할도와 부품 관계도를 설명할 수 있습니다.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18900F5-0C94-436C-B816-E2B2C3DE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   6 / 193</a:t>
            </a:r>
          </a:p>
        </p:txBody>
      </p:sp>
    </p:spTree>
    <p:extLst>
      <p:ext uri="{BB962C8B-B14F-4D97-AF65-F5344CB8AC3E}">
        <p14:creationId xmlns:p14="http://schemas.microsoft.com/office/powerpoint/2010/main" val="5759603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F038FF2-4407-4C1D-8248-3B040F3B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A67CD6D-2C83-4F31-9C88-DC14B27F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L01 W를 눌렀는데 누가 차를 움직이나요? · 8쪽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명령이 서버로 가고 결과가 Pawn에 돌아오는 흐름을 여덟 지점으로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D86A085-467A-4E67-A1ED-2702A865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L02 차체와 바퀴가 함께 움직이는 구조 · 20쪽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Actor·Pawn·Component, 로컬·월드, UObject 참조의 역할을 실제 선언과 연결합니다.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5256947-DE4C-451F-8B40-911C04F9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   7 / 193</a:t>
            </a:r>
          </a:p>
        </p:txBody>
      </p:sp>
    </p:spTree>
    <p:extLst>
      <p:ext uri="{BB962C8B-B14F-4D97-AF65-F5344CB8AC3E}">
        <p14:creationId xmlns:p14="http://schemas.microsoft.com/office/powerpoint/2010/main" val="6738661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1267BFD2-D40D-44F7-8A69-DC728F58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W를 눌렀는데 누가 차를 움직이나요?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C1E6994-564E-4211-B7D3-F5577567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W를 누른 뒤 차가 늦게 움직이면 입력·서버·화면 중 어디를 확인해야 할까요?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7CF386F-5357-4152-8F43-59BC3967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담당 경계를 모르면 화면 오차를 물리 수식으로 고치거나 서버 문제를 메시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위치로 가리게 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DAB98C2-7C38-435A-BF09-F004087E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명령이 서버로 가고 결과가 Pawn에 돌아오는 흐름을 여덟 지점으로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1BD95A07-8C16-47DE-8C6E-2EBE64E9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변수에 값을 저장하고 함수를 호출한다는 개념만 필요합니다.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6F07D77B-8EB5-459E-B417-D143CBCA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L01     8 / 193</a:t>
            </a:r>
          </a:p>
        </p:txBody>
      </p:sp>
    </p:spTree>
    <p:extLst>
      <p:ext uri="{BB962C8B-B14F-4D97-AF65-F5344CB8AC3E}">
        <p14:creationId xmlns:p14="http://schemas.microsoft.com/office/powerpoint/2010/main" val="11304710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D9CD43B-0A79-4E43-8F94-09EBE43B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화면의 자동차와 계산 속 자동차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D715D0F-D86E-488C-A4D0-308FF803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W를 누르면 화면의 차가 앞으로 갑니다. 이때 화면에 보이는 메시, 입력을 받는 Pawn, 속도와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충돌을 계산하는 외부 서버를 하나의 물체처럼 생각하기 쉽습니다. 하지만 코드에서는 서로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다른 책임을 맡습니다.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A94D93D-41C3-40B1-84A0-1CA8093E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프로젝트에서 Unreal은 운전 의도를 읽고 서버가 계산한 결과를 표시합니다. W를 누른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함수가 차의 위치를 직접 늘리지는 않습니다. 서버는 명령과 현재 운동 상태를 이용해 다음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차량 상태를 만듭니다.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6EDB705-A253-40CB-B1DA-5FF69415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따라서 차가 안 움직이면 먼저 W 값이 들어왔는지, 명령이 전달됐는지, 결과 상태가 도착했는지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순서대로 질문해야 합니다. 담당을 나누는 이유는 같은 증상에 서로 다른 원인이 있을 수 있기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때문입니다.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596E025-AEBE-423B-9D17-589EEAF3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L01     9 / 193</a:t>
            </a:r>
          </a:p>
        </p:txBody>
      </p:sp>
    </p:spTree>
    <p:extLst>
      <p:ext uri="{BB962C8B-B14F-4D97-AF65-F5344CB8AC3E}">
        <p14:creationId xmlns:p14="http://schemas.microsoft.com/office/powerpoint/2010/main" val="4560498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DEF9B01-6565-4AEE-BC3F-37F06332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월드의 대상과 입력의 주인을 구분합니다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E41E272-270D-4217-8FB2-B6460A2C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Actor는 월드에 존재하는 대상이고 Pawn은 Controller가 빙의해 제어할 수 있는 Actor입니다.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현재 AExternalVehiclePawn은 APawn을 상속합니다. 상속은 자동차 부품을 붙이는 관계가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아니라 객체가 어떤 종류인지 나타냅니다.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F316D69-581C-4B65-9F66-3C90561E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Controller는 Pawn의 제어 주체입니다. AutoPossessPlayer는 Player0가 플레이어 Pawn을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빙의하게 합니다. 이 입력 연결만으로 외부 서버 운전 권한을 얻지는 않으며 통신 계약도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통과해야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4FD54CF-0E3F-4936-9A6C-C2E2BEF1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ActorComponent는 통신처럼 Actor에 기능을 붙입니다. SceneComponent는 위치·회전·부착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관계도 가집니다. 따라서 통신 컴포넌트와 카메라 부품은 같은 역할이 아닙니다. 다음 수업에서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실제 부착 트리를 읽겠습니다.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A3042AD-50C1-4EBE-93F3-36CCC948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L01     10 / 193</a:t>
            </a:r>
          </a:p>
        </p:txBody>
      </p:sp>
    </p:spTree>
    <p:extLst>
      <p:ext uri="{BB962C8B-B14F-4D97-AF65-F5344CB8AC3E}">
        <p14:creationId xmlns:p14="http://schemas.microsoft.com/office/powerpoint/2010/main" val="19011899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3F668BD-6F12-4D08-AA34-9F063B56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의도와 결과를 읽는 구별법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담긴 뜻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코드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W를 얼마나 누르는가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ForwardPedalInput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운전 명령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가속·제동·조향·기어 요구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PendingControl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권위 상태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서버가 확정한 위치·속도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LatestState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 샘플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지금 화면에 그릴 위치·회전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FVehiclePresentationSample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90D6CE00-A59C-478D-A031-DC71F385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명령에는 원하는 조작이, 상태에는 계산된 결과가 들어갑니다. 두 값의 역할을 바꿔 사용하면 표시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보정이 물리 계산을 덮어쓸 수 있습니다.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61D5C0B-F62E-4B4A-BBE6-8B9A3E18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L01     11 / 193</a:t>
            </a:r>
          </a:p>
        </p:txBody>
      </p:sp>
    </p:spTree>
    <p:extLst>
      <p:ext uri="{BB962C8B-B14F-4D97-AF65-F5344CB8AC3E}">
        <p14:creationId xmlns:p14="http://schemas.microsoft.com/office/powerpoint/2010/main" val="9255134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A403F3A-B955-4B72-91F5-A9466FEE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 입력이 화면에 돌아오는 왕복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e6ddb9bf0d4183"/>
          <a:stretch xmlns:a="http://schemas.openxmlformats.org/drawingml/2006/main"/>
        </p:blipFill>
        <p:spPr>
          <a:xfrm xmlns:a="http://schemas.openxmlformats.org/drawingml/2006/main">
            <a:off x="1864916" y="1285875"/>
            <a:ext cx="8462168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4606D7BD-CAF5-4F48-9DD8-4998147E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3911B0E-7BD4-4C63-B3FA-FAA1F74D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L01     12 / 193</a:t>
            </a:r>
          </a:p>
        </p:txBody>
      </p:sp>
    </p:spTree>
    <p:extLst>
      <p:ext uri="{BB962C8B-B14F-4D97-AF65-F5344CB8AC3E}">
        <p14:creationId xmlns:p14="http://schemas.microsoft.com/office/powerpoint/2010/main" val="11375777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86DCB76-95F8-4C71-8491-3731B840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 해설: W 입력이 화면에 돌아오는 왕복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4BE3543-EEC1-4F90-8C26-D11FC4E3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그림에서 서버로 가는 쪽은 운전 의도이고 Unreal로 돌아오는 쪽은 계산 결과입니다. 이 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방향을 구분하면 “보냈다”와 “움직임을 받았다”가 다른 사건이라는 사실을 기억하기 쉽습니다.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CB2C30F-6A83-4030-BD5D-4A9D1CD5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Unreal 안에서도 입력 함수와 표시 함수는 떨어져 있습니다. 입력은 최신 명령 보관함을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갱신하고, 표시 함수는 마지막으로 검증된 상태를 읽습니다. 한 번의 키 입력과 한 번의 화면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갱신이 일대일로 대응하지 않습니다.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852F4A0-BEB3-43EB-B8C3-C3FC7CC4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L01     13 / 193</a:t>
            </a:r>
          </a:p>
        </p:txBody>
      </p:sp>
    </p:spTree>
    <p:extLst>
      <p:ext uri="{BB962C8B-B14F-4D97-AF65-F5344CB8AC3E}">
        <p14:creationId xmlns:p14="http://schemas.microsoft.com/office/powerpoint/2010/main" val="20064366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DBE835C9-9C39-4D86-BAAD-F1504AE6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 함수에서 실제로 바꾸는 값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8AE0B03A-5AC0-4B3D-BC83-15F4D9F4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unreal/DriveIntegration/Source/DriveIntegration/ExternalVehiclePawn.cpp:770-774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9BAADA63-658F-4564-ABD8-6449E911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153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184A240A-4F0C-43BC-A527-AFCF4853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770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771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772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773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774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F672015E-D849-435D-8E21-B83639E8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void AExternalVehiclePawn::SetThrottle(float Value)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ForwardPedalInput = FMath::Clamp(Value, 0.0f, 1.0f);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PushControl();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75AE1AC1-3B38-401C-A920-CE5A8C3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찾을 함수는 SetThrottle입니다. 위치를 바꾸는 함수가 있는지, 어떤 값을 저장하는지 먼저 읽으세요.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23B7C5AE-987E-42E0-9874-8AD9EA4E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L01     14 / 193</a:t>
            </a:r>
          </a:p>
        </p:txBody>
      </p:sp>
    </p:spTree>
    <p:extLst>
      <p:ext uri="{BB962C8B-B14F-4D97-AF65-F5344CB8AC3E}">
        <p14:creationId xmlns:p14="http://schemas.microsoft.com/office/powerpoint/2010/main" val="1621118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12ECF7A-5A5A-4B3D-8CD8-69CD392C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SetThrottle 다섯 줄의 풀이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82DF653-27B8-4E1D-AD9A-A3C6EE6B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770행의 Value는 입력 축이 전달한 수치입니다. 772행은 그 값을 0~1 사이로 제한해서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ForwardPedalInput에 저장합니다. 키가 눌린 정도를 보관하는 것이며, 미터 단위의 이동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거리를 만드는 줄이 아닙니다.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107869D-E21B-469C-B72C-F9CB00D1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773행의 PushControl은 다른 페달과 조향 상태까지 모아 최종 명령을 해석합니다. 그 결과는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클라이언트의 SetControl로 전달됩니다. 실제 전송은 별도의 송신 조건을 만족할 때 일어나므로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호출을 패킷 한 개와 동일시하지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AF48FFE-E0FF-4D31-ACB7-21612C01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함수에 SetActorLocation이 없다는 점이 중요한 근거입니다. 화면 위치는 서버 결과를 받은 뒤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Pawn Tick에서 바뀝니다. 다음 소스를 읽을 때에도 함수 이름보다 읽는 값과 바꾸는 값을 먼저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찾아 역할을 판단하세요.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25FBE3D-CFBC-4EE4-8F7C-C5B5A1AB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L01     15 / 193</a:t>
            </a:r>
          </a:p>
        </p:txBody>
      </p:sp>
    </p:spTree>
    <p:extLst>
      <p:ext uri="{BB962C8B-B14F-4D97-AF65-F5344CB8AC3E}">
        <p14:creationId xmlns:p14="http://schemas.microsoft.com/office/powerpoint/2010/main" val="40345978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F2A5CAA-01A0-4CF9-8EE2-0738841C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왕복을 따라 읽을 순서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순서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쪽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 쪽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DefaultInput의 Throttle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ApplyBinaryMessage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SetThrottle / PushControl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검증된 LatestState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Resolve / SetControl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GetLatestState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SendControl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BuildVehicleSample / Actor 적용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E4030D52-645E-475C-B7C9-374E532D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각 행의 함수를 먼저 찾고, 그 함수가 다음 행으로 넘기는 값을 적습니다. 아직 세부 구현을 모두 읽을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필요는 없습니다.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CCE2D2B-EA5A-4A7C-B388-EC2CF26C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L01     16 / 193</a:t>
            </a:r>
          </a:p>
        </p:txBody>
      </p:sp>
    </p:spTree>
    <p:extLst>
      <p:ext uri="{BB962C8B-B14F-4D97-AF65-F5344CB8AC3E}">
        <p14:creationId xmlns:p14="http://schemas.microsoft.com/office/powerpoint/2010/main" val="117438972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43825D3-C815-4EF7-AAC7-0D60B37F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어느 값이 잘못됐나요?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BC5ED2F-4D96-4C2C-ABDC-DF74F850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W 입력값은 1이고 명령도 서버에 도착했습니다. 서버가 보낸 위치는 변하는데 화면의 차체만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움직이지 않습니다. 입력 함수와 표시 함수 중 어디부터 읽겠습니까?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2621937-77AA-46AC-9234-BF676838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PendingControl과 LatestState 중 “차량이 실제로 어디에 있는가”를 뜻하는 것은 무엇인가요?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답과 함께 이유를 한 문장으로 적으세요.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97DA9D1-CF70-467B-AB0A-B4605DDB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L01     17 / 193</a:t>
            </a:r>
          </a:p>
        </p:txBody>
      </p:sp>
    </p:spTree>
    <p:extLst>
      <p:ext uri="{BB962C8B-B14F-4D97-AF65-F5344CB8AC3E}">
        <p14:creationId xmlns:p14="http://schemas.microsoft.com/office/powerpoint/2010/main" val="10331995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B53C60B-19ED-4833-AFAA-ACC39C01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답: 결과를 표시하는 경계를 확인합니다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96D5502-FC8F-49E4-8DA0-2ECFA288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서버 위치가 정상적으로 변한다면 Pawn Tick, BuildVehicleSample,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SetActorLocationAndRotation 순서로 표시 경로를 확인합니다. 입력부터 다시 고칠 근거는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아직 없습니다.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D98BAB2-0BA4-4CC1-B8E3-F6BAE4F1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LatestState가 검증을 거쳐 받은 권위 결과입니다. PendingControl은 원하는 조작이므로 W가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1이어도 벽이나 브레이크 때문에 이동하지 않을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2B0DB7D-AA1F-485B-8A38-ACEE102B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이제 화면 담당을 찾았지만 차체·바퀴·카메라가 어떻게 함께 움직이는지는 아직 모릅니다. 다음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수업에서 Pawn을 구성하는 컴포넌트와 부모 기준 위치를 읽습니다.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860F54B-D6BB-48B9-8BCD-484B3B1E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L01     18 / 193</a:t>
            </a:r>
          </a:p>
        </p:txBody>
      </p:sp>
    </p:spTree>
    <p:extLst>
      <p:ext uri="{BB962C8B-B14F-4D97-AF65-F5344CB8AC3E}">
        <p14:creationId xmlns:p14="http://schemas.microsoft.com/office/powerpoint/2010/main" val="38465430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697E287-C1CE-4DC8-A816-D43399B4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0D95C35-74BD-4BF4-98E9-4A5C8A06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명령이 서버로 가고 결과가 Pawn에 돌아오는 흐름을 여덟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지점으로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E7A46E4-CABC-435F-9CE6-C6D11837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담당 경계를 모르면 화면 오차를 물리 수식으로 고치거나 서버 문제를 메시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위치로 가리게 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748AB1D-0FEE-44DE-9AC5-71CBE8AC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왕복의 화면 담당인 Pawn을 구성하는 부품과 좌표를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살펴봅니다.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1590BAA-5D34-413A-B90B-3115085F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L01     19 / 193</a:t>
            </a:r>
          </a:p>
        </p:txBody>
      </p:sp>
    </p:spTree>
    <p:extLst>
      <p:ext uri="{BB962C8B-B14F-4D97-AF65-F5344CB8AC3E}">
        <p14:creationId xmlns:p14="http://schemas.microsoft.com/office/powerpoint/2010/main" val="29682187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858FFDF4-A176-46B3-B521-699C7C07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차체와 바퀴가 함께 움직이는 구조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E0DD70F-7DFB-4B18-BAA8-A37A9C15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차체를 옮겼는데 바퀴나 카메라가 제자리에 남는다면 무엇이 빠졌을까요?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40983B1-50A2-47F7-80CA-FC1D2C95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부품 관계와 좌표 기준을 알아야 각 부품을 일관되게 움직이고 안전하게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참조할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450CF7D-93A8-4A33-B025-E9FA3596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Actor·Pawn·Component, 로컬·월드, UObject 참조의 역할을 실제 선언과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1B046F89-4C41-41F0-A959-93E9B6BD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L01의 화면 담당 Pawn과 권위 상태 구분이 필요합니다.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64645932-BCDE-416F-900C-FD4717DC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L02     20 / 193</a:t>
            </a:r>
          </a:p>
        </p:txBody>
      </p:sp>
    </p:spTree>
    <p:extLst>
      <p:ext uri="{BB962C8B-B14F-4D97-AF65-F5344CB8AC3E}">
        <p14:creationId xmlns:p14="http://schemas.microsoft.com/office/powerpoint/2010/main" val="22204981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57C2E5F-B6DC-49D1-A889-1BD61845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부품을 매번 따로 이동시키면 생기는 문제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2876DFD-E758-4CB7-97C0-B0CD1B9A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차가 오른쪽으로 1m 움직일 때 차체뿐 아니라 바퀴, 운전자, 배기구도 함께 이동해야 합니다.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모든 부품의 월드 위치를 따로 더하면 하나를 빠뜨리거나 차체 회전까지 반영하지 못할 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01EE129-92E4-43DC-9AF4-6C4DA61E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컴포넌트 부착 관계는 이 반복 계산의 기준을 공유하게 합니다. PresentationRoot를 기준으로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붙인 부품은 부모 변환을 따라갑니다. 바퀴가 차체에서 얼마나 떨어졌는지는 부품 자신의 상대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위치로 표현합니다.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6A6BC71-4FA8-423D-8A59-341F2DF9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다만 통신 기능에는 공간상의 위치가 필요하지 않습니다. ActorComponent는 기능을 붙이는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기반이고, SceneComponent 계열은 Transform과 부착 관계를 갖습니다. 기능과 공간 부품을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구분하면 객체 구성이 자연스러워집니다.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CEA5614-33BC-4370-8402-175C4951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L02     21 / 193</a:t>
            </a:r>
          </a:p>
        </p:txBody>
      </p:sp>
    </p:spTree>
    <p:extLst>
      <p:ext uri="{BB962C8B-B14F-4D97-AF65-F5344CB8AC3E}">
        <p14:creationId xmlns:p14="http://schemas.microsoft.com/office/powerpoint/2010/main" val="81539387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CDD3AFB-BA3B-4665-AC0C-A52DE311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Pawn과 부품의 역할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d0279e7a3a4804"/>
          <a:stretch xmlns:a="http://schemas.openxmlformats.org/drawingml/2006/main"/>
        </p:blipFill>
        <p:spPr>
          <a:xfrm xmlns:a="http://schemas.openxmlformats.org/drawingml/2006/main">
            <a:off x="1864916" y="1285875"/>
            <a:ext cx="8462168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08B47CD8-A11E-4B75-A2E9-B5EE5CBD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E1F9CB2-F517-4853-833C-9D82641B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L02     22 / 193</a:t>
            </a:r>
          </a:p>
        </p:txBody>
      </p:sp>
    </p:spTree>
    <p:extLst>
      <p:ext uri="{BB962C8B-B14F-4D97-AF65-F5344CB8AC3E}">
        <p14:creationId xmlns:p14="http://schemas.microsoft.com/office/powerpoint/2010/main" val="110333336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B39AF35-F9A0-4BE5-9414-4AB89147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 해설: Pawn과 부품의 역할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AE90102-6BAB-41CE-B321-9AE8EA64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Pawn은 플레이어가 빙의하여 제어할 수 있는 Actor입니다. Controller는 제어 주체이고, 차체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Mesh와 카메라, 통신 Component는 Pawn이 사용하는 서로 다른 기능입니다.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BC4A8AF-F248-4203-B614-DFD37FF4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그림은 역할을 보여 주는 개념도입니다. 정확한 부착 부모는 생성자의 SetupAttachment와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SetRootComponent를 확인해야 합니다. 소유 관계와 공간 부착 관계가 항상 같은 말은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아닙니다.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1AD1072-E7A2-4930-8C51-C566033C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L02     23 / 193</a:t>
            </a:r>
          </a:p>
        </p:txBody>
      </p:sp>
    </p:spTree>
    <p:extLst>
      <p:ext uri="{BB962C8B-B14F-4D97-AF65-F5344CB8AC3E}">
        <p14:creationId xmlns:p14="http://schemas.microsoft.com/office/powerpoint/2010/main" val="101740329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234E9A4-E1C8-4BAF-8499-4D70F989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위치를 다른 기준에서 읽기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8727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공간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무엇을 기준으로 하나요?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예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월드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레벨 전체의 원점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차체의 전체 위치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/ 상대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부모 컴포넌트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차체 옆의 바퀴 허브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뷰포트의 픽셀 기준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오른쪽 아래 속도계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방향 벡터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길이와 방향만 표현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속도에는 위치 오프셋을 더하지</a:t>
                      </a:r>
                    </a:p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않음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0124E4DA-C560-4A31-92B4-22D9D57D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626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숫자만 같아도 기준이 다르면 다른 장소를 뜻합니다. 변수 이름에 기준을 남기는 이유입니다.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7683553-2B01-4AC9-BDBB-C39F9C5D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L02     24 / 193</a:t>
            </a:r>
          </a:p>
        </p:txBody>
      </p:sp>
    </p:spTree>
    <p:extLst>
      <p:ext uri="{BB962C8B-B14F-4D97-AF65-F5344CB8AC3E}">
        <p14:creationId xmlns:p14="http://schemas.microsoft.com/office/powerpoint/2010/main" val="162116921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9EC9D75A-58CD-4478-9D54-791DE6F4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기본 부품을 만들고 붙이는 코드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77B45D06-73C7-409B-9F84-491E86C1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unreal/DriveIntegration/Source/DriveIntegration/ExternalVehiclePawn.cpp:34-40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33435BED-42AC-47D0-8CC9-479D6FEC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E1095011-38AC-4C66-80A2-9677D4E6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40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987DD382-9F00-4CF4-A0BD-5B534B62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PrimaryActorTick.bCanEverTick = true;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AutoPossessPlayer = EAutoReceiveInput::Player0;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PresentationRoot =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CreateDefaultSubobject&lt;USceneComponent&gt;(TEXT("PresentationRoot"));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SetRootComponent(PresentationRoot);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VehicleMesh = CreateDefaultSubobject&lt;UStaticMeshComponent&gt;(TEXT("VehicleMesh"));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VehicleMesh-&gt;SetupAttachment(PresentationRoot);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VehicleMesh-&gt;SetCollisionEnabled(ECollisionEnabled::NoCollision);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09C402B7-D8F1-4860-B93F-052BE844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CreateDefaultSubobject, SetRootComponent, SetupAttachment 세 호출이 어떤 관계를 만드는지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읽으세요.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4AAE05BD-C4BE-46C9-85F8-4106577D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L02     25 / 193</a:t>
            </a:r>
          </a:p>
        </p:txBody>
      </p:sp>
    </p:spTree>
    <p:extLst>
      <p:ext uri="{BB962C8B-B14F-4D97-AF65-F5344CB8AC3E}">
        <p14:creationId xmlns:p14="http://schemas.microsoft.com/office/powerpoint/2010/main" val="77536458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9F75F53-2440-457D-9905-8DB06C7C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생성 코드와 로컬 변환의 풀이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A85D11C-47CC-43C2-8E99-11F24F62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34행은 프레임 갱신 가능 여부, 35행은 Player0 자동 빙의를 설정합니다. 36~37행은 기본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SceneComponent를 만들고 루트로 지정합니다. 38~39행은 차체 메시를 만든 뒤 그 루트에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붙입니다.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1225896-1DCC-4025-8A42-697F2AFF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루트가 월드에서 이동하면 차체도 부모 변환을 따릅니다. 예를 들어 루트 기준으로 오른쪽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90cm에 둔 부품은 차량이 회전할 때 차량의 오른쪽에 남아야 합니다. 월드 Y에만 90을 더하는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방식으로는 이 관계를 유지할 수 없습니다.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4E62140-FB2B-4E85-AFC2-BF702571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40행의 NoCollision은 이 표시 차체 메시가 Unreal 물리 충돌 해결의 주체가 아니라는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단서입니다. 서버 충돌까지 없다는 뜻은 아닙니다. 먼저 부착 구조를 읽고, 충돌 권한의 자세한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이유는 도로와 차량 수업에서 이어서 다룹니다.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97A9B5A-AFC1-4F8D-A59D-2D07A0EC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L02     26 / 193</a:t>
            </a:r>
          </a:p>
        </p:txBody>
      </p:sp>
    </p:spTree>
    <p:extLst>
      <p:ext uri="{BB962C8B-B14F-4D97-AF65-F5344CB8AC3E}">
        <p14:creationId xmlns:p14="http://schemas.microsoft.com/office/powerpoint/2010/main" val="128019661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9745A6B-5C38-4CE5-B733-5DB9841C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UCLASS와 UPROPERTY가 필요한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BE0CA70-58A5-4B33-8405-373F3E50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Unreal이 C++ 속성을 보여 주고 UObject 참조를 관리하려면 엔진용 정보가 필요합니다.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UCLASS와 GENERATED_BODY는 이 연결에 참여하고 UPROPERTY는 속성 노출과 추적 방식을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표시합니다.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F689CF3-C451-4BD5-8DF7-69551A6B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컴포넌트 참조는 UPROPERTY와 TObjectPtr를 함께 씁니다. 추적되지 않는 원시 포인터를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오래 저장하면 객체가 사라진 뒤 접근할 위험이 있습니다. TWeakObjectPtr는 객체 수명을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붙잡지 않고 유효성을 확인할 때 씁니다.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B84E1AD-916D-4038-BC52-70D593AA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VisibleAnywhere는 관찰, EditAnywhere는 설정 편집에 사용합니다. BlueprintReadOnly는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Blueprint 접근 제약이지 C++ const가 아닙니다. UPROPERTY를 붙였다고 외부 서버로 자동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송신되는 것도 아닙니다.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C028669-0978-40A8-A63B-DF206FEB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L02     27 / 193</a:t>
            </a:r>
          </a:p>
        </p:txBody>
      </p:sp>
    </p:spTree>
    <p:extLst>
      <p:ext uri="{BB962C8B-B14F-4D97-AF65-F5344CB8AC3E}">
        <p14:creationId xmlns:p14="http://schemas.microsoft.com/office/powerpoint/2010/main" val="69046568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533033C-72B9-4F90-8D38-D9098B20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어떤 기준과 참조가 필요한가요?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5E153F2-C59A-4673-98F7-E80F90C3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차량이 90° 회전해도 운전석이 차체 안의 같은 자리에 있어야 합니다. 운전석 배치는 월드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기준과 차체 로컬 기준 중 어느 쪽이 적절한가요?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CC77295-58A2-45A9-8002-5ECB9307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비동기 콜백이 끝난 뒤에도 반드시 객체를 살려 둘 필요는 없지만, 사라졌으면 접근하면 안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됩니다. 어떤 종류의 참조와 검사가 필요할까요?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8CF1C78-5915-4995-BD38-7C8DA8A7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L02     28 / 193</a:t>
            </a:r>
          </a:p>
        </p:txBody>
      </p:sp>
    </p:spTree>
    <p:extLst>
      <p:ext uri="{BB962C8B-B14F-4D97-AF65-F5344CB8AC3E}">
        <p14:creationId xmlns:p14="http://schemas.microsoft.com/office/powerpoint/2010/main" val="51723851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BF5C620-FFCB-464E-8744-85E44235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답: 공간 기준과 객체 수명은 따로 검사합니다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1535C93-BE6F-459F-B8B2-87D74D3D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운전석은 차체 로컬 기준으로 배치하고 부모 변환을 따르게 하는 편이 적절합니다. HUD의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픽셀 위치는 차체에 붙는 공간 부품이 아니므로 같은 방식으로 계산하지 않습니다.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A77EC3B-002D-455B-97E3-DEC8FA49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콜백은 약한 UObject 참조를 사용하고 실행 순간 유효성을 확인할 수 있습니다. 그러나 객체가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살아 있어도 이전 연결의 이벤트일 수 있으므로 이후 통신 수업의 연결 세대 검사도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F8093E6-3545-455B-9A30-6B57D15A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부품을 만드는 방법을 배웠으니 다음에는 Play 시작과 종료를 구분합니다. 기본 구조를 만드는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생성자와 실행 중 소켓을 여는 시점을 섞지 않는 것이 다음 목표입니다.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20C77EE-2D02-498C-8072-DF3A95E7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L02     29 / 193</a:t>
            </a:r>
          </a:p>
        </p:txBody>
      </p:sp>
    </p:spTree>
    <p:extLst>
      <p:ext uri="{BB962C8B-B14F-4D97-AF65-F5344CB8AC3E}">
        <p14:creationId xmlns:p14="http://schemas.microsoft.com/office/powerpoint/2010/main" val="63458665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6D130FF-2F31-4B1F-806D-0E4CD7AA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01FE6FD-FBFA-4747-A6A2-B7AC02F3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Actor·Pawn·Component, 로컬·월드, UObject 참조의 역할을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실제 선언과 연결합니다.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20160A3-BBE5-4F73-93B3-D2D3952A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부품 관계와 좌표 기준을 알아야 각 부품을 일관되게 움직이고 안전하게 참조할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ECA763C-80DC-4B14-923E-77DF2F2E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만든 부품을 언제 초기화하고 언제 정리하는지 배웁니다.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67FE105-5B2F-4406-9E0F-9DFB71FC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C1  L02     30 / 193</a:t>
            </a:r>
          </a:p>
        </p:txBody>
      </p:sp>
    </p:spTree>
    <p:extLst>
      <p:ext uri="{BB962C8B-B14F-4D97-AF65-F5344CB8AC3E}">
        <p14:creationId xmlns:p14="http://schemas.microsoft.com/office/powerpoint/2010/main" val="207463539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73F7FC18-19CB-4E6D-91F8-C4E6A4AB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2장 Play 시작과 운전 명령 만들기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71FE7C4-F148-4251-9E49-8562191A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플레이 수명에 맞춰 객체를 준비하고 W·S·조향을 명령으로 해석합니다.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438896C-B9A1-4866-AFB9-520B8545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C1의 Pawn·Component·명령과 결과 구분이 필요합니다.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7FEBA95-2240-441A-8385-2E62E200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3452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생성자와 BeginPlay의 역할을 구분합니다. 입력 해석과 송신 주기까지 추적합니다.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F6C4069C-2ED5-4776-A2D8-FC6BC11F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241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W와 S가 가속·제동·기어로 바뀌는 과정을 설명할 수 있습니다.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220F9EDB-3CC5-4489-9D12-7A905B25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   31 / 193</a:t>
            </a:r>
          </a:p>
        </p:txBody>
      </p:sp>
    </p:spTree>
    <p:extLst>
      <p:ext uri="{BB962C8B-B14F-4D97-AF65-F5344CB8AC3E}">
        <p14:creationId xmlns:p14="http://schemas.microsoft.com/office/powerpoint/2010/main" val="77316323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BEF2FF8-E44A-4F51-9969-76697C0B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82D8B66-BFDD-4302-B5BD-BAA2329E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L03 Play를 반복해도 이전 실행이 남지 않게 하기 · 33쪽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생성자·BeginPlay·Tick·EndPlay와 Build.cs의 책임을 구분합니다.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BC0F94C-8A38-4CB8-B94C-DD4E69DF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L04 W와 S를 가속·제동·기어로 해석하기 · 44쪽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 매핑과 ControlResolver의 분기를 손으로 추적합니다.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C55B1C7-B373-4DA6-AB9F-F56901C4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L05 짧은 조향과 최신 명령을 전달하기 · 54쪽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조향 변화율·부호·입력 초점·PendingControl·송신 주기를 연결합니다.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482C030-9BCF-4C06-BD1A-C9C897E2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   32 / 193</a:t>
            </a:r>
          </a:p>
        </p:txBody>
      </p:sp>
    </p:spTree>
    <p:extLst>
      <p:ext uri="{BB962C8B-B14F-4D97-AF65-F5344CB8AC3E}">
        <p14:creationId xmlns:p14="http://schemas.microsoft.com/office/powerpoint/2010/main" val="112215812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0399285F-C929-46C0-AF84-61574992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Play를 반복해도 이전 실행이 남지 않게 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4F48D35-1BA8-48CA-8AF2-2E89F26C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Stop 후 다시 Play했는데 옛 소리가 남거나 예전 소켓 콜백이 도착하면 어떻게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될까요?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9CEBB08-E1B5-43F9-8A01-AC2267D3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기본 구조·실행 초기화·매 프레임 갱신·종료 정리를 분리해야 반복 실행이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안전합니다.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B71094E-BFEC-4786-9CAF-0D61EAF2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생성자·BeginPlay·Tick·EndPlay와 Build.cs의 책임을 구분합니다.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865F686D-D7E5-4E04-9CFF-346481B2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L02의 UObject와 컴포넌트 부착 개념이 필요합니다.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F6FDE7DA-FE98-4CF5-8EB8-5294CD45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L03     33 / 193</a:t>
            </a:r>
          </a:p>
        </p:txBody>
      </p:sp>
    </p:spTree>
    <p:extLst>
      <p:ext uri="{BB962C8B-B14F-4D97-AF65-F5344CB8AC3E}">
        <p14:creationId xmlns:p14="http://schemas.microsoft.com/office/powerpoint/2010/main" val="23753850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CCE8316-975E-4EF9-9ADF-7A43F2B6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생성됐다는 말과 Play가 시작됐다는 말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DA24859-F85F-418B-9404-2874CD8B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에디터는 게임을 실행하지 않는 동안에도 객체를 만들고 속성을 보여 줍니다. 생성자에서 현재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플레이어 입력이나 실행 중 월드를 항상 사용할 수 있다고 가정하면 에디터와 PIE에서 다른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문제가 생길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E923F22-F32A-44E6-96FA-731E5039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그래서 생성자는 기본 부품과 기본값을 구성하고, BeginPlay는 실제 실행이 시작될 때 필요한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일을 합니다. 현재 클라이언트는 BeginPlay에서 이번 실행의 Play ID를 만들고 Connect를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호출합니다.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E846E0A-C9D2-4DFC-B20E-A236866D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Play가 끝나면 EndPlay에서 연결과 사운드 같은 실행 자원을 정리해야 합니다. 메모리가 나중에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GC로 정리된다는 사실만 믿고 소켓 이벤트나 지속 음원을 남겨 두면 다음 Play에 영향을 줄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EDAB27B-FB35-48E2-B99D-9A0E49C5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L03     34 / 193</a:t>
            </a:r>
          </a:p>
        </p:txBody>
      </p:sp>
    </p:spTree>
    <p:extLst>
      <p:ext uri="{BB962C8B-B14F-4D97-AF65-F5344CB8AC3E}">
        <p14:creationId xmlns:p14="http://schemas.microsoft.com/office/powerpoint/2010/main" val="21386099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9535E22E-7C9E-4846-A05A-CA2D232B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새 Play가 시작되는 실제 코드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A0D18167-AB69-403F-AF39-10D00222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unreal/DriveIntegration/Source/DriveIntegration/SimCoreClientComponent.cpp:51-57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28002C14-0025-4A34-9B01-BDEDF8AB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A905EE23-7B78-4887-A131-44E9411E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57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521D0AA0-C87B-4044-A104-8096FFC6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void USimCoreClientComponent::BeginPlay()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Super::BeginPlay();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PlaySessionId =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FGuid::NewGuid().ToString(EGuidFormats::DigitsWithHyphensLower);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Connect();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PerformanceCapture.StartFromCommandLine(GetWorld(), MapPackageChecksum);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4DB225B0-7B9F-45C2-9DB6-7717C789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새 Play ID 생성과 Connect 호출의 순서를 확인합니다.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CDE04754-B9A7-430A-814D-3B3E236B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L03     35 / 193</a:t>
            </a:r>
          </a:p>
        </p:txBody>
      </p:sp>
    </p:spTree>
    <p:extLst>
      <p:ext uri="{BB962C8B-B14F-4D97-AF65-F5344CB8AC3E}">
        <p14:creationId xmlns:p14="http://schemas.microsoft.com/office/powerpoint/2010/main" val="69078178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858D35E-1C74-40BB-980C-3090A8DE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BeginPlay 코드 풀이와 새 실행의 의미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59D4AC0-8575-4B6E-B849-AF867B0A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53행은 부모 클래스의 BeginPlay를 호출합니다. 54행은 새 GUID를 문자열로 만들어 이번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Play의 식별자로 보관합니다. 55행은 연결을 시작하고 56행은 설정된 성능 기록을 시작합니다.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5B0F682-8E3F-4814-8D30-B1E3F3BC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순서는 “통신 객체가 존재한다”와 “이번 실행에 속한 통신을 시작한다”를 구분합니다. Play를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반복할 때마다 같은 식별자를 재사용하면 과거 상태와 새 상태를 구분하기 어려워집니다.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4F0F3AF-7484-4322-9334-B788DF55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BeginPlay에서 ID를 만들었다고 서버가 바로 초기화된 것은 아닙니다. 실제 Reset 요청과 수신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Play ID 검사는 연결 절차에서 수행합니다. 여기서는 새 실행의 준비가 어디서 시작되는지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이해하고, 전체 계약은 통신 수업에서 연결합니다.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0C1C21C-489A-4ED8-9AD1-4A445851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L03     36 / 193</a:t>
            </a:r>
          </a:p>
        </p:txBody>
      </p:sp>
    </p:spTree>
    <p:extLst>
      <p:ext uri="{BB962C8B-B14F-4D97-AF65-F5344CB8AC3E}">
        <p14:creationId xmlns:p14="http://schemas.microsoft.com/office/powerpoint/2010/main" val="176574351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A2952E0-5F85-4C60-A81C-BC4A501D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실행 중 처리와 종료 정리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시점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예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필요한 이유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DefaultSubobject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구성 공유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BeginPlay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Play ID / Connect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이번 실행 준비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TickComponent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연결·송신·프록시 갱신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중 변화 반영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EndPlay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Disconnect / 사운드 정지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 실행에 자원 잔류 방지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73F52AB0-48F2-450F-BD7F-9CF6C419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역할마다 사용하는 시점이 다릅니다. 같은 작업을 생성자와 Tick에 중복 배치하지 않습니다.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9345FC5-5BDC-4171-A03E-21D00246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L03     37 / 193</a:t>
            </a:r>
          </a:p>
        </p:txBody>
      </p:sp>
    </p:spTree>
    <p:extLst>
      <p:ext uri="{BB962C8B-B14F-4D97-AF65-F5344CB8AC3E}">
        <p14:creationId xmlns:p14="http://schemas.microsoft.com/office/powerpoint/2010/main" val="115514292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56814F7-B238-44F0-8A12-0821D167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콜백은 객체와 연결의 수명이 모두 맞아야 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83B8744-DBC7-4F7B-99BA-2E45B912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연결 A를 종료하고 B를 시작한 뒤 A의 종료 이벤트가 늦게 도착할 수 있습니다. 이때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컴포넌트는 살아 있으므로 약한 참조 검사만으로는 B를 잘못 종료하는 일을 막지 못합니다.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DEC401D-29C7-4AC0-9FFF-AC912FD6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SocketGeneration은 연결을 구분하는 내부 세대 값입니다. 콜백을 등록할 때 기억한 세대와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세대가 다르면 오래된 이벤트로 취급합니다. ReleaseSocket은 등록한 델리게이트 핸들도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제거해 불필요한 호출을 줄입니다.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CB8E899-1124-4EE6-8B85-F14ED652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약한 참조는 “객체에 접근 가능한가”, 세대 검사는 “지금 연결의 사건인가”에 답합니다. 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검사는 서로 대신할 수 없습니다. 종료 문제를 조사할 때는 포인터의 값뿐 아니라 이벤트가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속한 실행 범위까지 확인해야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C1BCD21-65A9-47A7-B758-55D8A141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L03     38 / 193</a:t>
            </a:r>
          </a:p>
        </p:txBody>
      </p:sp>
    </p:spTree>
    <p:extLst>
      <p:ext uri="{BB962C8B-B14F-4D97-AF65-F5344CB8AC3E}">
        <p14:creationId xmlns:p14="http://schemas.microsoft.com/office/powerpoint/2010/main" val="10788130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65CAAC27-E541-4159-9F27-622D1156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소리를 사용하기 전 모듈 의존성을 선언합니다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56CD21D4-4FD0-489F-BD8D-7A9EBF6A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unreal/DriveIntegration/Source/DriveIntegration/DriveIntegration.Build.cs:13-20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00228C8D-5175-4B25-AD35-18C7AFCD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F668DE87-13D1-4CC6-83A9-2A7A2228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A554BCFF-678D-4A7A-BF54-015AD515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"Core",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"CoreUObject",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"Engine",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"InputCore",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"AudioMixer",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"PhysicsCore",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"ProceduralMeshComponent",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"WebSockets"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602DEF5C-610B-40E1-A095-3A4EFDB9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목록은 실행 순서가 아니라 빌드에 필요한 모듈입니다.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35B1DA6A-9205-4695-9238-F24601EE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L03     39 / 193</a:t>
            </a:r>
          </a:p>
        </p:txBody>
      </p:sp>
    </p:spTree>
    <p:extLst>
      <p:ext uri="{BB962C8B-B14F-4D97-AF65-F5344CB8AC3E}">
        <p14:creationId xmlns:p14="http://schemas.microsoft.com/office/powerpoint/2010/main" val="80215906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6F5530F-28D4-4624-BE85-CDB383A5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Build.cs 풀이: include만으로 충분하지 않은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FAAA6E9-1661-416C-B26C-8117A143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13~15행의 Core·CoreUObject·Engine은 기반 타입, 객체 체계, 게임 기능에 연결됩니다. 16행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InputCore는 키 관련 타입, 17행 AudioMixer는 합성 오디오, 19~20행은 절차적 메시와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WebSocket에 사용됩니다.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8EFDB88-648C-44D0-A7F4-AD2ACAF9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헤더를 include하면 C++ 컴파일러가 선언을 볼 수 있지만, 다른 모듈의 실제 구현과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연결하려면 빌드 의존성도 맞아야 합니다. 따라서 헤더는 찾는데 링크가 실패하는 경우에는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Build.cs를 함께 확인해야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165A245-65BF-40CC-B61F-854B0C53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모듈을 추가했다고 기능이 자동 실행되지는 않습니다. 소켓 생성이나 오디오 시작은 별도의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실행 코드입니다. 빌드 구성과 BeginPlay를 구분하면 “기능을 사용 가능하게 만들기”와 “기능을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켜기”의 차이가 분명해집니다.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23A8E94-0373-48E2-A0DA-CA3A83FA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L03     40 / 193</a:t>
            </a:r>
          </a:p>
        </p:txBody>
      </p:sp>
    </p:spTree>
    <p:extLst>
      <p:ext uri="{BB962C8B-B14F-4D97-AF65-F5344CB8AC3E}">
        <p14:creationId xmlns:p14="http://schemas.microsoft.com/office/powerpoint/2010/main" val="100829213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BBE5E03-05CD-4D0E-8093-88119164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어느 수명 문제인가요?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D9CFDEE-D2A5-4931-ABCD-E185263C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컴포넌트는 살아 있는데 이전 소켓의 연결 종료 콜백이 새 연결을 끊었습니다. 약한 참조와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연결 세대 중 빠진 검사는 무엇인가요?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563CA63-B6B7-4F49-AF63-1B79F065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WebSockets를 Build.cs에 추가했습니다. 이것만으로 Play 때 서버 연결이 시작되나요? 실제로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읽어야 할 실행 함수도 적으세요.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D78E6C9-45BC-4670-86CB-038E116A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L03     41 / 193</a:t>
            </a:r>
          </a:p>
        </p:txBody>
      </p:sp>
    </p:spTree>
    <p:extLst>
      <p:ext uri="{BB962C8B-B14F-4D97-AF65-F5344CB8AC3E}">
        <p14:creationId xmlns:p14="http://schemas.microsoft.com/office/powerpoint/2010/main" val="162304816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A809B75-FB90-45CB-8877-F05F8962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답: 빌드·객체·연결의 범위를 나눕니다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7BB657C-7391-49CF-A7B5-C201C4CD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첫 문제에는 연결 세대 검사가 필요합니다. 살아 있는 객체라도 지금과 다른 소켓의 이벤트를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받아들이면 새 연결 상태를 오염시킬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38ED558-57C0-4A53-BD34-48F65CE6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Build.cs는 모듈을 사용할 수 있도록 빌드 관계를 선언합니다. 실제 연결은 BeginPlay와 Connect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경로를 확인해야 하며 모듈 추가만으로 소켓이 열리지는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A65CA8C-8F16-48B2-84FE-54E355D8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이제 실행 준비와 정리를 알았습니다. 다음 수업에서는 게임 입력이 들어온 뒤 W와 S를 어떤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의미의 운전 명령으로 바꾸는지 읽습니다.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A6271A6-8442-45FE-B1B0-43ABEA80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L03     42 / 193</a:t>
            </a:r>
          </a:p>
        </p:txBody>
      </p:sp>
    </p:spTree>
    <p:extLst>
      <p:ext uri="{BB962C8B-B14F-4D97-AF65-F5344CB8AC3E}">
        <p14:creationId xmlns:p14="http://schemas.microsoft.com/office/powerpoint/2010/main" val="153468699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AEF5325-5192-4331-846A-25BBC790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DAB2D13-9E2F-46A5-A62B-BE8E9952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생성자·BeginPlay·Tick·EndPlay와 Build.cs의 책임을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구분합니다.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B3B0868-5754-47BD-90A1-2EF1A296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기본 구조·실행 초기화·매 프레임 갱신·종료 정리를 분리해야 반복 실행이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안전합니다.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D65599A-BE7B-4D38-BB5F-D2846F9E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실행 준비를 마친 Pawn에서 실제 페달 입력을 해석합니다.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F5B4F98-315B-44DE-B04E-B08D2900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L03     43 / 193</a:t>
            </a:r>
          </a:p>
        </p:txBody>
      </p:sp>
    </p:spTree>
    <p:extLst>
      <p:ext uri="{BB962C8B-B14F-4D97-AF65-F5344CB8AC3E}">
        <p14:creationId xmlns:p14="http://schemas.microsoft.com/office/powerpoint/2010/main" val="112887140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74BB8BE5-6FB4-42EF-B9FE-D888F5CC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W와 S를 가속·제동·기어로 해석하기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CEDD3AE-FFB7-41CE-B968-607B4831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전진 중 S를 누를 때 즉시 후진 토크를 주면 자연스럽고 안전한 동작일까요?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BC3F36B-8948-4644-B8EE-79487F5C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키 이름과 실제 운전 의도를 분리해야 진행 방향에 맞는 제동과 기어 변경을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만들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C54CE97-EDD8-4A15-BC19-143978A0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입력 매핑과 ControlResolver의 분기를 손으로 추적합니다.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4CE9132B-F34B-404B-9417-34433F3E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24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L01의 명령과 결과, L03의 Play 입력 준비가 필요합니다.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23CB0BE-5756-4457-AC3F-42342E9D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L04     44 / 193</a:t>
            </a:r>
          </a:p>
        </p:txBody>
      </p:sp>
    </p:spTree>
    <p:extLst>
      <p:ext uri="{BB962C8B-B14F-4D97-AF65-F5344CB8AC3E}">
        <p14:creationId xmlns:p14="http://schemas.microsoft.com/office/powerpoint/2010/main" val="115662098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EA94E37-F049-4C52-80F1-CEDE95F5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 이름이 브레이크라고 항상 제동은 아닙니다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982A2D0-1628-49DF-88BC-4C9CEBF1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현재 S는 DefaultInput에서 Brake라는 이름에 연결되지만 Pawn은 그 값을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ReversePedalInput에 저장합니다. 사용자에게는 뒤로 가고 싶은 입력이며, 실제로 제동할지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후진할지는 다음 단계에서 결정합니다.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AD84B06-26BC-4730-A78A-EA28BDCF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앞으로 빠르게 달리는 상태에서 S를 눌렀다면 먼저 속도를 줄여야 합니다. 이미 후진 기어로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뒤로 움직이고 있다면 S는 후진 가속의 의미가 됩니다. 같은 키라도 현재 차량 상태가 다르기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때문에 결과가 달라집니다.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4934D4E-BCE8-45C9-A881-A3DCCA85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ControlResolver는 페달 의도, 선택 기어, 신선한 권위 속도를 함께 받아 Throttle·Brake·Gear를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만듭니다. 이 해석을 입력 바인딩과 분리하면 상태별 규칙을 테스트하기 쉬워지고 함수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이름에만 의존하는 오해도 줄어듭니다.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018B947-E1D5-4E85-B7C6-9F97C2CB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L04     45 / 193</a:t>
            </a:r>
          </a:p>
        </p:txBody>
      </p:sp>
    </p:spTree>
    <p:extLst>
      <p:ext uri="{BB962C8B-B14F-4D97-AF65-F5344CB8AC3E}">
        <p14:creationId xmlns:p14="http://schemas.microsoft.com/office/powerpoint/2010/main" val="311610666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3CE94EA-7665-4AE9-B1D3-58F52037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Axis와 Action을 고르는 이유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방식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목적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 /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Axis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페달의 0~1 값 갱신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 / 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Pressed / Released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눌림 상태를 조향 변화로 해석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Space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Pressed / Released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사이드 브레이크 유지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Pressed / Released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누르는 동안 경적 유지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DA1AE2C6-9DB4-4682-8437-341BD6D5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Axis는 계속 전달되는 수치, Action은 눌림과 해제 같은 사건을 표현하는 데 사용합니다. 키보드도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Axis로 연결할 수 있습니다.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8C12153-9382-46D5-8A90-A7BCA88A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L04     46 / 193</a:t>
            </a:r>
          </a:p>
        </p:txBody>
      </p:sp>
    </p:spTree>
    <p:extLst>
      <p:ext uri="{BB962C8B-B14F-4D97-AF65-F5344CB8AC3E}">
        <p14:creationId xmlns:p14="http://schemas.microsoft.com/office/powerpoint/2010/main" val="183984165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E450139F-9292-4566-B7F3-1722893A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상충하는 페달을 해석하는 실제 분기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E8CAA2B0-EC4B-4E3E-82F6-EE85C736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unreal/DriveIntegration/Source/DriveIntegration/SimCoreVehicleControlResolver.cpp:12-18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EAD30EF0-57C1-49D4-BC7B-1D22E0B3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BE6A2036-B17E-43E2-BF2F-14CB7CBC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18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B8A1E1C4-4810-41EB-89EA-CDFE47E7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bool bForwardPressed = Input.ForwardPedal &gt; KINDA_SMALL_NUMBER;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bool bReversePressed = Input.ReversePedal &gt; KINDA_SMALL_NUMBER;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(bForwardPressed &amp;&amp; bReversePressed)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// Conflicting pedals can never create drive torque.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Output.Brake = FMath::Max(Input.ForwardPedal, Input.ReversePedal);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56D99FB3-F689-4723-8205-E6F1510C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W와 S를 동시에 누른 경우에 추진력과 제동 중 무엇을 선택하는지 확인합니다.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82996A8F-1FBA-47CD-8756-193F4900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L04     47 / 193</a:t>
            </a:r>
          </a:p>
        </p:txBody>
      </p:sp>
    </p:spTree>
    <p:extLst>
      <p:ext uri="{BB962C8B-B14F-4D97-AF65-F5344CB8AC3E}">
        <p14:creationId xmlns:p14="http://schemas.microsoft.com/office/powerpoint/2010/main" val="155829895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16C9EE8-557F-44C7-90E7-53D88F91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동시 입력 분기 풀이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BB509BC-FCE8-4B56-86BC-120538A8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12~13행은 전진과 후진 페달이 작은 기준값보다 큰지 확인합니다. 14행에서 두 페달이 모두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눌렸으면 별도 분기로 들어갑니다. 17행은 두 값 중 큰 값을 Brake에 기록합니다.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5FB4995-D97E-4462-BD07-E64BE541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분기에서 두 가속 요구를 더하거나 전진·후진 기어를 번갈아 바꾸지 않습니다. 사용자의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상충한 의도가 추진 토크로 변하지 않도록 제동을 우선합니다. Output의 초기값과 최종 반환도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함께 읽어야 전체 동작을 이해할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DDA300D-70B3-4AD4-9E00-3C0C99D8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예를 들어 W가 0.8이고 S가 0.4라면 Brake는 0.8입니다. 이 숫자는 브레이크 힘 그 자체가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아니라 정규화된 제동 요구입니다. 서버는 이후 차량 파라미터와 상태를 이용해 실제 힘과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감속을 계산합니다.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420B280-6BB6-434A-A161-3698C5DB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L04     48 / 193</a:t>
            </a:r>
          </a:p>
        </p:txBody>
      </p:sp>
    </p:spTree>
    <p:extLst>
      <p:ext uri="{BB962C8B-B14F-4D97-AF65-F5344CB8AC3E}">
        <p14:creationId xmlns:p14="http://schemas.microsoft.com/office/powerpoint/2010/main" val="549680930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2E2E916-B590-4EBF-A313-F4F01568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S 입력이 다른 결과가 되는 예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상태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Resolver의 의미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Drive, 충분한 전진 속도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먼저 제동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Drive, 방향 전환 가능 저속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Reverse 선택과 후진 가속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Reverse, 후진 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후진 가속 유지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W와 S 동시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두 페달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제동 우선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8A1C0F90-055C-4161-8C78-0B6EAF0C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표는 정상 연결과 유효한 속도 정보가 있다는 학습 상황입니다. 기어 전환 경계는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DirectionChangeSpeedMps와 비교합니다.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470B6A8-7830-4DF2-9B87-6BD80C9F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L04     49 / 193</a:t>
            </a:r>
          </a:p>
        </p:txBody>
      </p:sp>
    </p:spTree>
    <p:extLst>
      <p:ext uri="{BB962C8B-B14F-4D97-AF65-F5344CB8AC3E}">
        <p14:creationId xmlns:p14="http://schemas.microsoft.com/office/powerpoint/2010/main" val="339789008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613F280-44FA-43E0-BF3F-2BA26CF1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오래된 속도로 기어를 바꾸면 안 되는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E3FAA41-897C-49EF-A2E3-A0FAC68F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마지막 상태가 정지였더라도 그 뒤 서버에서 차가 움직였을 수 있습니다. 오래된 속도를 지금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속도처럼 믿고 기어를 바꾸면 방향 전환 판단의 근거가 틀립니다. 그래서 기어 변경에는 신선한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권위 상태가 필요합니다.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16217EA-39D4-46BF-9111-5914CFB3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Resolver는 이미 선택된 같은 방향 기어의 페달 사용과 새 기어로의 전환을 구분합니다.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따라서 상태가 오래되면 모든 입력 수치를 무조건 0으로 만드는 단순 규칙과는 다릅니다. 최종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안전은 서버의 제어 임대 정책도 함께 담당합니다.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989C635-8A97-48C7-8751-549C76CB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지금은 “얼마나 오래됐는가”의 계산을 외울 필요는 없습니다. 현재 속도를 믿어도 되는지 알려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주는 조건이 있다는 점만 이해하세요. 실제 수신 시계와 제한값은 패킷 공백을 다루는 수업에서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숫자로 배웁니다.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1B21096-B18B-469F-873E-1BB1D0FA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L04     50 / 193</a:t>
            </a:r>
          </a:p>
        </p:txBody>
      </p:sp>
    </p:spTree>
    <p:extLst>
      <p:ext uri="{BB962C8B-B14F-4D97-AF65-F5344CB8AC3E}">
        <p14:creationId xmlns:p14="http://schemas.microsoft.com/office/powerpoint/2010/main" val="118021322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665AD77-0670-46BD-ADCA-CFFFBF7C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의도와 힘을 구분하세요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58AADE2-2EE4-44A6-A945-D03F73B8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전진 중 S를 누르면 SetBrake라는 함수가 호출됩니다. 이 사실만으로 서버 Brake가 항상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1이라고 결론낼 수 있나요?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BD6EAC5-F63B-467A-9336-F75C257D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W=0.8, S=0.4를 동시에 누른 경우 Brake는 얼마인가요? 그 값의 단위가 뉴턴인지 정규화된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요구인지도 적으세요.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F01F851-CDA1-4E9F-95C1-8D68564C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L04     51 / 193</a:t>
            </a:r>
          </a:p>
        </p:txBody>
      </p:sp>
    </p:spTree>
    <p:extLst>
      <p:ext uri="{BB962C8B-B14F-4D97-AF65-F5344CB8AC3E}">
        <p14:creationId xmlns:p14="http://schemas.microsoft.com/office/powerpoint/2010/main" val="1548546331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1705F39-649A-4B25-87EC-16265629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답: Resolver의 상태별 분기가 결과를 정합니다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209DA3C-E838-4B76-80E6-CA020DBB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함수 이름만으로는 결론낼 수 없습니다. SetBrake는 후진 페달 의도를 저장하고 Resolver가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기어와 진행 방향, 상태 유효성을 읽어 실제 명령을 정합니다.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08DD397-209C-4DB3-81F6-8F9617C8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동시 입력에서 Brake는 0.8이며 힘 단위가 아닌 0~1 제동 요구입니다. 실제 제동력과 속도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변화는 서버 계산 결과에서 확인해야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B425C2E-5E52-4D39-85D4-CBCB88E7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페달 해석을 마쳤으니 이제 짧은 A 입력을 어떻게 작은 조향으로 만들고, 여러 입력을 어떤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빈도로 서버에 보내는지 이어서 읽습니다.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870F5B8-BA5C-4A66-A5A9-56D4BEB1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L04     52 / 193</a:t>
            </a:r>
          </a:p>
        </p:txBody>
      </p:sp>
    </p:spTree>
    <p:extLst>
      <p:ext uri="{BB962C8B-B14F-4D97-AF65-F5344CB8AC3E}">
        <p14:creationId xmlns:p14="http://schemas.microsoft.com/office/powerpoint/2010/main" val="1293857197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0C79EC3-6585-4A63-ACF8-8FF41138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EE19AD8-FC28-4D37-8B49-5387969C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입력 매핑과 ControlResolver의 분기를 손으로 추적합니다.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73FB652-FD10-4C06-AFD3-305B158A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키 이름과 실제 운전 의도를 분리해야 진행 방향에 맞는 제동과 기어 변경을 만들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7D13C09-3A30-4B0D-844B-09813C32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페달과 조향을 하나의 최신 명령으로 모아 전송하는 방법을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배웁니다.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261E327-A16E-4E7B-9A8B-55DD6332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L04     53 / 193</a:t>
            </a:r>
          </a:p>
        </p:txBody>
      </p:sp>
    </p:spTree>
    <p:extLst>
      <p:ext uri="{BB962C8B-B14F-4D97-AF65-F5344CB8AC3E}">
        <p14:creationId xmlns:p14="http://schemas.microsoft.com/office/powerpoint/2010/main" val="722709876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7C1AF23A-6058-47F9-904C-6DB3EA6F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짧은 조향과 최신 명령을 전달하기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CF8FE43-DE3E-431E-BCA3-ED396903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A를 잠깐 눌렀는데 핸들이 끝까지 꺾이거나 입력을 계속 쌓아 반응이 늦어진다면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어떻게 고칠까요?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19EB800-7547-4C15-AB6B-BBA41F18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키의 이진 값을 시간 기반 명령으로 바꾸고 오래된 명령이 줄 서지 않도록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최신 값을 보관해야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287D296-2708-4DE3-8C40-99F39B48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조향 변화율·부호·입력 초점·PendingControl·송신 주기를 연결합니다.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9F60EC23-48CE-4430-A10D-CFB918FA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L04의 Axis/Action과 운전 명령 의미를 알아야 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055C2F7B-0729-40F8-A64D-5278B609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L05     54 / 193</a:t>
            </a:r>
          </a:p>
        </p:txBody>
      </p:sp>
    </p:spTree>
    <p:extLst>
      <p:ext uri="{BB962C8B-B14F-4D97-AF65-F5344CB8AC3E}">
        <p14:creationId xmlns:p14="http://schemas.microsoft.com/office/powerpoint/2010/main" val="430971135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C0916E6-BE68-4633-B4AE-69DC22BB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키보드 0과 1만으로 조향하면 거칠어집니다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A407811-32F1-491E-9D0A-76A705DC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키보드의 A는 눌림 여부만 알려 주므로 바로 최대 조향에 대응시키면 짧은 탭도 큰 핸들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움직임이 됩니다. 사용자는 조금만 방향을 바꾸고 싶은데 차량은 강한 명령을 받게 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7E9B39A-331B-4641-8E8C-B07CB19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코드는 좌우 키 상태를 저장하고 매 프레임 현재 명령을 목표값 쪽으로 일정 속도로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이동시킵니다. 누르는 동안의 상승 속도와 놓았을 때의 복귀 속도를 나누어 사용합니다. 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계산에는 DeltaSeconds가 필요합니다.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8D43DD9-35FC-48A7-A54A-225D14A9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차량 속도에 따라 이 입력 범위를 다시 줄이지는 않습니다. 입력을 완만하게 만드는 정책과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타이어 힘 때문에 고속 회전 반응이 달라지는 물리는 다른 문제입니다. 핸들 명령과 실제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경로를 따로 관찰하는 이유입니다.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C1C8FB0-831F-407E-A01A-06F8176F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L05     55 / 193</a:t>
            </a:r>
          </a:p>
        </p:txBody>
      </p:sp>
    </p:spTree>
    <p:extLst>
      <p:ext uri="{BB962C8B-B14F-4D97-AF65-F5344CB8AC3E}">
        <p14:creationId xmlns:p14="http://schemas.microsoft.com/office/powerpoint/2010/main" val="1912441477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802AE94E-94FB-4E96-8E93-80194DE6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조향 목표와 변화율 선택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40310AA1-5C85-4379-8904-59FAB217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unreal/DriveIntegration/Source/DriveIntegration/SimCoreSteeringInput.cpp:18-27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7D5B91B0-A322-415C-BEF4-3DCA1740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BDED79E8-CB0D-414F-930F-98074E1F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27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78552EFE-8527-4549-A45A-31D2D04D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float Target = bLeftPressed == bRightPressed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? 0.0f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: (bLeftPressed ? 1.0f : -1.0f);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float RequestedRate = FMath::IsNearlyZero(Target)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? ReturnRatePerSecond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: RiseRatePerSecond;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float SafeRate = FMath::IsFinite(RequestedRate)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? FMath::Max(RequestedRate, 0.0f)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: 0.0f;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return FMath::FInterpConstantTo(SafeCurrent, Target, DeltaSeconds, SafeRate);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A373849E-3618-49A4-B660-33065156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왼쪽과 오른쪽을 동시에 누르거나 모두 놓았을 때의 목표를 먼저 찾습니다.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079052A8-68C6-4619-B8E8-DB7AFAFB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L05     56 / 193</a:t>
            </a:r>
          </a:p>
        </p:txBody>
      </p:sp>
    </p:spTree>
    <p:extLst>
      <p:ext uri="{BB962C8B-B14F-4D97-AF65-F5344CB8AC3E}">
        <p14:creationId xmlns:p14="http://schemas.microsoft.com/office/powerpoint/2010/main" val="897529529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1462F0E-A152-4102-AD05-9A97A547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조향 코드 풀이와 0.1초 탭 예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C9343CC-01BF-43A7-9434-6E644B40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18~20행에서 왼쪽만 누르면 +1, 오른쪽만 누르면 −1, 두 상태가 같으면 0을 목표로 삼습니다.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21~23행은 목표가 0일 때 복귀 속도를, 그 외에는 상승 속도를 선택합니다.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9E2472C-68EF-4022-9964-510554C2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24~26행은 비정상 변화율을 막고 27행은 현재값을 초당 변화율만큼 목표에 접근시킵니다.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기본 상승률 1.25에서 0부터 A를 0.1초 누르면 중간 명령은 약 0.125가 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A863748-76FC-46DA-9257-A6591F08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ResolveCommand는 키보드 값의 부호를 보존한 제곱을 사용하므로 최종 조향은 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0.0156입니다. 같은 시간을 여러 프레임으로 나눠도 변화율의 뜻은 유지됩니다. 아날로그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게임패드에는 이 키보드 전용 제곱 변형을 그대로 적용하지 않습니다.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D7DC3ED-B6AA-4E08-9C33-DD4BEAC5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L05     57 / 193</a:t>
            </a:r>
          </a:p>
        </p:txBody>
      </p:sp>
    </p:spTree>
    <p:extLst>
      <p:ext uri="{BB962C8B-B14F-4D97-AF65-F5344CB8AC3E}">
        <p14:creationId xmlns:p14="http://schemas.microsoft.com/office/powerpoint/2010/main" val="1602974261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31E199E-D417-4400-9782-28D9C106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오른쪽 입력의 부호와 뷰포트 초점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30CF80B-1E35-4BCD-B9B9-A53C39DB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장치 X축은 오른쪽이 양수지만 현재 ControlCommand 계약은 왼쪽이 양수입니다. 게임패드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값은 InputAxisToCanonicalSteering에서 한 번 바꾸고, A/D는 목표를 만들 때부터 계약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부호를 사용합니다.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32EB542-E796-49AC-8DDB-BB9BB8D2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변환을 여러 곳에서 중복하면 차체는 맞는데 휠 조향만 반대가 되는 문제가 생길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 장치 값, 명령 값, 서버 조향각, Unreal 표시 Yaw를 각각 기록하면 처음 뒤집힌 경계를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찾기 쉽습니다.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22FC136-6538-4FA9-98C2-9EAB823C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키가 전혀 반응하지 않으면 부호보다 입력 초점을 먼저 확인합니다. Play 뷰포트가 입력을 받고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있는지, Pawn이 빙의됐는지, SetupPlayerInputComponent의 GameOnly 설정이 적용되는지 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뒤 서버 권한 문제와 구분합니다.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EB19A0A-938F-4D9D-ADF5-106CE32C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L05     58 / 193</a:t>
            </a:r>
          </a:p>
        </p:txBody>
      </p:sp>
    </p:spTree>
    <p:extLst>
      <p:ext uri="{BB962C8B-B14F-4D97-AF65-F5344CB8AC3E}">
        <p14:creationId xmlns:p14="http://schemas.microsoft.com/office/powerpoint/2010/main" val="1395858290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A9037238-E0EE-4C86-BCB5-8B4A4EE0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입력을 큐에 쌓지 않고 최신 명령을 보관합니다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F683F685-1AA8-4AE7-B71F-40276E4B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unreal/DriveIntegration/Source/DriveIntegration/SimCoreClientComponent.cpp:131-136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2CA53846-F4C3-45BC-B3F0-4E964F70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6E68B808-181C-44B1-BD7E-76BAEE8D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136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9F9AA856-8216-4EF6-9B03-D370924F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PendingControl.Throttle = ApplyInputDeadzone(FMath::Clamp(Throttle, 0.0f, 1.0f));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PendingControl.Brake = ApplyInputDeadzone(FMath::Clamp(Brake, 0.0f, 1.0f));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PendingControl.Steering = ApplyInputDeadzone(FMath::Clamp(Steering, -1.0f, 1.0f));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PendingControl.bHandbrake = bSideBrake;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PendingControl.Gear = Gear;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bControlDirty = HasMeaningfulControlChange();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6D570C6B-4BB0-4CFE-A3A0-459202D9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PendingControl은 아직 보낼 명령의 최신 값입니다. 이 코드 안에는 Socket-&gt;Send가 없습니다.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F7412F9C-5C20-4E1D-BCD0-38AABDB0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L05     59 / 193</a:t>
            </a:r>
          </a:p>
        </p:txBody>
      </p:sp>
    </p:spTree>
    <p:extLst>
      <p:ext uri="{BB962C8B-B14F-4D97-AF65-F5344CB8AC3E}">
        <p14:creationId xmlns:p14="http://schemas.microsoft.com/office/powerpoint/2010/main" val="2072390125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14A980E-511E-4685-B9B7-E325230D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보관과 송신을 분리하는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427ADF8-5F6E-4CE2-8ABC-576DFF4A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131~133행은 페달과 조향 범위를 제한하고 데드존을 적용합니다. 134~135행은 사이드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브레이크와 기어를 저장합니다. 136행은 마지막 송신값과 의미 있는 차이가 있는지 Dirty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표시를 갱신합니다.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F57E345-0AE0-46E8-8B2D-7FE229E7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W와 A의 콜백이 같은 프레임에 여러 번 실행돼도 오래된 조합을 모두 큐에 추가하지 않고 최신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상태를 보관합니다. 입력이 많이 들어온다는 이유로 예전 명령을 순서대로 늦게 실행하면 조작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반응이 점점 밀릴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13FAB95-D7FB-4C42-8541-FE1549DA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송신 시점은 ShouldSendControl이 정합니다. 기본 주기는 20Hz로 약 50ms이고, 바뀐 명령은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최대 30Hz로 약 33.3ms 간격까지 보냅니다. 변화가 없어도 반복 송신해야 서버가 제어 주체가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살아 있다는 것을 확인할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ACEB279-26F8-4F3F-9564-EF5C291F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L05     60 / 193</a:t>
            </a:r>
          </a:p>
        </p:txBody>
      </p:sp>
    </p:spTree>
    <p:extLst>
      <p:ext uri="{BB962C8B-B14F-4D97-AF65-F5344CB8AC3E}">
        <p14:creationId xmlns:p14="http://schemas.microsoft.com/office/powerpoint/2010/main" val="1377376756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7D7E9DA-FBE7-4888-B64C-223DC52D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세 횟수가 같지 않은 예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1초의 횟수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이유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렌더 Tick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60회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갱신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명령 송신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20회 수준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50ms 생존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입력 송신 상한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30회 수준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33.3ms 간격 제한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 결과 수신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별도 흐름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네트워크와 서버 송신에 의존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FDFC0EDE-A5B2-4665-9E11-DA05F1DA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60fps 화면을 가정한 교육 예입니다. 실제 송신 시점은 프레임 호출과 연결 조건의 영향을 받습니다.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A3E22EC-5812-4FE4-A771-356ED991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L05     61 / 193</a:t>
            </a:r>
          </a:p>
        </p:txBody>
      </p:sp>
    </p:spTree>
    <p:extLst>
      <p:ext uri="{BB962C8B-B14F-4D97-AF65-F5344CB8AC3E}">
        <p14:creationId xmlns:p14="http://schemas.microsoft.com/office/powerpoint/2010/main" val="925462076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D67152D-DD8B-495E-A960-F01140F0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FPS를 올리면 무엇이 달라지나요?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79F75E6-4363-4D1A-B493-5F8F3DAD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화면을 120fps로 올리면 기본 명령 송신도 120Hz가 되나요? ShouldSendControl의 어떤 값이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답의 근거인가요?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33E0615-9C19-49D8-9902-A84A09DC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장치 오른쪽 +1을 명령의 왼쪽 + 체계로 바꿨습니다. 바퀴 표시까지 맞추겠다며 입력에 다시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−1을 곱해도 될까요?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0BF15EB-DCF6-435B-BBFF-297EF728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L05     62 / 193</a:t>
            </a:r>
          </a:p>
        </p:txBody>
      </p:sp>
    </p:spTree>
    <p:extLst>
      <p:ext uri="{BB962C8B-B14F-4D97-AF65-F5344CB8AC3E}">
        <p14:creationId xmlns:p14="http://schemas.microsoft.com/office/powerpoint/2010/main" val="2068384315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99874FD-107C-4690-81A7-1B28548C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답: 입력의 단위와 전송 조건을 유지합니다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8DB3167-D642-4A04-B41D-A8726941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기본 송신은 CommandRateHz에 따른 간격으로 제한됩니다. Tick 횟수가 늘어도 매 Tick이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송신으로 이어지지는 않으며 연결과 지도 검증 조건도 필요합니다.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EC40A6A-D902-48EF-8F47-342FBB2F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경계에서 부호를 두 번 뒤집으면 원래 장치 부호로 돌아가 잘못됩니다. 표시 회전 변환은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별도의 좌표 함수가 담당하므로 어느 공간의 값인지부터 확인해야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ADC4EB8-FD0C-43C3-A59A-DCBF205A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이제 PendingControl이 완성되어 보낼 준비가 됐습니다. 다음 수업에서는 C++ 구조체를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그대로 보내지 않는 이유와 받은 바이트의 수명·스레드·조각을 다룹니다.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F0C7907-8C6A-4CA3-8A67-B8404BBF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L05     63 / 193</a:t>
            </a:r>
          </a:p>
        </p:txBody>
      </p:sp>
    </p:spTree>
    <p:extLst>
      <p:ext uri="{BB962C8B-B14F-4D97-AF65-F5344CB8AC3E}">
        <p14:creationId xmlns:p14="http://schemas.microsoft.com/office/powerpoint/2010/main" val="1535864111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D9BCF12-79E2-4636-BAFF-DE6D1EBC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6AAB220-936A-406D-A20C-0B239667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조향 변화율·부호·입력 초점·PendingControl·송신 주기를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연결합니다.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714EBA4-DC19-486F-BBC5-DF60C4F9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키의 이진 값을 시간 기반 명령으로 바꾸고 오래된 명령이 줄 서지 않도록 최신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값을 보관해야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64A01D0-2CA1-41EC-8E98-1EFB64A2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전송한 명령이 어떤 바이트가 되고 수신 작업은 어디서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실행되는지 배웁니다.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AFDAE9A-AA3A-4AAC-AD2A-6E7696F2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C2  L05     64 / 193</a:t>
            </a:r>
          </a:p>
        </p:txBody>
      </p:sp>
    </p:spTree>
    <p:extLst>
      <p:ext uri="{BB962C8B-B14F-4D97-AF65-F5344CB8AC3E}">
        <p14:creationId xmlns:p14="http://schemas.microsoft.com/office/powerpoint/2010/main" val="1866343327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3A3B63C9-181B-4A32-AD25-86EA1F0C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3장 서버와 같은 실행을 공유하기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F628BB7-921B-4B5A-93F1-33E1C0E2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바이트 전달과 실행 정체성 검사를 통해 다른 맵·과거 Play 상태의 혼입을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막습니다.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61EC39C-9B0C-4D8F-A349-4A71AD71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C2의 PendingControl과 송신 주기를 먼저 이해해야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F9B41D2-834D-4A47-8710-98A98EC5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버퍼·스레드·조각의 다른 문제를 구분합니다. Hello·맵·Play·Sequence의 필요성을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10095700-7103-4846-B0DA-2E741BD8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연결됐지만 차가 움직이면 안 되는 상황을 판별할 수 있습니다.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E360D118-7B2D-4086-8B22-1FDD8089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   65 / 193</a:t>
            </a:r>
          </a:p>
        </p:txBody>
      </p:sp>
    </p:spTree>
    <p:extLst>
      <p:ext uri="{BB962C8B-B14F-4D97-AF65-F5344CB8AC3E}">
        <p14:creationId xmlns:p14="http://schemas.microsoft.com/office/powerpoint/2010/main" val="558937899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B339AF9-9F4D-4BCD-B679-41C640B7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40FCDF0-51B6-4CD5-95FA-E8B46541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L06 명령을 바이트로 보내고 안전하게 받기 · 67쪽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직렬화와 세 종류의 수신 안전 조건을 구분합니다.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9AAA610-2155-41D5-B4A3-81D54458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L07 연결된 서버가 같은 맵과 Play인지 확인하기 · 77쪽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Hello·지도 정체성·PlaySessionId·Sequence의 거절 이유를 설명합니다.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38B7B22-E1E6-4317-9862-C1013A6B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   66 / 193</a:t>
            </a:r>
          </a:p>
        </p:txBody>
      </p:sp>
    </p:spTree>
    <p:extLst>
      <p:ext uri="{BB962C8B-B14F-4D97-AF65-F5344CB8AC3E}">
        <p14:creationId xmlns:p14="http://schemas.microsoft.com/office/powerpoint/2010/main" val="241135744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DABE339D-1988-419D-871F-A9393D4C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명령을 바이트로 보내고 안전하게 받기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32F877F-AB7B-4F00-9E90-1C4A41D5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수신 콜백의 포인터를 나중에 사용하거나 메시지 절반을 완성본으로 읽으면 어떤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문제가 생길까요?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CC75082-0A33-41C5-8DB6-3B85642A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데이터 형식·버퍼 수명·실행 스레드·메시지 경계를 각각 지켜야 정상 결과를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적용할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1F37D4A-2527-4143-AD9E-9FB3093E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직렬화와 세 종류의 수신 안전 조건을 구분합니다.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C44B649B-197F-4696-81AD-BB77159F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L05의 PendingControl과 SendControl 조건을 이해해야 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2B22B845-E3C5-4A98-9489-F14EBC86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L06     67 / 193</a:t>
            </a:r>
          </a:p>
        </p:txBody>
      </p:sp>
    </p:spTree>
    <p:extLst>
      <p:ext uri="{BB962C8B-B14F-4D97-AF65-F5344CB8AC3E}">
        <p14:creationId xmlns:p14="http://schemas.microsoft.com/office/powerpoint/2010/main" val="587044123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166DDEB-3865-47F8-B8CC-160CD852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구조체를 그대로 보내지 않는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C70EF80-4EA1-40AF-98D8-400ED0F3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C++ 구조체는 필드 사이에 패딩이 있을 수 있어 메모리 배치가 통신 계약은 아닙니다. 서버와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Unreal이 같은 뜻의 숫자를 읽으려면 필드 번호와 저장 형식이 정해진 바이트 표현이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필요합니다.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660AE03-3E53-45BC-8CEA-4D42701A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SerializeControlEnvelope는 운전 명령을 정해진 형식으로 기록하고 메시지 봉투인 Envelope에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넣습니다. SendControl은 그 배열을 WebSocket 바이너리 메시지로 전송합니다. UPROPERTY나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Unreal RPC가 이 경로를 대신하지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02BE71D-F17D-4213-8025-22D380F6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서버는 생성된 Protobuf 코드를 사용하지만 Unreal은 SimCoreProtocol.cpp의 전용 작성기와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파서를 사용합니다. 그러므로 필드를 추가할 때 스키마만 바꾸고 끝낼 수 없습니다. 송신·수신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양쪽의 해석과 검증도 맞아야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C6EEFB6-B08A-4758-9288-71F12BE2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L06     68 / 193</a:t>
            </a:r>
          </a:p>
        </p:txBody>
      </p:sp>
    </p:spTree>
    <p:extLst>
      <p:ext uri="{BB962C8B-B14F-4D97-AF65-F5344CB8AC3E}">
        <p14:creationId xmlns:p14="http://schemas.microsoft.com/office/powerpoint/2010/main" val="1270511565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00DABE6-AC26-450A-BA3E-8547C7F4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수신에서 서로 다른 네 가지 질문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필요한 처리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없을 때 생기는 문제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무슨 값인가?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프로토콜 파싱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숫자의 의미 오해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메모리가 살아 있는가?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콜백 버퍼 복사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해제된 메모리 접근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어디서 적용하는가?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게임 스레드 전달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엔진 객체 접근 충돌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메시지가 완성됐는가?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조각 누적과 마지막 표시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부분 메시지 파싱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1B2B8A8B-BD45-42FC-9AC6-B77CDD45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한 조건이 맞아도 다른 조건은 틀릴 수 있습니다. 문제가 생겼을 때 각각의 책임을 나누어 확인합니다.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C5772F1-E3FF-4A58-B0A9-A67141D3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L06     69 / 193</a:t>
            </a:r>
          </a:p>
        </p:txBody>
      </p:sp>
    </p:spTree>
    <p:extLst>
      <p:ext uri="{BB962C8B-B14F-4D97-AF65-F5344CB8AC3E}">
        <p14:creationId xmlns:p14="http://schemas.microsoft.com/office/powerpoint/2010/main" val="568893585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78858754-C577-45C0-83ED-BE3DAF15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빌린 수신 버퍼를 소유한 배열로 복사합니다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462167AD-7566-4D9A-9190-9A8E537E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unreal/DriveIntegration/Source/DriveIntegration/SimCoreClientComponent.cpp:640-647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BC47E54F-F915-4BD3-808F-296E981D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BB7609E0-670E-4F7C-ABEE-BC7AEC74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640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641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642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643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644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645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646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647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BDD9F2E1-2229-471E-B0D7-3F7A24D4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bool bFragmentTooLarge = Size &gt; static_cast&lt;SIZE_T&gt;(MAX_int32)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|| Size &gt; static_cast&lt;SIZE_T&gt;(MaxIncomingMessageBytes)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|| (Size &gt; 0 &amp;&amp; Data == nullptr);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TArray&lt;uint8&gt; Fragment;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(!bFragmentTooLarge &amp;&amp; Size &gt; 0)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Fragment.Append(static_cast&lt;const uint8*&gt;(Data), static_cast&lt;int32&gt;(Size));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43761934-A396-469D-842A-340CB9BC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콜백의 Data 포인터를 장기 보관하지 않고 Fragment 배열을 만드는 이유를 읽습니다.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968334FC-578C-44B8-B7E4-02762534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L06     70 / 193</a:t>
            </a:r>
          </a:p>
        </p:txBody>
      </p:sp>
    </p:spTree>
    <p:extLst>
      <p:ext uri="{BB962C8B-B14F-4D97-AF65-F5344CB8AC3E}">
        <p14:creationId xmlns:p14="http://schemas.microsoft.com/office/powerpoint/2010/main" val="1813256971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DA0217A-9945-4C49-9FCC-94CB786E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수신 버퍼 코드의 풀이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0BB7685-3930-4C09-B9ED-14E82B1C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640~642행은 크기가 정수 범위나 최대 메시지 한도를 넘는지, 데이터가 필요한데 포인터가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비어 있지는 않은지 확인합니다. 643행은 이 작업이 소유하는 TArray를 준비합니다.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86C36B2-DF4A-4708-9803-B23EA1CB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644~646행은 조건이 정상이고 데이터가 있을 때 바이트를 복사합니다. 소켓 라이브러리가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잠깐 빌려준 Data와 나중에 실행할 작업이 소유해야 하는 Fragment는 서로 다른 수명입니다.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복사 후에는 배열을 이동해 작업에 넘길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609A602-598B-4957-AD7A-5D7D2AB2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예를 들어 콜백이 반환된 뒤 라이브러리가 원래 버퍼를 재사용해도 소유한 배열의 내용은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유지됩니다. 복사가 있다고 모든 문제가 해결되는 것은 아닙니다. 아직 게임 스레드에서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적용할지와 메시지가 완성됐는지를 확인해야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0BE7B75-AF7E-442D-9F83-399B7B12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L06     71 / 193</a:t>
            </a:r>
          </a:p>
        </p:txBody>
      </p:sp>
    </p:spTree>
    <p:extLst>
      <p:ext uri="{BB962C8B-B14F-4D97-AF65-F5344CB8AC3E}">
        <p14:creationId xmlns:p14="http://schemas.microsoft.com/office/powerpoint/2010/main" val="299847608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2E089B2A-5C03-4584-A083-9E1D74E2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게임 스레드에서 엔진 상태를 적용합니다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65A4FEF3-28E2-40D4-84AD-3EB23763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unreal/DriveIntegration/Source/DriveIntegration/SimCoreClientComponent.cpp:20-26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62C8AFCB-995B-4937-9D43-48F8924F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F4F227A2-FE9F-4D8B-A2E0-31EAAD15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26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21440517-47C5-4176-9AD8-083D6CCD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(IsInGameThread())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Callback();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AsyncTask(ENamedThreads::GameThread, Forward&lt;CallbackType&gt;(Callback));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C5EDBF8D-1A1E-444B-9C08-15CD3AD2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네트워크 콜백이 항상 게임 스레드라고 가정하지 않습니다.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32496171-1306-4DF9-88D0-23D0F3C5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L06     72 / 193</a:t>
            </a:r>
          </a:p>
        </p:txBody>
      </p:sp>
    </p:spTree>
    <p:extLst>
      <p:ext uri="{BB962C8B-B14F-4D97-AF65-F5344CB8AC3E}">
        <p14:creationId xmlns:p14="http://schemas.microsoft.com/office/powerpoint/2010/main" val="1422237009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2A938E3-B19B-478A-8981-C27BCC3D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스레드 전달과 메시지 조립의 풀이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89928B6-A9DC-4E92-BF2E-D43CF824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20행에서 이미 게임 스레드인지 확인하고, 맞으면 22행에서 바로 콜백을 실행합니다. 아니면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26행이 게임 스레드 작업으로 예약합니다. 엔진 객체를 갱신할 실행 위치를 명확히 하는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경계입니다.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31B9045-CBD2-4535-94D8-DD3DED13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별도로 OnBinaryMessage의 마지막 조각 표시를 사용해 메시지를 누적합니다. 1KB짜리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메시지가 두 번에 나뉘어 왔다면 첫 조각만으로 전체 Envelope를 읽어서는 안 됩니다. 누적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크기 제한도 계속 검사해야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D97A443-FC9B-4C56-B1E6-4C3496F6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스레드 전달은 실행 위치, 조각 조립은 메시지 완전성의 문제입니다. 게임 스레드로 보냈다고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이전 소켓의 이벤트가 유효해지는 것도 아니므로 약한 참조와 연결 세대 검사는 계속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필요합니다. 안전 조건을 서로 대신하지 않는 것이 핵심입니다.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A3A77AB-6E15-4082-A890-0A432344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L06     73 / 193</a:t>
            </a:r>
          </a:p>
        </p:txBody>
      </p:sp>
    </p:spTree>
    <p:extLst>
      <p:ext uri="{BB962C8B-B14F-4D97-AF65-F5344CB8AC3E}">
        <p14:creationId xmlns:p14="http://schemas.microsoft.com/office/powerpoint/2010/main" val="146094747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018D0AF-4AF7-4CC0-8B9B-37A691E6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어떤 검사가 빠졌나요?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51917F6-6F1C-42DC-892E-25E6F786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버퍼를 복사했지만 메시지의 첫 조각을 바로 파싱했습니다. 객체 수명과 메시지 경계 중 어느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문제가 남아 있나요?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AD3E63C-E632-497C-BF6E-77000CBA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게임 스레드에 예약한 작업이 실행될 때 이미 Play가 끝났습니다. 게임 스레드라는 이유만으로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컴포넌트를 사용해도 되나요?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0375743-1638-4294-A1BC-BF14F307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L06     74 / 193</a:t>
            </a:r>
          </a:p>
        </p:txBody>
      </p:sp>
    </p:spTree>
    <p:extLst>
      <p:ext uri="{BB962C8B-B14F-4D97-AF65-F5344CB8AC3E}">
        <p14:creationId xmlns:p14="http://schemas.microsoft.com/office/powerpoint/2010/main" val="503705476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F06EDC0-027E-437B-85DF-D0E71AFC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답: 버퍼·스레드·정체성은 다른 조건입니다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260B731-8661-4E2D-ADB9-A30CDA72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첫 문제는 메시지 경계가 빠졌습니다. 복사는 데이터 수명을 지킬 뿐이며 마지막 조각까지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받았는지를 확인해야 완전한 메시지를 읽을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815F3A6-E1FD-4B9A-9716-568B6485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두 번째는 객체와 연결 수명 검사가 필요합니다. 실행 스레드가 맞아도 객체가 사라졌거나 이전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연결의 작업이면 적용하면 안 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45B546D-A5AB-4902-826C-552E0BC9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이제 안전하게 완성된 바이트를 얻었습니다. 그러나 그 내용이 예전 Play의 정상 상태일 수도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 다음 수업은 형식이 올바른 데이터를 현재 실행의 결과로 인정할 조건을 다룹니다.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D5A0330-D703-41AD-8713-DB5F9C73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L06     75 / 193</a:t>
            </a:r>
          </a:p>
        </p:txBody>
      </p:sp>
    </p:spTree>
    <p:extLst>
      <p:ext uri="{BB962C8B-B14F-4D97-AF65-F5344CB8AC3E}">
        <p14:creationId xmlns:p14="http://schemas.microsoft.com/office/powerpoint/2010/main" val="183861048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0FDB7C1-D916-4DA5-816D-E4ED5B1D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A8C8D69-F9C8-469D-AB4A-DCEC4977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직렬화와 세 종류의 수신 안전 조건을 구분합니다.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56DD98C-475D-41F3-93CB-827A4B10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데이터 형식·버퍼 수명·실행 스레드·메시지 경계를 각각 지켜야 정상 결과를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적용할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15837AD-CB46-4F55-8283-A7076B83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형식이 맞는 상태 중에서도 이번 맵과 Play에 속한 결과만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선택합니다.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6967E10-2AA1-490A-8F4B-798B98AE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L06     76 / 193</a:t>
            </a:r>
          </a:p>
        </p:txBody>
      </p:sp>
    </p:spTree>
    <p:extLst>
      <p:ext uri="{BB962C8B-B14F-4D97-AF65-F5344CB8AC3E}">
        <p14:creationId xmlns:p14="http://schemas.microsoft.com/office/powerpoint/2010/main" val="1368261514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C5F65F7D-DC5E-44B5-94F0-E68710CB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연결된 서버가 같은 맵과 Play인지 확인하기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80C7384-CA8B-416D-BFB7-CAACC8D1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어제 맵에서 온 정상 위치나 이전 Play의 마지막 위치를 지금 차에 적용하면 어떻게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될까요?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A054B6B-3ACF-41CD-A3E7-6BFECAA1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통로가 열리고 파싱이 성공했다는 사실만으로 현재 실행의 결과라고 판단할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 없습니다.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4309E11-FFF4-446C-8D82-878F605E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Hello·지도 정체성·PlaySessionId·Sequence의 거절 이유를 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D3645301-D01D-4270-92F5-EF642472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L06의 완성 메시지와 파싱을 먼저 알아야 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2DA12757-C2F3-408F-BA7E-5457E129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L07     77 / 193</a:t>
            </a:r>
          </a:p>
        </p:txBody>
      </p:sp>
    </p:spTree>
    <p:extLst>
      <p:ext uri="{BB962C8B-B14F-4D97-AF65-F5344CB8AC3E}">
        <p14:creationId xmlns:p14="http://schemas.microsoft.com/office/powerpoint/2010/main" val="66842544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8BFBDB5-C3D5-47C3-A9C3-B6E8ECC1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정상 숫자여도 적용하면 위험할 수 있습니다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64A12D4-9DE1-472E-8E90-8E472131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서버가 위치 (10, 20, 1)을 보내고 파서가 정상적으로 읽었다고 가정해 봅시다. 그 위치가 이전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지도에 속하거나 지난 Play에서 떨어진 차의 위치라면 현재 차량에 적용하면 순간이동이나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지면 관통처럼 보일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C8064B8-DF99-4F14-85B6-F8AF9AB3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WebSocket 연결은 바이트를 교환할 통로가 생겼다는 뜻입니다. Hello는 스키마와 지원 기능이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맞는지, 지도 정보는 같은 지형을 사용하는지, Play ID는 이번 실행인지 확인합니다. 각각 다른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실수를 막습니다.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AEAA36A-2BDB-4810-BFC5-8837F125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마지막으로 Sequence는 같은 흐름 안의 중복이나 오래된 상태를 거릅니다. 숫자가 크다는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이유로 다른 Play를 허용해서도 안 됩니다. 현재 코드는 이 검증을 통과한 뒤 LatestState를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교체해 표시 경로에 넘깁니다.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48E80BC-2CE1-4A29-B4D4-233E065F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L07     78 / 193</a:t>
            </a:r>
          </a:p>
        </p:txBody>
      </p:sp>
    </p:spTree>
    <p:extLst>
      <p:ext uri="{BB962C8B-B14F-4D97-AF65-F5344CB8AC3E}">
        <p14:creationId xmlns:p14="http://schemas.microsoft.com/office/powerpoint/2010/main" val="1727733608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68163C2-8DB6-4361-85B4-7E77EF14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검사별로 막는 실패 사례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검사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거절해야 할 예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Hello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메시지 계약인가?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스키마·기능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Map identity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지면 데이터인가?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도로와 옛 높이 데이터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PlaySessionId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이번 Play의 상태인가?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지난번 추락 위치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Sequence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더 새로운 상태인가?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상태 재수신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FB333E53-3C71-4E71-AAFF-8C0BBE98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 실패 메시지를 볼 때 검사 이름과 막으려는 위험을 함께 읽습니다.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5DA4F4A-1564-4275-9707-7D0C7942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L07     79 / 193</a:t>
            </a:r>
          </a:p>
        </p:txBody>
      </p:sp>
    </p:spTree>
    <p:extLst>
      <p:ext uri="{BB962C8B-B14F-4D97-AF65-F5344CB8AC3E}">
        <p14:creationId xmlns:p14="http://schemas.microsoft.com/office/powerpoint/2010/main" val="1781896477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5A3F44B0-020A-490F-9CCD-E218177A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송신에도 지도 준비 조건이 있습니다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93EFFAF6-36FD-42B4-AA3A-3F4C8F51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unreal/DriveIntegration/Source/DriveIntegration/SimCoreClientComponent.cpp:740-747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1C5D8BC1-7292-4C90-B9B5-8E9321A6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10C0627C-C79F-45B2-88DA-50E8BE7F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740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741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742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743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745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746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747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D2E55FAC-42EB-4116-A969-3B99B1C7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bool USimCoreClientComponent::ShouldSendControl() const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(!IsConnected() || !bMapHandshakeComplete) return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float HeartbeatInterval = 1.0f / FMath::Max(CommandRateHz, 1.0f);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float ChangedInputInterval = 1.0f / FMath::Max(MaxChangedCommandRateHz,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1.0f);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(bControlDirty &amp;&amp; SendAccumulator &gt;= ChangedInputInterval)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|| SendAccumulator &gt;= HeartbeatInterval;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09A06D72-B5E2-4924-926E-10CAF801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운전 명령을 보내는 조건에 bMapHandshakeComplete가 있는 이유를 읽으세요.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39DDD7AC-8D9F-46CC-B00D-18B6A3F1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L07     80 / 193</a:t>
            </a:r>
          </a:p>
        </p:txBody>
      </p:sp>
    </p:spTree>
    <p:extLst>
      <p:ext uri="{BB962C8B-B14F-4D97-AF65-F5344CB8AC3E}">
        <p14:creationId xmlns:p14="http://schemas.microsoft.com/office/powerpoint/2010/main" val="1765659964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86DE1D0-09BF-45ED-A757-B83CF87E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송신 조건 코드의 풀이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F33E1CC-5AB1-4DC0-B54A-A681C226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742행은 연결되지 않았거나 지도 핸드셰이크가 끝나지 않았으면 false를 반환합니다. 서버가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다른 지면을 계산하는 상황에서 입력을 계속 보내지 않기 위한 의미 검증입니다. 소켓 포트가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열려 있다는 사실만으로 충분하지 않습니다.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C033A64-D59A-45A2-870E-3340DF69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743~744행은 기본 송신 간격과 변경 입력 간격을 계산합니다. 745~746행은 Dirty 값이 있고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변경 간격이 지났거나, 기본 간격이 지난 경우에 전송을 허용합니다. 권한 조건과 시간 조건을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한 함수에서 각각 확인합니다.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523A7F6-B654-4D37-A994-DF7205C9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지도 검사를 지우면 지금 당장 차가 움직일 수는 있어도 같은 지면을 사용한다는 보장은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사라집니다. 연결이 됐는데 움직이지 않을 때에는 검사 조건을 우회하기보다 어떤 정체성이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맞지 않는지 로그에서 찾는 것이 순서입니다.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57782D1-B610-4603-B709-E0C1A76C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L07     81 / 193</a:t>
            </a:r>
          </a:p>
        </p:txBody>
      </p:sp>
    </p:spTree>
    <p:extLst>
      <p:ext uri="{BB962C8B-B14F-4D97-AF65-F5344CB8AC3E}">
        <p14:creationId xmlns:p14="http://schemas.microsoft.com/office/powerpoint/2010/main" val="233294556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F021718-2F75-4EDE-9E5B-900BD2EE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새 Play와 같은 Play의 재접속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ED85B56-92F1-4F43-B13B-44B2F80D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Stop 후 Play는 새 실행이므로 새 PlaySessionId와 초기화 요청이 필요합니다. 같은 Play의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재접속은 통신 연결의 복구일 수 있습니다. 두 사건을 같은 초기화로 처리하면 진행 상태가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예상치 않게 사라집니다.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0704CCF-A546-41B5-9490-F63E88C8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SocketGeneration은 클라이언트 내부 소켓 세대이고, PlaySessionId는 실행 정체성,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Sequence는 상태 순서입니다. 예를 들어 같은 Play P1에서 소켓 A가 B로 바뀌어도 P1의 의미는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유지될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998CFFE-E1A8-4893-8934-CFED4BD6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ApplyBinaryMessage에서 지도·Play·순서 검사 뒤 LatestState를 교체하는 순서를 확인하세요. 새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Play가 시작됐는데 이전 수신 버퍼나 회전 증거를 이어받지 않도록 연결 초기화와 표시 기능도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실행 경계를 존중해야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3440E7F-81A1-4F6A-AEC4-69AC6784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L07     82 / 193</a:t>
            </a:r>
          </a:p>
        </p:txBody>
      </p:sp>
    </p:spTree>
    <p:extLst>
      <p:ext uri="{BB962C8B-B14F-4D97-AF65-F5344CB8AC3E}">
        <p14:creationId xmlns:p14="http://schemas.microsoft.com/office/powerpoint/2010/main" val="1509722489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D786041-410A-400D-BE9C-F2930F58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패킷을 받아들이는 손 추적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도착 상태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판단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이유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M2 / P2 / 41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받음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실행의 더 새 상태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M2 / P2 / 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M2 / P1 / 900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Sequence가 커도 과거 Play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M1 / P2 / 42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지도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D2D254C5-61DF-4088-89CC-23C5C67A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Play는 P2, 지도는 M2이며 이미 Sequence 40을 받았다고 가정합니다.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8BD76CB-A138-43F9-B641-B6BB63AF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L07     83 / 193</a:t>
            </a:r>
          </a:p>
        </p:txBody>
      </p:sp>
    </p:spTree>
    <p:extLst>
      <p:ext uri="{BB962C8B-B14F-4D97-AF65-F5344CB8AC3E}">
        <p14:creationId xmlns:p14="http://schemas.microsoft.com/office/powerpoint/2010/main" val="957701337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DF87670-7972-4E26-8CB7-44B76E2A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검사 순서의 뜻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CDD77D3-3AEC-40DB-B6BA-3E3791A8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현재 Sequence가 40인데 이전 Play에서 Sequence 900이 왔습니다. 더 큰 값이므로 적용해도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되나요?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8C00AC1-B4AC-41F3-88C3-6788D685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Bake한 새 도로가 보이는데 서버 지도 체크섬이 다릅니다. 차를 움직이기 위해 체크섬 검사를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끄는 것이 해결인가요?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ABBE77E-756D-4F56-8F81-F8C34474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L07     84 / 193</a:t>
            </a:r>
          </a:p>
        </p:txBody>
      </p:sp>
    </p:spTree>
    <p:extLst>
      <p:ext uri="{BB962C8B-B14F-4D97-AF65-F5344CB8AC3E}">
        <p14:creationId xmlns:p14="http://schemas.microsoft.com/office/powerpoint/2010/main" val="1435855210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2312CF1-89C3-4E9F-B583-D8DD0BE9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답: 숫자의 순서보다 실행 범위가 먼저입니다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8E71441-9C1B-488B-A918-66166C3C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과거 Play의 900은 거절합니다. Sequence 비교는 정체성이 맞는 흐름 안에서 의미가 있으며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다른 실행의 큰 숫자가 현재 상태를 대체해서는 안 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EFA3201-2430-483F-984C-208466ED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체크섬 검사를 끄면 서로 다른 지면으로 계산하는 위험을 숨깁니다. 실제 런타임 설정,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manifest, 서버가 읽는 패키지를 맞춰야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0512477-0239-4D68-997E-4DD62812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이제 “사용해도 되는 최신 상태”를 확보했습니다. 다음 문제는 그 상태가 도착한 뒤 한동안 다음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패킷이 없을 때 화면이 무엇을 해야 하는가입니다. 그 질문을 풀기 위해 먼저 세 시계를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배웁니다.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8D0DAD4-FF12-4C3C-9DAA-7A555F9E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L07     85 / 193</a:t>
            </a:r>
          </a:p>
        </p:txBody>
      </p:sp>
    </p:spTree>
    <p:extLst>
      <p:ext uri="{BB962C8B-B14F-4D97-AF65-F5344CB8AC3E}">
        <p14:creationId xmlns:p14="http://schemas.microsoft.com/office/powerpoint/2010/main" val="1399041663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98ECB6A-24A8-445B-AB7B-468271AF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16D58FE-0184-42B6-976F-0ADF4521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Hello·지도 정체성·PlaySessionId·Sequence의 거절 이유를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82E0680-70C4-4588-A305-F7B39AF4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통로가 열리고 파싱이 성공했다는 사실만으로 현재 실행의 결과라고 판단할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없습니다.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3C92BC3-3E2E-4906-9179-AEC2BAD7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이번 실행의 최신 결과를 받았지만 다음 결과가 늦게 오면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어떻게 표시할지 배웁니다.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857FFEE-7F85-498B-8580-4E27E12D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C3  L07     86 / 193</a:t>
            </a:r>
          </a:p>
        </p:txBody>
      </p:sp>
    </p:spTree>
    <p:extLst>
      <p:ext uri="{BB962C8B-B14F-4D97-AF65-F5344CB8AC3E}">
        <p14:creationId xmlns:p14="http://schemas.microsoft.com/office/powerpoint/2010/main" val="435613245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EB22E84D-D2AC-4D78-B9E9-76505960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4장 늦게 온 상태로 화면 그리기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28E7F7B-FFC2-4673-91A5-290CB1BF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프레임·수신·시뮬레이션 시간을 배운 뒤 제한된 예측과 좌표 변환을 적용합니다.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6A37F6C-A7B0-40CE-BC69-953D1671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C3의 수신 상태 검증과 LatestState의 의미가 필요합니다.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6D89391-0020-4D6F-8BF2-E668DAE2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34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수신 공백에서 표시와 서버 안전 정책을 따로 판단합니다. 미터·ENU·FLU를 Unreal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위치와 자세로 변환합니다.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B65251F4-889D-462D-A40F-BF8E66F2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24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20ms 공백의 예상 표시 위치와 오래된 상태의 처리 이유를 계산할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640017E8-FAB0-412B-8349-E69988F0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   87 / 193</a:t>
            </a:r>
          </a:p>
        </p:txBody>
      </p:sp>
    </p:spTree>
    <p:extLst>
      <p:ext uri="{BB962C8B-B14F-4D97-AF65-F5344CB8AC3E}">
        <p14:creationId xmlns:p14="http://schemas.microsoft.com/office/powerpoint/2010/main" val="1637227605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A9E3417-E5F0-458B-959A-120011A3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06F84F0-110F-49D4-9A3C-2A4B0DFB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L08 다음 상태가 잠깐 오지 않으면 화면은 어떻게 움직이나요? · 89쪽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세 시계와 표시 제한을 먼저 계산하고 서버 입력 타임아웃을 별도 방향으로 이해합니다.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DD31FE6-6235-4DBD-83EB-142D89EB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L09 서버의 위치를 Unreal의 차체 위치로 바꾸기 · 105쪽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ENU·FLU·Unreal 공간과 Heading·Pitch·Roll을 구분해 위치를 계산합니다.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F93A424-F0E0-4C44-9623-18BAFB8F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   88 / 193</a:t>
            </a:r>
          </a:p>
        </p:txBody>
      </p:sp>
    </p:spTree>
    <p:extLst>
      <p:ext uri="{BB962C8B-B14F-4D97-AF65-F5344CB8AC3E}">
        <p14:creationId xmlns:p14="http://schemas.microsoft.com/office/powerpoint/2010/main" val="306679508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8FD7B652-BD80-4672-8EBE-9444820A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상태가 잠깐 오지 않으면 화면은 어떻게 움직이나요?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3031D82-E49A-48D8-A127-84D792E1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10m/s로 달리는 차의 상태를 받은 뒤 20ms, 80ms, 120ms 동안 다음 패킷이 오지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않았습니다.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6AD3770-7C29-4C0A-A835-5A8DF603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화면을 즉시 끊기게 하지 않으면서도 오래된 속도로 벽을 통과하는 허구의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이동을 그리지 않아야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1EE18AD-F9AE-4530-9D80-C1381CE2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세 시계와 표시 제한을 먼저 계산하고 서버 입력 타임아웃을 별도 방향으로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이해합니다.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2A016B43-3961-4CC7-B0E8-7396FB8E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L07의 검증된 LatestState와 L05의 주기 송신을 알고 있어야 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E6D01CA-000A-4F2E-9819-F82375EC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L08     89 / 193</a:t>
            </a:r>
          </a:p>
        </p:txBody>
      </p:sp>
    </p:spTree>
    <p:extLst>
      <p:ext uri="{BB962C8B-B14F-4D97-AF65-F5344CB8AC3E}">
        <p14:creationId xmlns:p14="http://schemas.microsoft.com/office/powerpoint/2010/main" val="263559416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D6F8247-4827-4D95-8306-98B67D8A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세 개의 시계를 구분합니다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714835F-6F72-4104-8B54-F48A013D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게임 프레임 시계는 Unreal이 화면을 갱신하는 간격입니다. 60fps라면 약 16.7ms마다 Tick을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실행하지만, 매번 새 서버 상태가 있다는 뜻은 아닙니다. 같은 LatestState를 여러 프레임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표시할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7A8273C-C01E-478D-86E1-318E9E20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시뮬레이션 시계는 서버가 물리 계산을 진행한 시간입니다. 현재 Config의 기본 물리 주기는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60Hz, 스텝은 1/60초입니다. 프레임률이 우연히 같아도 Unreal 프레임과 서버 스텝이 같은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순간에 진행되는 것은 아닙니다.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C8931C9-46A1-4342-8A78-62A5C2C6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수신 시계는 클라이언트가 패킷을 받은 로컬 시각입니다. 마지막 도착이 언제였는지 알아야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지금 화면에 쓸 결과가 얼마나 오래됐는지 판단할 수 있습니다. 서로 다른 시계의 숫자를 근거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없이 직접 빼면 지연 측정값이 되지 않습니다.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2BF58D2-B77C-4CE5-8548-9F01B37C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L08     90 / 193</a:t>
            </a:r>
          </a:p>
        </p:txBody>
      </p:sp>
    </p:spTree>
    <p:extLst>
      <p:ext uri="{BB962C8B-B14F-4D97-AF65-F5344CB8AC3E}">
        <p14:creationId xmlns:p14="http://schemas.microsoft.com/office/powerpoint/2010/main" val="888630609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BA41AD68-A861-470C-97FB-56DD0F7E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 수신 뒤 지난 시간을 구합니다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62F364A5-1763-413D-A217-D281EDA8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unreal/DriveIntegration/Source/DriveIntegration/SimCoreClientComponent.cpp:143-148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B2FCA4BB-5E2D-485C-ADEB-E4195602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C699EA59-CD85-40E8-B02B-4253589E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148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52DAEFAD-5982-4F57-BC60-FD2A9D45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(!bHasState) return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OutState = LatestState;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OutStateAgeSeconds = static_cast&lt;float&gt;(FMath::Max(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0.0,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FPlatformTime::Seconds() - LatestStateReceiveTimeSeconds));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return true;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FA44C669-7235-4D5F-8074-7F37918D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StateAge는 서버 시각과 현재 시각의 차이가 아닙니다. 뺄셈의 두 항을 확인하세요.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AA7F5122-8243-47DB-9878-BC773941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L08     91 / 193</a:t>
            </a:r>
          </a:p>
        </p:txBody>
      </p:sp>
    </p:spTree>
    <p:extLst>
      <p:ext uri="{BB962C8B-B14F-4D97-AF65-F5344CB8AC3E}">
        <p14:creationId xmlns:p14="http://schemas.microsoft.com/office/powerpoint/2010/main" val="890880540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9C2860D-8525-4A14-8D03-0F843723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도착 나이 계산을 숫자로 풉니다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FFE4661-EB82-4A2B-84E2-76C2504A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143행은 수신 상태가 없으면 실패를 반환합니다. 144행은 LatestState를 복사합니다.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145~147행은 로컬 현재 시각에서 마지막 수신 시각을 빼고 음수가 되지 않도록 제한합니다.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148행은 값을 꺼냈다는 사실을 반환합니다.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1890926-584C-4196-8BC3-33133B0C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예를 들어 클라이언트 시계 10.000초에 상태를 받고 지금이 10.020초라면 나이는 0.020초, 즉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20ms입니다. 다음 렌더 프레임에서 같은 상태를 읽어도 현재 시각이 증가하므로 나이는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커집니다.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B03FB16-2C19-4B44-A7E9-F1F9D2AA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숫자는 왕복 지연 RTT가 아니며 서버 계산 이후 전체 경과 시간도 아닙니다. 이미 늦게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도착한 패킷의 이동 시간을 이 뺄셈만으로 알 수는 없습니다. 여기서는 “새 결과를 마지막으로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받은 뒤 얼마나 기다렸는가”에만 사용합니다.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5A94761-82C9-4845-8EDB-6C6C63B6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L08     92 / 193</a:t>
            </a:r>
          </a:p>
        </p:txBody>
      </p:sp>
    </p:spTree>
    <p:extLst>
      <p:ext uri="{BB962C8B-B14F-4D97-AF65-F5344CB8AC3E}">
        <p14:creationId xmlns:p14="http://schemas.microsoft.com/office/powerpoint/2010/main" val="553248065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CBB57FD-627C-49DD-BEB5-30810F8B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새 패킷이 없어도 화면 프레임은 계속됩니다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bc148f8d640d3"/>
          <a:stretch xmlns:a="http://schemas.openxmlformats.org/drawingml/2006/main"/>
        </p:blipFill>
        <p:spPr>
          <a:xfrm xmlns:a="http://schemas.openxmlformats.org/drawingml/2006/main">
            <a:off x="1864916" y="1285875"/>
            <a:ext cx="8462168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714D13E6-510E-4D6C-BE96-71FA4837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FBEF209-2749-4544-916F-641BBCD3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L08     93 / 193</a:t>
            </a:r>
          </a:p>
        </p:txBody>
      </p:sp>
    </p:spTree>
    <p:extLst>
      <p:ext uri="{BB962C8B-B14F-4D97-AF65-F5344CB8AC3E}">
        <p14:creationId xmlns:p14="http://schemas.microsoft.com/office/powerpoint/2010/main" val="852023373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D2B7E2A-0C14-4845-A600-82163BAD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 해설: 새 패킷이 없어도 화면 프레임은 계속됩니다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329269F-D1B8-484D-8ABE-CF06F223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위치 0m, 속도 10m/s인 교육 예시입니다. 다음 패킷이 없어도 화면 프레임은 계속되어 잠깐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앞을 그릴지 정해야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295F4E1-2DD9-4067-87AF-B1BC4380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오래 추정하면 서버에서 멈춘 차가 화면만 전진할 수 있습니다. 예측 상한과 오래된 상태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경고가 각각 필요합니다.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022EE79-C115-4206-9BFE-83F312D0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L08     94 / 193</a:t>
            </a:r>
          </a:p>
        </p:txBody>
      </p:sp>
    </p:spTree>
    <p:extLst>
      <p:ext uri="{BB962C8B-B14F-4D97-AF65-F5344CB8AC3E}">
        <p14:creationId xmlns:p14="http://schemas.microsoft.com/office/powerpoint/2010/main" val="522589721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9FC78A5-21B4-41E1-9CF7-C3B46A00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보간·외삽·완만화가 해결하는 문제가 다릅니다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D86BDA3-2240-4A7A-950D-E6E0C33B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보간은 이미 받은 두 상태 사이를 채웁니다. 0초 위치 0m와 0.1초 위치 1m를 알면 중간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0.05초를 0.5m로 구할 수 있습니다. 기록된 Ghost 재생처럼 양쪽 상태가 있는 경우에 쓸 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5EF2601-AE80-46B4-AA77-C983AB07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외삽은 최신 상태 이후를 추정합니다. 아직 다음 위치가 없으므로 마지막 속도 10m/s에 20ms를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곱해 0.2m 앞을 표시하는 식입니다. 현재 플레이어 BuildVehicleSample은 제한된 외삽을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사용하며 새 물리 계산을 확정하지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0B1E460-E74C-42B5-9152-96B97149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완만화는 현재 표시값이 목표값에 도달하는 속도를 제한합니다. 운전자 포즈나 음량 전환에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유용하지만 모든 위치에 적용하면 조작 지연이 늘 수 있습니다. 부드러워 보인다는 결과만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같다고 세 방법을 같은 기능으로 부르지 않습니다.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E808AE6-519B-493D-9E58-F7EAA43E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L08     95 / 193</a:t>
            </a:r>
          </a:p>
        </p:txBody>
      </p:sp>
    </p:spTree>
    <p:extLst>
      <p:ext uri="{BB962C8B-B14F-4D97-AF65-F5344CB8AC3E}">
        <p14:creationId xmlns:p14="http://schemas.microsoft.com/office/powerpoint/2010/main" val="1881294010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501AFE92-ABCD-498A-9350-5C3EDD86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표시 예측 시간을 제한합니다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6E5E73D6-8EA3-4D0D-8920-6EDAA5BE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unreal/DriveIntegration/Source/DriveIntegration/SimCorePresentation.cpp:44-51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9599E912-0887-4F7B-BFD3-CDBBD270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2F3E93BF-3344-4955-BD07-0E862B29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51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5192D02E-B8FB-4E08-93B9-3C8E0AF0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FVehiclePresentationSample Sample;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double ClampedStateAgeSeconds = FMath::Max(0.0,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static_cast&lt;double&gt;(StateAgeSeconds));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double PredictionSeconds = FMath::Min(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ClampedStateAgeSeconds,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FMath::Max(0.0, static_cast&lt;double&gt;(MaxExtrapolationSeconds)));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FVector2d VelocityEnu = SimCoreCoordinateFrames::BodyFluVelocityToEnu(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State.LinearVelocityBody,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State.HeadingDegrees);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C45CF8C9-A76D-4CBE-903E-31857F63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PredictionSeconds는 상태 나이와 MaxExtrapolationSeconds 중 작은 값입니다.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F2E675F3-54A0-49D6-A525-BAC78CF0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L08     96 / 193</a:t>
            </a:r>
          </a:p>
        </p:txBody>
      </p:sp>
    </p:spTree>
    <p:extLst>
      <p:ext uri="{BB962C8B-B14F-4D97-AF65-F5344CB8AC3E}">
        <p14:creationId xmlns:p14="http://schemas.microsoft.com/office/powerpoint/2010/main" val="1145584726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9F9D877-4501-43C9-9947-459B0093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예측 코드가 “이동 허가”가 아닌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ED18CB8-8B3C-4C93-B933-9D279250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44행은 표시 결과를 준비하고 45행은 음수 상태 나이를 0으로 제한합니다. 46~48행은 상태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나이와 예측 상한 중 작은 값을 고릅니다. 오래 기다렸다는 사실만으로 화면을 무한히 전진시킬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근거가 생기지 않기 때문입니다.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35A270E-7B40-424F-9942-909A92DB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49~51행은 차체 기준 속도를 지도 기준 속도로 바꿉니다. 이후 이 속도에 예측 시간을 곱해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표시 위치를 만듭니다. 10m/s에서 나이 0.08초라도 예측 상한 0.05초 때문에 추가 거리는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0.5m에 머뭅니다.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758EC71-5FCA-4E7F-AFE0-3241E5E7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코드에는 새로운 서버 명령을 승인하거나 타임아웃을 해제하는 연산이 없습니다. 예측은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 결과 사이의 화면 공백을 메우는 정책일 뿐입니다. 오래된 상태인지 여부는 별도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비교이므로 예측이 멈춰도 신선도 한도가 아직 남을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6A03FFB-1513-40B4-A44D-E17786D9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L08     97 / 193</a:t>
            </a:r>
          </a:p>
        </p:txBody>
      </p:sp>
    </p:spTree>
    <p:extLst>
      <p:ext uri="{BB962C8B-B14F-4D97-AF65-F5344CB8AC3E}">
        <p14:creationId xmlns:p14="http://schemas.microsoft.com/office/powerpoint/2010/main" val="182841981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4F536F7-A6AB-4563-918E-73608B72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10m/s에서 표시 예측을 손으로 추적합니다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8727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83058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나이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선택된 예측 시간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 위치에서 추가</a:t>
                      </a:r>
                    </a:p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신선도 0.1초 비교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아직 신선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아직 신선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아직 신선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오래된 상태로 판단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264FD78D-B38E-4DFB-B29C-D78B4523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626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기본 예측 상한은 0.05초입니다. 평지·일정 속도·새 패킷 없음이라는 교육용 상황이며 서버의 새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위치를 확정하는 계산은 아닙니다.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D36DE87-6693-4395-ADF8-168361C9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L08     98 / 193</a:t>
            </a:r>
          </a:p>
        </p:txBody>
      </p:sp>
    </p:spTree>
    <p:extLst>
      <p:ext uri="{BB962C8B-B14F-4D97-AF65-F5344CB8AC3E}">
        <p14:creationId xmlns:p14="http://schemas.microsoft.com/office/powerpoint/2010/main" val="1095180575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4C6E2DC-403D-4610-9C08-661EE41A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설정 이름을 판정하는 코드와 연결합니다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95149DF-A12F-4A85-AB1A-5DA9FDE2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Pawn의 MaxExtrapolationSeconds는 앞을 그릴 시간 상한이고 StateStaleTimeoutSeconds는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상태가 오래됐는지 판단하는 값입니다. 모두 초 단위지만 한 값은 거리 계산을 제한하고 다른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값은 결과의 신선도를 판단합니다.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68A4988-1585-4C0A-BF74-21934AB4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클라이언트의 HealthStateStaleTimeoutSeconds는 과거 Active 상태를 현재 정상 연결처럼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표시하지 않게 합니다. 서버의 COMMAND_TIMEOUT_NS와 HARD_COMMAND_TIMEOUT_NS는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반대 방향의 명령 공백을 나노초로 판단합니다.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F1C30B5-875D-4844-92D6-2E9EAAB3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표는 코드 기본값입니다. 인스턴스나 실행 옵션으로 달라질 수 있어 실제 설정도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확인하세요. 예측 거리·상태 경고·서버 운전 권한을 한 가지 제한으로 합치지 않는 것이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목적입니다.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41854EA-7089-4B08-A472-961C970B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L08     99 / 193</a:t>
            </a:r>
          </a:p>
        </p:txBody>
      </p:sp>
    </p:spTree>
    <p:extLst>
      <p:ext uri="{BB962C8B-B14F-4D97-AF65-F5344CB8AC3E}">
        <p14:creationId xmlns:p14="http://schemas.microsoft.com/office/powerpoint/2010/main" val="498836139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C279DA3-A5BE-4251-ADD8-51453F64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기본값의 역할 비교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30632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 역할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기본값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판정 주체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목적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 예측 상한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Unreal 표시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추정 거리 제한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신선도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Pawn·효과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오래된 결과 구분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 상태 신선도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표시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과거 Active 제외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명령 soft 제한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SafeStop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명령 hard 제한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세션 격리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D9AC9E41-19E7-490B-81E0-D9CBABCF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676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숫자라도 방향·단위·판정 주체가 다르면 서로 대체할 수 없습니다.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A22D652-7220-40C3-AC67-D0D7E5B7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L08     100 / 193</a:t>
            </a:r>
          </a:p>
        </p:txBody>
      </p:sp>
    </p:spTree>
    <p:extLst>
      <p:ext uri="{BB962C8B-B14F-4D97-AF65-F5344CB8AC3E}">
        <p14:creationId xmlns:p14="http://schemas.microsoft.com/office/powerpoint/2010/main" val="2135955270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580F71B-A5A5-47D1-9CFB-E8CF52F3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 타임아웃은 반대 방향의 공백을 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24ACC75-A9D2-43BC-8BA1-5716CCD2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앞의 100ms는 서버 결과가 클라이언트에 오지 않은 상황입니다. 서버 제어 임대는 반대로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클라이언트의 명령이 서버에 오지 않은 시간을 봅니다. 250ms를 넘으면 SafeStop을 적용하며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같은 세션의 신선하고 올바른 명령으로 복구할 여지가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ED069D2-6399-486B-97CC-F19F93B2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1초를 넘는 hard timeout은 제어 세션을 격리합니다. 마지막 수신 시각과 서버의 현재 시각을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비교합니다. 물리 스텝에서 검사하므로 정확히 경계 숫자에 실행된다는 하드 실시간 보장은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아닙니다.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A0131FD-8A01-40E1-8FB8-DB21D8AB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클라이언트 신선도 값을 1초로 늘려도 서버 입력 공백이 해결되지 않습니다. 예측 상한을 1초로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늘리면 10m/s에서 화면이 최대 10m를 추정할 수 있어 오히려 위험합니다. 이름이 비슷한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시간값을 한꺼번에 늘리지 않고 방향과 판정 주체부터 확인하세요.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8D9A86B-73DD-4EB2-A6CB-3879181A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L08     101 / 193</a:t>
            </a:r>
          </a:p>
        </p:txBody>
      </p:sp>
    </p:spTree>
    <p:extLst>
      <p:ext uri="{BB962C8B-B14F-4D97-AF65-F5344CB8AC3E}">
        <p14:creationId xmlns:p14="http://schemas.microsoft.com/office/powerpoint/2010/main" val="951691444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2F27CAF-B18C-4D7B-845E-4AAC4DC4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80ms와 300ms를 구분합니다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254D0AE-FB9F-4D8F-8547-9E47C6A7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클라이언트가 80ms 동안 새 상태를 못 받았고 마지막 속도는 10m/s입니다. 기본 설정에서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추가 표시 거리는 0.8m인가요, 0.5m인가요? 아직 100ms 신선도 한도를 넘었나요?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99869BA-9073-4A28-8C34-1974525D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서버가 명령을 300ms 동안 받지 못했습니다. 클라이언트 예측 한도를 올리면 SafeStop의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원인이 해결되나요? 판정 주체와 방향을 적으세요.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8EDCF4B-20D4-412D-AED0-39736949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L08     102 / 193</a:t>
            </a:r>
          </a:p>
        </p:txBody>
      </p:sp>
    </p:spTree>
    <p:extLst>
      <p:ext uri="{BB962C8B-B14F-4D97-AF65-F5344CB8AC3E}">
        <p14:creationId xmlns:p14="http://schemas.microsoft.com/office/powerpoint/2010/main" val="933944800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EA6B8BC-1477-4B21-8727-915E9D7D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답: 예측 거리와 안전 판단을 따로 계산합니다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639FDB7-3FCC-4C06-A460-32D283DE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80ms에서도 예측은 50ms로 제한되므로 0.5m입니다. 나이는 아직 100ms보다 작습니다.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예측을 더 하지 않는 시점과 상태를 오래됐다고 판단하는 시점이 다른 목적임을 확인할 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732B34C-9475-47C3-8C0D-8B129C42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300ms 명령 공백은 서버 제어 임대의 soft timeout 대상입니다. 클라이언트 표시 설정을 바꿔도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서버에 명령이 도착하지 않은 사실은 바뀌지 않습니다. 연결·명령 생성·송신·서버 수신 경로를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05FDF8C-EC41-43FA-BA4B-B734392F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이제 화면에 얼마나 앞서 그릴지 정했습니다. 다음 수업에서는 그 0.5m가 어느 방향인지, 지도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좌표의 미터를 Unreal 센티미터와 자세로 어떻게 바꾸는지 계산합니다.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2D3C4B1-01FF-4E9F-BD1A-E56F8813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L08     103 / 193</a:t>
            </a:r>
          </a:p>
        </p:txBody>
      </p:sp>
    </p:spTree>
    <p:extLst>
      <p:ext uri="{BB962C8B-B14F-4D97-AF65-F5344CB8AC3E}">
        <p14:creationId xmlns:p14="http://schemas.microsoft.com/office/powerpoint/2010/main" val="1495404715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3712D9B-622A-4CFD-BE01-1A1A43FA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0656F52-4BB5-44F7-9BF5-C6A3926C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세 시계와 표시 제한을 먼저 계산하고 서버 입력 타임아웃을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별도 방향으로 이해합니다.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E42F9E4-76EF-4985-BA90-68265F37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화면을 즉시 끊기게 하지 않으면서도 오래된 속도로 벽을 통과하는 허구의 이동을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그리지 않아야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F00CA59-B37C-445E-9127-92FE1EBC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예측한 위치를 ENU 미터에서 Unreal 좌표와 자세로 변환합니다.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E5D6956-C1FA-483D-956D-15B7C012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L08     104 / 193</a:t>
            </a:r>
          </a:p>
        </p:txBody>
      </p:sp>
    </p:spTree>
    <p:extLst>
      <p:ext uri="{BB962C8B-B14F-4D97-AF65-F5344CB8AC3E}">
        <p14:creationId xmlns:p14="http://schemas.microsoft.com/office/powerpoint/2010/main" val="2077998121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6B3E77B-52C2-4228-A3EB-34CADA90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서버의 위치를 Unreal의 차체 위치로 바꾸기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39677A8-AABD-486A-B38C-DEA7A889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서버는 앞으로 움직였는데 화면에서 옆으로 가거나 경사에서 반대로 기울어지는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이유는 무엇일까요?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587CB9F-F2B4-4471-A3E0-CB1F7542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단위와 좌표 기준을 계약대로 바꾸지 않으면 정상 물리 상태도 잘못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표시됩니다.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7F9DD95-DC91-4EA0-BA2F-23985F1A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ENU·FLU·Unreal 공간과 Heading·Pitch·Roll을 구분해 위치를 계산합니다.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EBB61EA5-7233-4BB8-AC93-207F5A9E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L02의 로컬·월드 기준, L08의 표시 예측을 먼저 알아야 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F2065D31-1A28-460F-8115-0E5ADF98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L09     105 / 193</a:t>
            </a:r>
          </a:p>
        </p:txBody>
      </p:sp>
    </p:spTree>
    <p:extLst>
      <p:ext uri="{BB962C8B-B14F-4D97-AF65-F5344CB8AC3E}">
        <p14:creationId xmlns:p14="http://schemas.microsoft.com/office/powerpoint/2010/main" val="731715346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2E6804A-3FFE-40AD-852E-6931A92A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(1, 0, 0)도 기준에 따라 방향이 다릅니다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A4BC817-D0CA-41A6-8884-E4F72F30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지도 ENU의 X는 동쪽, Y는 북쪽, Z는 위입니다. 차량 FLU의 X는 차량 앞, Y는 왼쪽, Z는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위입니다. 북쪽을 보는 차와 동쪽을 보는 차는 같은 전진 속도를 가져도 지도 이동 방향은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다릅니다.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B25AEBD-291E-42BA-8DF1-10B55514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Unreal 월드는 X를 북쪽, Y를 동쪽에 대응시키고 길이는 센티미터로 표시합니다. Actor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로컬은 앞 X·오른쪽 Y·위 Z이므로 FLU의 왼쪽 성분과 부호가 다릅니다. 이 지리 대응은 프로젝트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약속이며 엔진 자체가 북쪽을 강제하는 규칙은 아닙니다.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87AFCE6-EDF9-44E2-A5C2-495DEC59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따라서 위치 변환과 속도 방향 변환, 조향 표시 변환을 구분해야 합니다. 변수명에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PositionEnu와 LinearVelocityBody처럼 기준을 남기는 것은 장식이 아니라 실수를 막는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정보입니다. 숫자만 복사하면 단위와 축을 놓치기 쉽습니다.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86967B6-5677-4C53-97B0-A4672F19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L09     106 / 193</a:t>
            </a:r>
          </a:p>
        </p:txBody>
      </p:sp>
    </p:spTree>
    <p:extLst>
      <p:ext uri="{BB962C8B-B14F-4D97-AF65-F5344CB8AC3E}">
        <p14:creationId xmlns:p14="http://schemas.microsoft.com/office/powerpoint/2010/main" val="1904552258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A3D99D6-FD8D-4C69-B2BD-9038DB3F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동·북 축 교환과 단위 변환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6e1f0430d74184"/>
          <a:stretch xmlns:a="http://schemas.openxmlformats.org/drawingml/2006/main"/>
        </p:blipFill>
        <p:spPr>
          <a:xfrm xmlns:a="http://schemas.openxmlformats.org/drawingml/2006/main">
            <a:off x="1864916" y="1285875"/>
            <a:ext cx="8462168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4E4D4184-3223-4286-AAD7-6BB4F760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B7483EF-F9E0-4997-B7C6-218FB0A8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L09     107 / 193</a:t>
            </a:r>
          </a:p>
        </p:txBody>
      </p:sp>
    </p:spTree>
    <p:extLst>
      <p:ext uri="{BB962C8B-B14F-4D97-AF65-F5344CB8AC3E}">
        <p14:creationId xmlns:p14="http://schemas.microsoft.com/office/powerpoint/2010/main" val="408667780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2906B15-A5BE-4BAA-BD4F-D5E2BEFC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 해설: 동·북 축 교환과 단위 변환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9D8367C-6495-41A3-8878-F18A12DA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그림의 서버 ENU (2, 5)m는 동쪽 2m, 북쪽 5m입니다. Unreal 월드에서는 북쪽 값이 X로 가고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동쪽 값이 Y로 가므로 (500, 200)cm가 됩니다. 위치가 바뀐 것이 아니라 같은 장소를 다른 축과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단위로 표현한 것입니다.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20CEC88-7596-4F7A-B870-252AF2FF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표시 오프셋이 있으면 이 결과에 센티미터 단위로 더합니다. 방향 벡터나 속도에는 위치 원점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이동을 더하지 않습니다. 같은 변환이라는 말로 모든 종류의 벡터에 같은 연산을 적용하면 안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3CA520D-D984-49F9-9406-152465D6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L09     108 / 193</a:t>
            </a:r>
          </a:p>
        </p:txBody>
      </p:sp>
    </p:spTree>
    <p:extLst>
      <p:ext uri="{BB962C8B-B14F-4D97-AF65-F5344CB8AC3E}">
        <p14:creationId xmlns:p14="http://schemas.microsoft.com/office/powerpoint/2010/main" val="305125367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213DE28B-8683-44ED-982F-BF7EF858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위치 변환의 실제 경계 함수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4306B04C-4588-42BA-AEC2-1DBEBDEC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unreal/DriveIntegration/Source/DriveIntegration/SimCoreCoordinateFrames.cpp:133-139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0C841E29-BB3C-4150-9410-4C73C701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C9C20E35-9890-4DFE-980A-AC3DB48F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139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B7ACD6F6-6CAB-4409-861C-678760A0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FVector MapEnuPositionMetersToUnrealCentimeters(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FVector3d&amp; PositionEnuMeters,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FVector&amp; PresentationOffsetCentimeters)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FVector(MapEnuPolarVectorToUnrealWorld(PositionEnuMeters) * 100.0)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+ PresentationOffsetCentimeters;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76151798-CA15-427C-9B92-EF438E11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 이름에 공간과 단위가 모두 들어 있다는 점부터 확인합니다.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A3670DA1-1DC6-4971-ADE2-DDCFBD82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L09     109 / 193</a:t>
            </a:r>
          </a:p>
        </p:txBody>
      </p:sp>
    </p:spTree>
    <p:extLst>
      <p:ext uri="{BB962C8B-B14F-4D97-AF65-F5344CB8AC3E}">
        <p14:creationId xmlns:p14="http://schemas.microsoft.com/office/powerpoint/2010/main" val="1634223317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E6EBF7B-B2F1-4098-88EA-D6984792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위치 변환 코드와 수치 풀이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B887259-1C06-46BD-90A0-C4677485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134행의 입력은 ENU 미터 위치이고 135행의 오프셋은 Unreal 센티미터입니다. 137행은 축을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교환한 벡터에 100을 곱합니다. 138행은 이미 센티미터인 표시 오프셋을 마지막에 더합니다.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8A433B6-3BA7-4F3D-8D0B-C1B97B6A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ENU (3, 7, 0.4)m를 변환하면 (700, 300, 40)cm입니다. 오프셋이 (100, −50, 0)cm이면 최종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위치는 (800, 250, 40)cm입니다. 오프셋까지 100배 하면 전혀 다른 위치가 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E44F35A-19ED-431D-88B0-257F57AA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역변환은 먼저 오프셋을 빼고 100으로 나눈 뒤 축을 되돌립니다. 왕복했을 때 원래 위치가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나와야 하는 성질은 좋은 테스트입니다. 속도는 장소가 아니라 변화량이므로 같은 원점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오프셋을 더하지 않는다는 점도 함께 설명해 보세요.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C4026C9-D283-4B09-AD13-340A7963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L09     110 / 193</a:t>
            </a:r>
          </a:p>
        </p:txBody>
      </p:sp>
    </p:spTree>
    <p:extLst>
      <p:ext uri="{BB962C8B-B14F-4D97-AF65-F5344CB8AC3E}">
        <p14:creationId xmlns:p14="http://schemas.microsoft.com/office/powerpoint/2010/main" val="412154071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DC05F6C-B172-4DEE-A587-37F540E7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북쪽 0도에서 오른쪽으로 돌면 Heading이 증가합니다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95F1B90-B88A-4D3C-A6AE-F1CBD3D2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현재 Heading은 북쪽 0°, 동쪽 90°인 나침반 방위각입니다. 하지만 명령의 왼쪽 조향과 FLU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yaw는 왼쪽이 양수입니다. 그래서 Heading 증가 방향을 조향 양수와 그대로 같다고 생각하면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표시가 뒤집힐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B2B57E0-5D88-43FA-89B5-D2753DAA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359°에서 1°로 바뀌면 작은 오른쪽 회전 2°입니다. 단순 뺄셈 1−359는 −358°라서 잘못된 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회전으로 보입니다. FindDeltaAngleDegrees 같은 각도 래핑 처리를 사용하는 이유입니다.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BF6654A-63D1-4668-9B1E-DE0D4929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실제 좌표 변환은 명명된 함수에 모아 한 번 수행합니다. 왼쪽 조향 예를 장치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입력·명령·Heading 변화·Unreal Yaw 네 칸으로 적고 어느 경계에서 부호가 바뀌는지 확인하면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여러 곳에 임의로 마이너스를 붙이는 수정을 피할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D50BE9C-7083-4E3D-A565-5C823ED1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L09     111 / 193</a:t>
            </a:r>
          </a:p>
        </p:txBody>
      </p:sp>
    </p:spTree>
    <p:extLst>
      <p:ext uri="{BB962C8B-B14F-4D97-AF65-F5344CB8AC3E}">
        <p14:creationId xmlns:p14="http://schemas.microsoft.com/office/powerpoint/2010/main" val="471876555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04F282DB-634A-4739-9D2A-9EBBF207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세 각도·행렬·쿼터니언은 자세를 담는 다른 방법입니다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E738EC5-7411-43CA-B5E3-FCB60859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Euler 각은 Yaw·Pitch·Roll처럼 세 각도로 자세를 나타냅니다. 회전 순서도 약속해야 하며, 같은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90°라도 어느 축을 먼저 돌리느냐에 따라 결과가 달라집니다.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4603B3B-75F0-4022-9FC7-E2995C99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교육 예로 오른손 고정 축에서 X 방향 벡터를 Z→X 순서로 90°씩 돌리면 Z 방향, X→Z 순서면 Y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방향입니다. 각 숫자만 같다고 같은 자세는 아닙니다.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8418A97-7105-4186-91C5-62AF520C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회전 행렬은 바뀐 세 기준축을 담는 표입니다. 현재 ChangeOrientationBasis는 동·북 행과 좌우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열을 바꿔 같은 자세를 ENU·FLU에서 Unreal 기준으로 옮깁니다.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22CE5AD9-E7C3-4621-80B7-1CEF4009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쿼터니언은 자세를 네 성분으로 표현합니다. 현재 코드는 각도·행렬·쿼터니언 변환으로 전체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자세를 다루고 마지막에 FRotator로 돌려줍니다. 네 성분은 네 개의 회전각이 아닙니다.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DADB626-EB0A-45AE-8F16-4CA3BDD1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L09     112 / 193</a:t>
            </a:r>
          </a:p>
        </p:txBody>
      </p:sp>
    </p:spTree>
    <p:extLst>
      <p:ext uri="{BB962C8B-B14F-4D97-AF65-F5344CB8AC3E}">
        <p14:creationId xmlns:p14="http://schemas.microsoft.com/office/powerpoint/2010/main" val="1308643476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6D4E609-7134-4DAC-AC76-080E3623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경사와 전복에서는 전체 자세를 변환해야 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109DB8C-0C47-48B7-AF37-B5EF43B1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평지의 Yaw만 맞으면 차량이 정상처럼 보일 수 있지만 경사에서는 Pitch와 Roll도 필요합니다.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서버의 앞 들림과 좌측 들림이 Unreal에서 같은 자세로 보이도록 회전 기준 전체를 변환해야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ED21EDE-1C74-4691-A605-EC40E049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BuildUnrealActorRotation은 Heading·Pitch·Roll과 각속도 예측을 처리합니다. Euler 각도에 임의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부호만 붙이면 축이 함께 기울어진 복합 자세에서 깨질 수 있어 행렬·쿼터니언 기반 변환을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6A04908-79D0-4CCB-9363-66603AAD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Pawn Tick은 BuildVehicleSample의 위치·회전을 SetActorLocationAndRotation에 적용합니다.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반대로 기울어진 차체를 바퀴 오프셋으로 가리면 전체 자세 오류는 남습니다. 차체 자세와 자식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휠 정렬을 따로 확인하세요.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B275272-1C07-47B7-9148-E2E97DED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L09     113 / 193</a:t>
            </a:r>
          </a:p>
        </p:txBody>
      </p:sp>
    </p:spTree>
    <p:extLst>
      <p:ext uri="{BB962C8B-B14F-4D97-AF65-F5344CB8AC3E}">
        <p14:creationId xmlns:p14="http://schemas.microsoft.com/office/powerpoint/2010/main" val="793357818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377939C-28D5-4DA6-A86F-FA71F8AB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표시 오류를 구분하는 작은 실험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30632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상황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기대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 볼 값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북쪽 전진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UE X 증가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ENU/Body 속도 변환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오른쪽 회전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Heading 증가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조향과 Heading 부호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앞 오르막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차체 앞이 위로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Pitch와 전체 자세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왼쪽 높은 지면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차체 좌측이 위로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Roll·부모 기준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 원점 이동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상대 운동 동일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위치 오프셋만 변경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42416038-68AB-4A31-A248-7B9F9A1F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676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한 번에 여러 조건을 바꾸지 않고 좌표 변환의 각 성질을 따로 확인합니다.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18AF855-0EA0-4566-8B9B-78B4A276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L09     114 / 193</a:t>
            </a:r>
          </a:p>
        </p:txBody>
      </p:sp>
    </p:spTree>
    <p:extLst>
      <p:ext uri="{BB962C8B-B14F-4D97-AF65-F5344CB8AC3E}">
        <p14:creationId xmlns:p14="http://schemas.microsoft.com/office/powerpoint/2010/main" val="1991456303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4871D21-38EE-4AB3-922C-298614A4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단위와 각도 경계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DC227B7-03FC-4E98-9ACB-34F96311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ENU (3, 7, 0.4)m에 표시 오프셋 (100, −50, 0)cm를 적용한 Unreal 위치를 계산하세요.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267EBD2-D5F7-48D8-B5DB-57D02083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Heading 359°에서 1°로 바뀐 차는 358° 왼쪽으로 돈 것인가요? 단순 뺄셈 대신 필요한 개념을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적으세요.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78E3E29-DC01-43AC-B820-558DA572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L09     115 / 193</a:t>
            </a:r>
          </a:p>
        </p:txBody>
      </p:sp>
    </p:spTree>
    <p:extLst>
      <p:ext uri="{BB962C8B-B14F-4D97-AF65-F5344CB8AC3E}">
        <p14:creationId xmlns:p14="http://schemas.microsoft.com/office/powerpoint/2010/main" val="1068118220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154EABC-E2D6-4587-9C3E-8365214D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답: 축·단위·원점을 따로 처리합니다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10A9034-968B-468D-AED8-81EF89C9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최종 위치는 (800, 250, 40)cm입니다. 북·동 축 대응 후 100배하고 이미 센티미터인 오프셋을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한 번 더합니다.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318E648-7D62-4DD4-9566-339881E3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각도는 최단 변화량 2°의 오른쪽 회전입니다. 0°와 360°가 같은 방향이라는 래핑 성질을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이용해야 하며, 큰 회전 점프로 오해하면 자동 취소 같은 상태기계에도 잘못된 증거가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들어갑니다.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9C7BEA7-7BE6-46C2-ACFF-B5C8EB84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차체 위치 변환을 이해했으니 다음에는 “보이는 도로”와 “서버가 계산하는 지면”이 왜 맞아야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하는지, NPC와 손상 표현이 어떤 상태를 사용하는지 살펴봅니다.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2B97E77-D202-4838-9F15-E82C4985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L09     116 / 193</a:t>
            </a:r>
          </a:p>
        </p:txBody>
      </p:sp>
    </p:spTree>
    <p:extLst>
      <p:ext uri="{BB962C8B-B14F-4D97-AF65-F5344CB8AC3E}">
        <p14:creationId xmlns:p14="http://schemas.microsoft.com/office/powerpoint/2010/main" val="2066579555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731C589-77BE-48DB-AE08-471BCC6E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1321CE6-1D4E-4142-8944-BBEE6593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ENU·FLU·Unreal 공간과 Heading·Pitch·Roll을 구분해 위치를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계산합니다.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73C71EB-9224-4EB4-A9B4-8FBE3219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단위와 좌표 기준을 계약대로 바꾸지 않으면 정상 물리 상태도 잘못 표시됩니다.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389B752-8084-4456-BD13-5A57ECC7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변환한 차체 상태와 지면·바퀴·NPC 표시의 정합성을 확인합니다.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5F1F6D3-3976-4B8F-AAF1-C538CF13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C4  L09     117 / 193</a:t>
            </a:r>
          </a:p>
        </p:txBody>
      </p:sp>
    </p:spTree>
    <p:extLst>
      <p:ext uri="{BB962C8B-B14F-4D97-AF65-F5344CB8AC3E}">
        <p14:creationId xmlns:p14="http://schemas.microsoft.com/office/powerpoint/2010/main" val="2146785909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3F32C32C-75A5-4AC6-8297-E8957F00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5장 도로와 차량 구조를 표현하기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859D015-F1BE-486B-BD52-A8ADB39C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서버 계산 결과와 Unreal의 지면 측정·차체·운전자·휠 표시 사이의 책임을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연결합니다.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951889D-471B-4FD0-BA88-319A3081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C4의 좌표 변환과 표시 샘플을 읽을 수 있어야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31796DE-8B0A-4233-B56B-BBF11385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지면·NPC·손상 문제가 속한 경계를 찾습니다. 바퀴 허브와 조향·굴림을 구분해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계산합니다.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120EC820-914F-4ABC-94DD-05B5553E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차체는 맞는데 바퀴만 뜨는 현상의 조사 순서를 정할 수 있습니다.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754D6CE6-7E89-44F1-BD02-813AEAA5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   118 / 193</a:t>
            </a:r>
          </a:p>
        </p:txBody>
      </p:sp>
    </p:spTree>
    <p:extLst>
      <p:ext uri="{BB962C8B-B14F-4D97-AF65-F5344CB8AC3E}">
        <p14:creationId xmlns:p14="http://schemas.microsoft.com/office/powerpoint/2010/main" val="1933230574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0FDA5BB-687D-4ED8-989D-E118F4BB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14F79C1-85F2-445F-9F78-60D875CF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L10 보이는 도로와 계산하는 지면을 맞추기 · 120쪽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지면 내보내기와 맵 정체성을 연결하고 NPC·차종·손상의 표현 책임을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F5E7A35-E2B1-48BB-BBC0-6B576691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L11 바퀴의 위치·조향·굴림을 따로 계산하기 · 134쪽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접촉점으로 허브를 복원하고 v/r와 프레임 시간으로 회전량을 계산합니다.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33F60A6-BAB1-48FA-8734-339B7514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   119 / 193</a:t>
            </a:r>
          </a:p>
        </p:txBody>
      </p:sp>
    </p:spTree>
    <p:extLst>
      <p:ext uri="{BB962C8B-B14F-4D97-AF65-F5344CB8AC3E}">
        <p14:creationId xmlns:p14="http://schemas.microsoft.com/office/powerpoint/2010/main" val="568618074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8B1C658E-D123-4811-86F9-50857CE5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보이는 도로와 계산하는 지면을 맞추기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C24FFFB-3BAD-42E3-88CA-6A75FE21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연석이 눈앞에 있는데 바퀴가 파묻히거나 NPC가 벽을 통과하면 어떤 정보를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확인해야 할까요?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8587A80-3263-49E5-BAE8-51F7F162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노면 측정·서버 계산·메시 표시를 구분해야 외형을 옮겨 실제 접촉 오류를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가리지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BE1A7E0-FAC3-4457-A895-04CBE80B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지면 내보내기와 맵 정체성을 연결하고 NPC·차종·손상의 표현 책임을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D1F52041-6722-4B3F-A7A7-A9E362E7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L07의 맵 정체성과 L09의 월드·차체 좌표 변환이 필요합니다.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2403BF7A-2CA1-43F6-ACA7-A6DDCFC7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L10     120 / 193</a:t>
            </a:r>
          </a:p>
        </p:txBody>
      </p:sp>
    </p:spTree>
    <p:extLst>
      <p:ext uri="{BB962C8B-B14F-4D97-AF65-F5344CB8AC3E}">
        <p14:creationId xmlns:p14="http://schemas.microsoft.com/office/powerpoint/2010/main" val="812398021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7C30195-C4E8-40E6-A8CA-E15A8F84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아스팔트 그림이 곧 물리 지면은 아닙니다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ADE8E3A-F85C-419B-9EAA-CA7EB02C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도로 재질이 화면에 보인다는 사실만으로 서버가 그 높이를 안다고 볼 수는 없습니다. Unreal의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메시와 충돌 설정, 내보낸 지면 데이터, 서버가 읽은 맵 패키지는 서로 연결되어야 하는 별도의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정보입니다.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250C690-EC9B-4C6D-B506-E81DF697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Unreal은 월드의 충돌 표면을 측정할 수 있으므로 지면 높이·법선·표면 정보를 만드는 일을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맡습니다. 서버는 전달받은 지면과 차량 상태로 접촉력을 계산합니다. 화면 프레임마다 서버가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Unreal 객체를 직접 조회하는 구조는 아닙니다.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FF12FEA-F40F-478D-BFA3-549CDCAD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연석을 바꿨다면 측정 범위와 간격, 충돌 대상, 내보내기 결과, 사용 중인 맵 체크섬 순서로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확인하세요. 메시를 위로 올려 바퀴 침투를 가리면 실제 서버 지면은 그대로라 다음 충돌에서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문제가 다시 나타납니다.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22C1A9D-2F1E-4C3A-8C65-6AC5EB30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L10     121 / 193</a:t>
            </a:r>
          </a:p>
        </p:txBody>
      </p:sp>
    </p:spTree>
    <p:extLst>
      <p:ext uri="{BB962C8B-B14F-4D97-AF65-F5344CB8AC3E}">
        <p14:creationId xmlns:p14="http://schemas.microsoft.com/office/powerpoint/2010/main" val="1369932415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76BAC2DE-47EE-40C7-A3AE-77990DEB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측정에 필요한 범위와 좌표를 전달합니다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24843344-F870-46E8-82A6-3CB69042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unreal/DriveIntegration/Source/DriveIntegration/GroundCollisionExporter.cpp:725-736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FBB93A8F-D237-4535-843B-DB7040A0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3DF59647-BBEC-4DAA-8D91-8CC62E13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725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726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727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728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729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730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731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732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733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734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735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736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FAA1137C-2D10-4A71-A7FA-F7598663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SimCoreGroundSnapshot::FBuildRequest SnapshotRequest;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SnapshotRequest.World = World;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SnapshotRequest.IgnoredActor = this;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SnapshotRequest.GroundActor = GroundActor;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SnapshotRequest.SamplingCenterWorldCm = Center;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SnapshotRequest.SamplingYaw = YawRotation;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SnapshotRequest.MapOriginWorldCm = MapOriginWorldCm;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SnapshotRequest.HorizontalExtentXCm = ExtentX;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SnapshotRequest.HorizontalExtentYCm = ExtentY;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SnapshotRequest.SampleSpacingCm = Spacing;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SnapshotRequest.TraceStartZCm = StartZ;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SnapshotRequest.TraceEndZCm = EndZ;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12DD2245-C2AD-4B17-A495-1B57B26C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코드는 지면을 계산하는 수식이 아니라, Unreal 월드에서 무엇을 어디까지 측정할지 정하는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요청입니다.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59A4CA95-A60B-409D-A760-C42AD084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L10     122 / 193</a:t>
            </a:r>
          </a:p>
        </p:txBody>
      </p:sp>
    </p:spTree>
    <p:extLst>
      <p:ext uri="{BB962C8B-B14F-4D97-AF65-F5344CB8AC3E}">
        <p14:creationId xmlns:p14="http://schemas.microsoft.com/office/powerpoint/2010/main" val="1641043967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C8A0D0D-58F4-4CD0-BBCA-B40E4053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측정 요청 열두 줄의 풀이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C2BCAA5-3482-42C2-8E27-B6A89F21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725행은 요청 구조체를 만들고 726~728행은 월드·무시할 자기 자신·지면 Actor를 지정합니다.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측정선을 쏘더라도 잘못된 대상을 포함하면 차량 장식이나 내보내기 도구를 지면으로 오해할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28D1154-D8D7-4709-956C-7C37A84A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729~731행은 측정 중심·방향·맵 원점을 전달합니다. 732~734행은 가로 범위와 표본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간격입니다. 간격을 넓히면 표본 수는 줄지만 작은 연석을 놓칠 수 있고, 범위를 줄이면 운전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가능한 공간을 잘라 버릴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D3B231D-A49F-4732-9899-0EE5116F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735~736행은 위에서 아래로 확인할 Z 구간입니다. 뒤의 Build가 실제 충돌 조회를 수행하고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결과의 유효성을 검사합니다. 이 값을 바꾸는 이유와 실패 사례를 먼저 적어야 지면 문제를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임의의 숫자 조정으로 다루지 않게 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33F2DC5-6FA7-4A30-8543-AC027329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L10     123 / 193</a:t>
            </a:r>
          </a:p>
        </p:txBody>
      </p:sp>
    </p:spTree>
    <p:extLst>
      <p:ext uri="{BB962C8B-B14F-4D97-AF65-F5344CB8AC3E}">
        <p14:creationId xmlns:p14="http://schemas.microsoft.com/office/powerpoint/2010/main" val="803015998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A84BE2B-C03E-4E67-A0F0-935FFC70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NPC도 받은 결과를 표시하지만 판단은 서버가 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095F399-A78A-4DDF-9B31-32219B7C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NPC가 앞차를 피하지 못할 때 Unreal Actor의 회전을 임의로 틀면 화면만 비켜갑니다. 서버가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가진 NPC 위치와 충돌 경로는 바뀌지 않으므로 다음 상태가 오면 다시 당겨지거나 다른 차량과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모순될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2F88C20-990D-4119-9E79-43ED68AE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TickRuntimeProxyActors는 받은 엔티티를 종류와 ID로 찾아 표시 Actor에 넘깁니다.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ApplySnapshot은 좌표를 적용하고 손상·운전자·램프·휠을 갱신합니다. 이 클라이언트의 표시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Actor가 별도의 길찾기로 목적지를 결정하는 것은 아닙니다.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1216FAC-B428-4245-AB5A-AE91570B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따라서 서버 상태가 이미 정지인지, 상태는 이동하지만 표시만 끊기는지 구분합니다. 앞의 경우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 계획·충돌을, 뒤의 경우 상태 나이·좌표·표시 경계를 조사합니다. 두 책임을 구별해야 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NPC를 두 곳에서 운전시키지 않습니다.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BA5CC24-C711-4B72-91E6-1EBD425E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L10     124 / 193</a:t>
            </a:r>
          </a:p>
        </p:txBody>
      </p:sp>
    </p:spTree>
    <p:extLst>
      <p:ext uri="{BB962C8B-B14F-4D97-AF65-F5344CB8AC3E}">
        <p14:creationId xmlns:p14="http://schemas.microsoft.com/office/powerpoint/2010/main" val="1432784694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0502DE6-815E-4273-AE40-9B8CD281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차종을 바꾸면 외형과 물리 옵션을 함께 확인합니다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729BD97-E336-4969-BC5E-825AF59F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경차·트럭·오토바이는 크기와 부품 구성이 다릅니다. 같은 메시를 늘이기만 하면 문이 없는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오토바이에 문이 남거나 운전자 머리가 지붕을 뚫을 수 있습니다. ConfigureVehicleClass가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차종별 표시 구성을 선택하는 이유입니다.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565779B-5729-4267-8F70-1468CB42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차체 메시와 재질은 색·유리·반사를, 운전자와 내부 부품은 실내의 모습을 담당합니다. 현재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외형은 저장된 자산과 절차적 생성 코드를 함께 사용하는 프로젝트용 모델입니다. 실제 차량을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촬영한 고품질 제작 자산과 같은 수준이라고 가정하지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2EC1A77-65BC-479F-91ED-0CC5727C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차종의 질량·치수·힘 계산은 서버 프로필의 책임입니다. Unreal 메시를 키웠다고 서버 질량이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자동으로 늘지 않습니다. 차종 ID, 표시 크기, 서버 충돌 크기가 일치하는지 확인해야 보기와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접촉 범위가 같은 차량을 설명할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1357986-C3F3-45D8-852C-AA3E11E3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L10     125 / 193</a:t>
            </a:r>
          </a:p>
        </p:txBody>
      </p:sp>
    </p:spTree>
    <p:extLst>
      <p:ext uri="{BB962C8B-B14F-4D97-AF65-F5344CB8AC3E}">
        <p14:creationId xmlns:p14="http://schemas.microsoft.com/office/powerpoint/2010/main" val="1173458046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C7BA7E7-5B1E-4F68-83BE-667DEDF2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유리의 투명함과 램프의 빛은 다른 역할입니다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2A7D2DB-622D-4A49-9CA6-916A0112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유리는 뒤의 운전자와 실내를 볼 수 있게 하는 표면입니다. 투명 재질만 바꿔도 내부 부품이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없거나 불투명 차체가 창 뒤를 막고 있으면 실내는 보이지 않습니다. 창의 실제 개구부와 유리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슬롯, 내부 배치를 함께 확인해야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C0620B6-387A-4AA6-9598-2CEEBA1D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램프의 발광 재질은 렌즈 자체가 밝게 보이게 하고 조명 컴포넌트는 차량 근처에 빛을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보탭니다. 현재 UpdateSignal은 동적 재질의 좌·우 점등 값과 PointLight의 표시 여부를 함께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갱신합니다. 노란 색칠만으로 같은 효과가 생기지는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1E7DEAA-86E1-47A1-B278-EEB38C76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빛이 안 보이면 렌즈 위치·재질 매개변수·조명·관찰 환경 순서로 조사하세요. 차종이나 손상으로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메시가 바뀌어도 이 연결이 유지되어야 합니다. 현재 구성은 시각적 전달을 위한 것이며 정밀한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유리 광학 모델을 뜻하지 않습니다.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DE9A5C0-E684-4CCC-BD7D-ED2BFDE5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L10     126 / 193</a:t>
            </a:r>
          </a:p>
        </p:txBody>
      </p:sp>
    </p:spTree>
    <p:extLst>
      <p:ext uri="{BB962C8B-B14F-4D97-AF65-F5344CB8AC3E}">
        <p14:creationId xmlns:p14="http://schemas.microsoft.com/office/powerpoint/2010/main" val="349728776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1417AF2C-6FA5-4657-A4BE-DB451DB0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충돌 지점 가까운 정점만 변형하는 기준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8487AE2F-476A-46C3-8C3E-FF108F7C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unreal/DriveIntegration/Source/DriveIntegration/SimCoreDeformableBody.cpp:35-46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A54C47D4-4A35-4E30-88E2-057E407A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743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8645A457-927A-48D7-A413-47101735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3743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46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B1F1AB66-B3A8-46E8-82B9-F366DC20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3743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for (const auto&amp; Patch : Weights.Dents)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FVector Center(Patch.Position.X * (Patch.Position.X &gt;= 0 ? 203.0 :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230.0),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-Patch.Position.Y * 90.0, 8.0);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FVector Inward(Patch.Inward.X,-Patch.Inward.Y,0.0);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FVector Tangent(-Inward.Y,Inward.X,0.0);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FVector Delta = Rest-Center;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double Radius = Patch.RadiusMeters*100.0;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double Across = FVector::DotProduct(Delta,Tangent)/Radius;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double Depth = FVector::DotProduct(Delta,Inward)/38.0;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double Height = Delta.Z/FMath::Max(32.0,Radius*.85);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double Q = Across*Across+Depth*Depth+Height*Height;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(Q &gt;= 1.0) continue;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AC15C5EC-8E1F-437B-A44D-E584BA14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전체 옆면을 한꺼번에 접는 대신, 충돌 중심과 방향으로 각 정점이 영향 범위 안에 있는지 구분합니다.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D268A5FD-3069-4FDD-8D60-C14F4F47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L10     127 / 193</a:t>
            </a:r>
          </a:p>
        </p:txBody>
      </p:sp>
    </p:spTree>
    <p:extLst>
      <p:ext uri="{BB962C8B-B14F-4D97-AF65-F5344CB8AC3E}">
        <p14:creationId xmlns:p14="http://schemas.microsoft.com/office/powerpoint/2010/main" val="1246686006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D783E24-5EC0-4154-84C5-FCA0E82C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손상 코드의 중심·방향·반경 풀이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298544E-4387-4938-955D-5D6BB8D7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35행은 개별 눌림 자국을 순회하고 36~40행은 중심, 안쪽 방향, 접선 방향, 정점까지의 차이를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만듭니다. Y 부호 변환은 앞에서 배운 차체 FLU와 Unreal의 좌우 기준 차이를 여기에도 적용한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것입니다.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C1D8674-0DD8-4E5F-8751-BDD9773E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41행은 반경을 미터에서 센티미터로 바꿉니다. 42~44행은 접선·깊이·높이 방향 거리를 각 기준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크기로 나눕니다. 45행의 제곱합 Q는 영향 영역 안쪽인지 판단할 수 있는 무차원 거리입니다.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FDE3F34-AA23-4320-9127-8898C54A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46행에서 Q가 1 이상이면 그 정점은 건너뜁니다. 중심 가까운 정점과 먼 정점을 구분하므로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접촉 위치에 따른 국소 변형이 가능합니다. 반경이 0.4m라면 여기서는 40cm로 비교한다는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단위까지 함께 읽어야 범위를 이해할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FC32060-CC4D-4F6F-9D03-CF773285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L10     128 / 193</a:t>
            </a:r>
          </a:p>
        </p:txBody>
      </p:sp>
    </p:spTree>
    <p:extLst>
      <p:ext uri="{BB962C8B-B14F-4D97-AF65-F5344CB8AC3E}">
        <p14:creationId xmlns:p14="http://schemas.microsoft.com/office/powerpoint/2010/main" val="1216926763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0E79D57-01FC-428E-ADD0-A8FAC1F6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찌그러진 모양과 실제 충돌체는 같은 계산이 아닙니다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E9C1A93-E762-4F9F-9DE2-E1B4FEDB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정점이 안쪽으로 이동하면 차가 찌그러져 보입니다. 하지만 이것만으로 금속의 응력이나 재료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파괴를 계산한 것은 아닙니다. 현재 변형은 서버 손상 정보를 이용해 외형을 바꾸는 표현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계층입니다.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37567B7-71AD-4899-9241-FB2C17F8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마찬가지로 플레이어 VehicleMesh의 충돌을 켜고 Unreal 물리로 다시 움직이면 외부 서버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결과와 두 물리 권한이 경쟁할 수 있습니다. 차체 위치 적용과 별도로 지면·구조물 측정에 쓰는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충돌 설정은 목적을 구분해서 읽어야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AAAC414-BF81-44B2-9C0F-970F395C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검사할 때는 서버 접촉점과 충격량, 손상 상태, 변형 중심, 표시 메시를 순서대로 비교합니다.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눈에 보이는 손상만으로 서버 충돌체도 같은 모양으로 바뀌었다고 설명하지 않는 것이 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구현의 범위를 정확히 전달하는 방법입니다.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54567F8-8503-459E-BA0D-EDBBAD38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L10     129 / 193</a:t>
            </a:r>
          </a:p>
        </p:txBody>
      </p:sp>
    </p:spTree>
    <p:extLst>
      <p:ext uri="{BB962C8B-B14F-4D97-AF65-F5344CB8AC3E}">
        <p14:creationId xmlns:p14="http://schemas.microsoft.com/office/powerpoint/2010/main" val="1095459206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10873EC-7835-4AEA-B7CC-74F57FB1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운전자의 동작도 사건과 단계가 필요합니다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7EED7F7-C46E-46AF-8930-71CA0E20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문이 닫힌 채 사람이 차 밖으로 이동하면 목적 위치는 맞아도 행동이 부자연스럽습니다. 사고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상태에서 문 열기·몸 이동·문 닫기·항의 자세를 단계로 나누는 이유는 각 부품이 같은 사건의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진행을 보여야 하기 때문입니다.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647A3A1-3E5E-48EA-83E0-2C7CF155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BuildTarget은 충격량·손상·복구 상태에서 목표 자세를 정하고 EvaluateExitSequence는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진행값으로 문과 몸의 포즈를 계산합니다. ApplyAuthoritativeState와 AdvancePresentation을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나눠 받는 사건과 화면에서 따라가는 움직임을 구별합니다.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BA29823-3FF0-4E3A-9C31-DB7E305D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현재는 절차적 포즈와 보간을 사용하며 완전한 모션 캡처나 생체 물리 모델은 아닙니다.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어색함을 기록할 때 “문 열림보다 발 이동이 먼저다”처럼 단계와 부품을 지정하면 구체적인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개선 조건이 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5663D46-0FE4-4D0C-8CB9-E95B194A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L10     130 / 193</a:t>
            </a:r>
          </a:p>
        </p:txBody>
      </p:sp>
    </p:spTree>
    <p:extLst>
      <p:ext uri="{BB962C8B-B14F-4D97-AF65-F5344CB8AC3E}">
        <p14:creationId xmlns:p14="http://schemas.microsoft.com/office/powerpoint/2010/main" val="987575397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821AED1-EDA0-4C26-8C70-9E7B48DE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지면·계획·외형을 구분하세요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4F59871-F956-4BD7-B61D-1B28AA31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연석 메시를 바꾼 뒤 바퀴가 파묻힙니다. 메시 Z를 올리기 전에 확인할 항목을 측정부터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체크섬까지 네 가지 적으세요.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F08934F-5D21-4B75-91D1-89BC2E3F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NPC가 서버 상태에서는 정지해 있습니다. 표시 Actor만 옆으로 움직여 우회를 해결하면 왜 안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될까요?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29D95DE-5FC3-4080-8354-43EE0F75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충돌 자국 가까운 정점만 눌렸습니다. 이 결과가 금속 물리나 변형된 충돌체까지 구현했다는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증거인지 설명하세요.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584353E-DA27-4076-97B8-BD56B94E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L10     131 / 193</a:t>
            </a:r>
          </a:p>
        </p:txBody>
      </p:sp>
    </p:spTree>
    <p:extLst>
      <p:ext uri="{BB962C8B-B14F-4D97-AF65-F5344CB8AC3E}">
        <p14:creationId xmlns:p14="http://schemas.microsoft.com/office/powerpoint/2010/main" val="1394122064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0017794-7827-47F5-AB99-1693F4BD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답: 서로 다른 데이터의 일치를 먼저 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1CD6EC3-2A05-4FAC-BF48-1AFD0A51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충돌 대상, 측정 범위·간격, 내보내기 성공 결과, 서버와 클라이언트의 맵 체크섬을 확인합니다.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도로 그림과 계산 지면이 같은지 확인하는 과정입니다.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EECFC78-7A0F-4D12-8413-80754ACE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Actor만 이동하면 서버 위치·충돌·경로 판단과 화면이 갈라집니다. 서버 상태가 원인이라면 계획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쪽을 조사해야 합니다. 표시 문제는 받은 상태가 맞는지 확인한 뒤 따로 다룹니다.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BC1165C-CE84-41E4-8813-D1D69872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국소 정점 변형은 손상의 시각 표현입니다. 재료 역학과 충돌체 갱신까지 자동으로 증명하지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않습니다. 다음 수업에서도 이 구별을 유지하며 접촉점에서 휠 중심과 회전을 만들겠습니다.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6103CD8-FAAB-4266-B3D8-9E5FE567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L10     132 / 193</a:t>
            </a:r>
          </a:p>
        </p:txBody>
      </p:sp>
    </p:spTree>
    <p:extLst>
      <p:ext uri="{BB962C8B-B14F-4D97-AF65-F5344CB8AC3E}">
        <p14:creationId xmlns:p14="http://schemas.microsoft.com/office/powerpoint/2010/main" val="1573957223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860AB17-D8C9-46F7-B189-960F2C6E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03A4423-85FB-4E2C-96F7-1A86E51E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지면 내보내기와 맵 정체성을 연결하고 NPC·차종·손상의 표현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책임을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ED454E3-F199-45D2-B2C8-76306D5B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노면 측정·서버 계산·메시 표시를 구분해야 외형을 옮겨 실제 접촉 오류를 가리지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DEA58A1-29AA-4542-9ADC-88635AD7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같은 접촉 상태로 허브 위치와 바퀴 회전을 구성하는 방법을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배웁니다.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C55AB35-72A5-453E-931D-6A0AF095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L10     133 / 193</a:t>
            </a:r>
          </a:p>
        </p:txBody>
      </p:sp>
    </p:spTree>
    <p:extLst>
      <p:ext uri="{BB962C8B-B14F-4D97-AF65-F5344CB8AC3E}">
        <p14:creationId xmlns:p14="http://schemas.microsoft.com/office/powerpoint/2010/main" val="1745589708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4952B4FE-C7FB-4AEF-9884-63117EA6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바퀴의 위치·조향·굴림을 따로 계산하기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1456399-CF7B-40A0-A8AB-3A4E701A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차체는 경사에 맞는데 바퀴가 뜨거나, 출발 순간 바퀴가 고속으로 헛돈다면 무엇을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나눠 봐야 할까요?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55D230A-1106-48ED-92A6-35DF635A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허브 위치·조향 방향·굴림 회전은 다른 값이므로 같은 회전 하나로 처리하면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서로 간섭합니다.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3360C53-0F0C-4929-B5D3-802CF629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접촉점으로 허브를 복원하고 v/r와 프레임 시간으로 회전량을 계산합니다.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9030CC17-0F8A-4257-92FD-C0B98011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L09의 좌표와 L10의 권위 접촉 상태를 이해해야 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7DEA11C-CC56-47AE-BC45-C03ACDEB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L11     134 / 193</a:t>
            </a:r>
          </a:p>
        </p:txBody>
      </p:sp>
    </p:spTree>
    <p:extLst>
      <p:ext uri="{BB962C8B-B14F-4D97-AF65-F5344CB8AC3E}">
        <p14:creationId xmlns:p14="http://schemas.microsoft.com/office/powerpoint/2010/main" val="278902090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3F6F054-1B06-47FF-9822-821B4E46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땅과 닿는 점은 바퀴의 중심이 아닙니다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CBD0AD3-3262-4735-BC15-889CA0BE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접촉점에 바퀴 메시의 중심을 놓으면 반지름만큼 땅에 파묻힙니다. 접촉점은 타이어 표면이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닿는 위치이며 허브는 그 점에서 지면 법선 방향으로 반지름만큼 떨어진 곳이라는 기하 관계가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필요합니다.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B44E15E-7ABB-4AF0-B160-61196221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평평한 지면에서 접촉 높이가 0m이고 반지름이 0.32m라면 중심 높이는 0.32m입니다.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경사에서는 월드 Z만 0.32m 올리는 대신 기울어진 단위 법선에 0.32m를 곱해서 더합니다.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그래야 타이어가 표면에 수직으로 떨어집니다.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8036B81-A95A-478F-B4F5-85FB9F3E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차체와 접촉점은 같은 권위 스냅샷 시각을 기준으로 상대 위치를 계산합니다. 차체만 먼저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예측하고 오래된 월드 접촉점을 그대로 자식에게 적용하면 바퀴가 뒤에 남아 끌려오는 모습이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생길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54F886E-744D-4B87-95A4-18A3FC94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L11     135 / 193</a:t>
            </a:r>
          </a:p>
        </p:txBody>
      </p:sp>
    </p:spTree>
    <p:extLst>
      <p:ext uri="{BB962C8B-B14F-4D97-AF65-F5344CB8AC3E}">
        <p14:creationId xmlns:p14="http://schemas.microsoft.com/office/powerpoint/2010/main" val="602369462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D50A4B99-7ACC-456B-BF94-10B60670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접촉점에서 허브의 월드 위치를 구합니다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65EDD406-BE83-4D1B-84CA-14A5264D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unreal/DriveIntegration/Source/DriveIntegration/SimCorePresentation.cpp:129-139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0147199F-9C52-41C7-8F7B-2E4E1C17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41254B2A-0B86-4347-B462-AA149044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129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139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AAE4B020-738B-4C01-9FE9-5D596DA3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double SafeTireRadiusMeters = FMath::Max(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static_cast&lt;double&gt;(VisualTireRadiusMeters),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UE_DOUBLE_KINDA_SMALL_NUMBER);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// contact_point_enu is the true tangent patch. Adding the unit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// normal times radius reconstructs the solver's wheel centre.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FVector3d WheelCenterEnu = WheelState.ContactPointEnu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+ ContactNormalEnu * SafeTireRadiusMeters;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FVector WheelCenterWorldCm =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SimCoreCoordinateFrames::EnuMetersToUnrealCentimeters(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WheelCenterEnu,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PresentationOffsetCentimeters);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372D8E19-6979-460F-8776-A28A951F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법선이 정규화되어 있다는 앞부분의 검사를 확인하고, 미터에서 센티미터로 바뀌는 경계를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찾으세요.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070C04C7-34BC-4A1D-BEC7-4DCFC163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L11     136 / 193</a:t>
            </a:r>
          </a:p>
        </p:txBody>
      </p:sp>
    </p:spTree>
    <p:extLst>
      <p:ext uri="{BB962C8B-B14F-4D97-AF65-F5344CB8AC3E}">
        <p14:creationId xmlns:p14="http://schemas.microsoft.com/office/powerpoint/2010/main" val="1627454372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5C541D2-CB8E-4311-97E1-33008402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허브 코드와 부모 기준의 풀이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DA8F086-1C72-4EE9-807A-A7D6CB57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129~131행은 반지름을 양수로 보호합니다. 134~135행은 접촉점에 단위 법선과 반지름의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곱을 더합니다. 둘 다 미터 단위이므로 같은 공간에서 더할 수 있습니다. 반지름만 센티미터를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넣으면 허브가 크게 튀어 오릅니다.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BC6FEE9-F62D-48EA-A6E0-46DFC5FA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136~139행은 완성한 ENU 중심을 Unreal 월드 센티미터로 변환합니다. 바로 뒤의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InverseTransformPosition은 이 월드 위치를 같은 시각의 차체 기준 상대 위치로 바꿉니다. 자식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부품에 넣으려면 부모 기준이 필요하기 때문입니다.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F6A10C3-73D4-4AD4-A26F-7B6CE9A9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최종 허브는 차체를 따라가고, 서스펜션 연결선은 차체 마운트와 허브 사이를 잇습니다.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UpdateLinks가 그려 주는 연결 길이는 표현 결과이며, 스프링 힘을 새로 계산해 서버 차량을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밀어 올리는 힘은 아닙니다.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E6196BA-DA18-46B8-8342-EEEC7BB4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L11     137 / 193</a:t>
            </a:r>
          </a:p>
        </p:txBody>
      </p:sp>
    </p:spTree>
    <p:extLst>
      <p:ext uri="{BB962C8B-B14F-4D97-AF65-F5344CB8AC3E}">
        <p14:creationId xmlns:p14="http://schemas.microsoft.com/office/powerpoint/2010/main" val="1009745405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FDD7AF6-6380-4D28-B2EF-52FA4088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월드 접촉점과 자식 부품의 상대 위치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294d7a6a5442e7"/>
          <a:stretch xmlns:a="http://schemas.openxmlformats.org/drawingml/2006/main"/>
        </p:blipFill>
        <p:spPr>
          <a:xfrm xmlns:a="http://schemas.openxmlformats.org/drawingml/2006/main">
            <a:off x="1864916" y="1285875"/>
            <a:ext cx="8462168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25C6928E-173F-486A-A5FB-3E56290D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11B34ED-D8CB-4C5B-8319-F4655A50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L11     138 / 193</a:t>
            </a:r>
          </a:p>
        </p:txBody>
      </p:sp>
    </p:spTree>
    <p:extLst>
      <p:ext uri="{BB962C8B-B14F-4D97-AF65-F5344CB8AC3E}">
        <p14:creationId xmlns:p14="http://schemas.microsoft.com/office/powerpoint/2010/main" val="1643071352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82254BD-CB5C-4E6F-86DE-AF0A4244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 해설: 월드 접촉점과 자식 부품의 상대 위치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4F0A518-8191-41A3-97D2-886EC4ED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월드 접촉점은 부모의 역변환으로 차체 기준 위치가 됩니다. 월드 숫자를 자식 상대 위치에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그대로 넣으면 기준이 섞입니다.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3C1DEA1-3736-48A9-A0BC-FC38BEF9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조향 피벗은 방향을, 그 아래 바퀴 메시는 굴림을 표현합니다. HUD의 화면 좌표는 이 부품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공간과도 별개입니다.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2A08195-1D67-47E4-93CF-D0B50778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L11     139 / 193</a:t>
            </a:r>
          </a:p>
        </p:txBody>
      </p:sp>
    </p:spTree>
    <p:extLst>
      <p:ext uri="{BB962C8B-B14F-4D97-AF65-F5344CB8AC3E}">
        <p14:creationId xmlns:p14="http://schemas.microsoft.com/office/powerpoint/2010/main" val="105768631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747D180C-ED30-4917-A1D4-E69C556F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속도에 맞는 바퀴 각속도의 기준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0991C85D-9B5E-4406-91AE-5C37A2C4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unreal/DriveIntegration/Source/DriveIntegration/SimCorePresentation.cpp:208-215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C9904481-8C67-451F-90B3-5C31381E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D5E728B4-6662-4B89-9909-6854CAFD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208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209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210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211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212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213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214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215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E2CE5EA9-8878-46FE-8289-3C3C07FD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float SafeTireRadiusMeters = FMath::Max(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VisualTireRadiusMeters,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KINDA_SMALL_NUMBER);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float RoadAngularSpeedRadPerSecond =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State.SpeedMps / SafeTireRadiusMeters;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float AllowedVisualSlipRadPerSecond = FMath::Max(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0.10f,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FMath::Abs(RoadAngularSpeedRadPerSecond) * 0.03f);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9EA7E796-AD1E-4E33-926A-2E7CE83D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여기서 속도는 m/s, 반지름은 m입니다. 계산 결과는 rad/s이며 조향각이 아닙니다.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55A5BD43-6254-44AD-9923-5804FA94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L11     140 / 193</a:t>
            </a:r>
          </a:p>
        </p:txBody>
      </p:sp>
    </p:spTree>
    <p:extLst>
      <p:ext uri="{BB962C8B-B14F-4D97-AF65-F5344CB8AC3E}">
        <p14:creationId xmlns:p14="http://schemas.microsoft.com/office/powerpoint/2010/main" val="1918399531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038C9B2-1967-43E6-B47A-D49A7126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v/r 계산과 작은 슬립 허용의 풀이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0B149A3-3E08-4D00-8D1F-A66E87A3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208~210행은 0으로 나누지 않도록 반지름을 보호합니다. 211~212행은 도로 속도를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반지름으로 나눕니다. 속도 10m/s, 반지름 0.32m라면 31.25rad/s이며, 2π로 나누면 초당 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4.97회 회전합니다.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8AB9369-0DD4-4DB1-AD72-FEB02818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213~215행은 최소 0.10rad/s 또는 도로 각속도의 3% 중 큰 값을 표시용 슬립 여유로 정합니다.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뒤에서 차축 회전 속도를 이 주변으로 제한하여 접촉 순간의 큰 각속도가 과장된 헛도는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모습으로 보이지 않게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2BADBC7-DE9F-4D05-8BD7-E1671013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제한은 타이어의 전체 물리 법칙이 아니라 화면 정책입니다. 속도 부호를 보존하므로 후진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때 굴림도 반대로 돌아갑니다. 좌우는 차축 단위 표시 속도를 공유하고, 앞바퀴가 바라보는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조향은 별도 상태를 사용합니다.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663B39F-543F-475E-920A-314285D3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L11     141 / 193</a:t>
            </a:r>
          </a:p>
        </p:txBody>
      </p:sp>
    </p:spTree>
    <p:extLst>
      <p:ext uri="{BB962C8B-B14F-4D97-AF65-F5344CB8AC3E}">
        <p14:creationId xmlns:p14="http://schemas.microsoft.com/office/powerpoint/2010/main" val="1494552665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139585E9-7969-4564-A14A-33FFC564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각속도를 한 프레임의 회전량으로 바꿉니다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27B867FC-C290-4455-B041-167F029A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unreal/DriveIntegration/Source/DriveIntegration/SimCorePresentation.cpp:296-304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099CB6D2-0AC9-4A6A-B689-48E53582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63F0534E-7A65-4AAC-8046-A90195B8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296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297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298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299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300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301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303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304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8F00DF59-4C8A-44FF-8685-0ECD0F2E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float AdvanceWheelSpinDegrees(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float CurrentSpinDegrees,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float AngularSpeedRadPerSecond,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float DeltaSeconds)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FMath::Fmod(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CurrentSpinDegrees + FMath::RadiansToDegrees(AngularSpeedRadPerSecond) *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DeltaSeconds,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360.0f);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85016ED0-1EF5-4AD1-A98B-4A10A2A1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초당 변화량에 프레임 시간을 곱해야 프레임 수가 달라도 같은 시간 동안 비슷하게 회전합니다.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AFAB8DC7-C4C4-4B24-812C-CE26F2C3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L11     142 / 193</a:t>
            </a:r>
          </a:p>
        </p:txBody>
      </p:sp>
    </p:spTree>
    <p:extLst>
      <p:ext uri="{BB962C8B-B14F-4D97-AF65-F5344CB8AC3E}">
        <p14:creationId xmlns:p14="http://schemas.microsoft.com/office/powerpoint/2010/main" val="499555692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3732977-0AF7-4E29-A1CB-0C516600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각속도·조향각·영상 착시를 구분합니다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B89D0A4-E60C-4BA6-9A8F-A03F64A6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296~299행은 현재 각도·각속도·프레임 시간을 받습니다. 301~303행은 rad/s를 deg/s로 바꾼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뒤 시간만큼 누적하고 360°로 감쌉니다. 31.25rad/s에서 1/60초는 약 29.84°의 굴림입니다.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1BAAF05-25B2-4CDA-B214-71FEB33B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조향은 바퀴가 향하는 방향이고 굴림은 바퀴가 축 주위로 도는 양입니다.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BuildWheelPivotRelativeRotation과 BuildWheelSpinRelativeRotation을 나눈 이유입니다. 조향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입력을 줄였다고 바퀴 굴림까지 멈추게 만들면 두 개념을 섞은 것입니다.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20D9021-E27A-4B7B-A177-7956BE68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고속에서 같은 무늬가 프레임마다 비슷한 위치에 찍히면 정지하거나 거꾸로 도는 착시도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생깁니다. 각속도와 누적 각도를 확인하고 실제 0이 된 것인지 영상 표본화 현상인지 구별해야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올바른 부분을 수정할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6850205-0C5D-459E-8EE3-8847959F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L11     143 / 193</a:t>
            </a:r>
          </a:p>
        </p:txBody>
      </p:sp>
    </p:spTree>
    <p:extLst>
      <p:ext uri="{BB962C8B-B14F-4D97-AF65-F5344CB8AC3E}">
        <p14:creationId xmlns:p14="http://schemas.microsoft.com/office/powerpoint/2010/main" val="915873508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6F52C30-3C7F-4A25-ADCE-E41232F8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허브와 굴림을 계산하세요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D89F47B-681E-45E3-AFBF-96761A8B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평지 접촉점 높이가 0.24m이고 반지름이 0.30m일 때 허브 높이는 몇 m인가요? 접촉점에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중심을 놓으면 어떤 모습이 되나요?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85653AE-6137-463D-88BD-D7AF7BBE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12m/s로 이동하는 반지름 0.30m 타이어의 각속도와 초당 회전 수를 구하세요. 이 숫자를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앞바퀴 조향각으로 사용하면 왜 틀릴까요?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24F6520-46B6-4857-8461-49038875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L11     144 / 193</a:t>
            </a:r>
          </a:p>
        </p:txBody>
      </p:sp>
    </p:spTree>
    <p:extLst>
      <p:ext uri="{BB962C8B-B14F-4D97-AF65-F5344CB8AC3E}">
        <p14:creationId xmlns:p14="http://schemas.microsoft.com/office/powerpoint/2010/main" val="1376011301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48E6912-919D-4FA8-B249-091FD1B3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답: 접촉에는 반지름, 굴림에는 시간을 적용합니다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95FB670-88D8-48A1-B04B-974A8AB1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허브 높이는 0.54m입니다. 중심을 0.24m에 놓으면 타이어 아래 절반이 지면 안으로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들어갑니다. 경사에서는 높이 덧셈 대신 단위 법선 방향을 사용합니다.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BDB3938-71AA-47E0-8A80-264150EA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각속도는 40rad/s, 회전 수는 약 6.37회/s입니다. 이는 굴림의 시간 변화량이며 방향을 나타내는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조향각과 단위부터 다릅니다. 표시 정책의 제한과 서버 접촉 물리도 별도로 설명해야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CADA8B4-E2BC-46D5-9A8E-6F408F1C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지금까지 차량 자체를 그리는 구조를 읽었습니다. 다음 수업에서는 이 차를 운전할 때 시야가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가려지지 않게 HUD와 카메라를 어떤 좌표로 배치하는지 배웁니다.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65B18EE-7BD8-47B6-86D0-E0F70206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L11     145 / 193</a:t>
            </a:r>
          </a:p>
        </p:txBody>
      </p:sp>
    </p:spTree>
    <p:extLst>
      <p:ext uri="{BB962C8B-B14F-4D97-AF65-F5344CB8AC3E}">
        <p14:creationId xmlns:p14="http://schemas.microsoft.com/office/powerpoint/2010/main" val="2021291741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B022D69-8813-4937-AF57-02ACBF53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A455CE8-EEED-4D0B-A2ED-52B6ACCD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접촉점으로 허브를 복원하고 v/r와 프레임 시간으로 회전량을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계산합니다.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37B3703-51A8-4A4C-963E-6ED001E5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허브 위치·조향 방향·굴림 회전은 다른 값이므로 같은 회전 하나로 처리하면 서로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간섭합니다.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8BB8958-C408-4889-B39C-E7E629EA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올바른 차량 상태를 운전자에게 읽기 쉽게 보여 주는 화면과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카메라를 배웁니다.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0158DBE-F59B-4562-9340-3254DFBF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C5  L11     146 / 193</a:t>
            </a:r>
          </a:p>
        </p:txBody>
      </p:sp>
    </p:spTree>
    <p:extLst>
      <p:ext uri="{BB962C8B-B14F-4D97-AF65-F5344CB8AC3E}">
        <p14:creationId xmlns:p14="http://schemas.microsoft.com/office/powerpoint/2010/main" val="919653688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D46F9F43-601A-4501-966E-60346478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6장 운전자가 보고 듣는 정보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82A8770-4B02-4031-8A8C-0F182DEB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운전 시야를 확보하고 차량 상태를 카메라·계기판·소리·램프로 전달합니다.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544E20D-C724-4E59-86B9-5F6376BD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C4의 상태 나이와 C5의 표시 권한 구분이 필요합니다.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BBFEB03-4296-47BF-A96E-90A9AEE1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34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화면 좌표와 카메라 입력의 단위를 설명합니다. 효과의 시작·유지·종료 조건을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상태로 추적합니다.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C76CEFA6-CE4E-4626-A400-FCA7FBF1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24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보통 코너링과 스키드음, 선택 시점과 깜빡이 주기를 구분할 수 있습니다.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056B5FE3-7B1E-4EF0-8CB4-9E48D035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   147 / 193</a:t>
            </a:r>
          </a:p>
        </p:txBody>
      </p:sp>
    </p:spTree>
    <p:extLst>
      <p:ext uri="{BB962C8B-B14F-4D97-AF65-F5344CB8AC3E}">
        <p14:creationId xmlns:p14="http://schemas.microsoft.com/office/powerpoint/2010/main" val="870665978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808C8C4-1555-4A78-B02E-4F8B3597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E199BB6-23E3-42E5-9B81-208DB448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L12 시야를 가리지 않는 HUD와 돌아보는 카메라 · 149쪽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작은 화면의 배치 수치를 계산하고 마우스 이동량과 스틱 회전 속도를 구분합니다.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036F92F-4C36-4207-A632-78303AF5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L13 소리와 램프의 시작·유지·종료를 정하기 · 161쪽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RPM·스키드·경적·깜빡이·배기의 발동 조건을 수치와 상태 변화로 설명합니다.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E82E748-15B8-4AC0-98D7-615087B3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   148 / 193</a:t>
            </a:r>
          </a:p>
        </p:txBody>
      </p:sp>
    </p:spTree>
    <p:extLst>
      <p:ext uri="{BB962C8B-B14F-4D97-AF65-F5344CB8AC3E}">
        <p14:creationId xmlns:p14="http://schemas.microsoft.com/office/powerpoint/2010/main" val="746210642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31AB2A1D-CE08-4419-AB9F-9B71CA89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시야를 가리지 않는 HUD와 돌아보는 카메라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7D59207-B99D-4889-AF37-156FCB45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속도가 안 보이면 운전 감각을 판단하기 어렵고, HUD가 크면 바로 앞의 보행자를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가립니다.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3B6F5BF-DDF0-46F8-9182-4F2F2BC1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차량 상태를 읽게 하면서도 도로를 볼 공간을 보존하고 카메라 조작의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단위를 맞춰야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0BA5643-4945-4ED3-B5FC-1E4C7AB4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작은 화면의 배치 수치를 계산하고 마우스 이동량과 스틱 회전 속도를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구분합니다.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0259FE66-C2FD-4E89-AE55-6D9967B8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L04의 Axis·Action, L08의 상태 나이, L09의 좌표 구분이 필요합니다.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D245D41E-A993-4CE8-9892-A843D1DD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L12     149 / 193</a:t>
            </a:r>
          </a:p>
        </p:txBody>
      </p:sp>
    </p:spTree>
    <p:extLst>
      <p:ext uri="{BB962C8B-B14F-4D97-AF65-F5344CB8AC3E}">
        <p14:creationId xmlns:p14="http://schemas.microsoft.com/office/powerpoint/2010/main" val="1313841571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EBB335A-34D6-43A6-8CF2-11766C6B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HUD의 목적은 더 많이 그리는 것이 아닙니다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FD7C622-D416-48C6-B35E-6031A261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코너링이 답답하다고 느낄 때 실제 속도가 보이지 않으면 입력 문제인지 과속인지 비교하기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어렵습니다. 계기판은 서버 상태를 운전자가 해석할 수 있는 속도·기어·회전수로 전달하는 관찰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도구입니다.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30248D7-3B3A-4877-B4DB-F7383BDF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반대로 화면 중앙을 크게 가리면 전방 위험을 늦게 보게 됩니다. 현재 HUD는 오른쪽 아래에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작게 배치하고 상세 디버그 정보와 일반 계기판을 나눕니다. 기능이 있다는 사실과 운전 중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읽기 편하다는 사실은 별도로 확인해야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90D199C-70AB-4300-A146-947FF836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월드 센티미터를 화면 위치에 쓰지 않습니다. Canvas의 화면 좌표는 뷰포트 폭과 높이를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기준으로 하며, 화면이 작아져도 끝을 넘지 않는 배치가 필요합니다. 아래 코드가 고정 위치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대신 크기를 받아 계산하는 이유입니다.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1C1A2C5-6A6D-4FCD-A7CC-A63EB70A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L12     150 / 193</a:t>
            </a:r>
          </a:p>
        </p:txBody>
      </p:sp>
    </p:spTree>
    <p:extLst>
      <p:ext uri="{BB962C8B-B14F-4D97-AF65-F5344CB8AC3E}">
        <p14:creationId xmlns:p14="http://schemas.microsoft.com/office/powerpoint/2010/main" val="1761230356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A145FDB4-A714-43ED-ACAD-75718D17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뷰포트 크기에서 계기판 배치를 계산합니다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F75DAE75-87EB-4B33-92AF-F704DC4C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unreal/DriveIntegration/Source/DriveIntegration/SimCoreInstrumentCluster.cpp:65-72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0C7CF484-CECD-4460-A2A6-735025D2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000AB86E-776C-499B-94B5-C171C73F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72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599D46C6-7D0A-402B-A10A-B5E05121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FLayout Layout;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ViewWidth = FMath::IsFinite(ViewWidth) ? FMath::Max(1.0f, ViewWidth) : 1.0f;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ViewHeight = FMath::IsFinite(ViewHeight) ? FMath::Max(1.0f, ViewHeight) : 1.0f;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Layout.Scale = FMath::Min3(ViewWidth / 1280.0f, ViewHeight / 720.0f, 1.35f);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Layout.Size = FVector2D(350.0f, 136.0f) * Layout.Scale;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float Margin = 16.0f * Layout.Scale;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Layout.Position = FVector2D(ViewWidth, ViewHeight) - Layout.Size -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FVector2D(Margin, Margin);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return Layout;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CDB109D7-02E4-4114-A337-AE7B620A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크기와 여백이 함께 축소되는지, 원점이 아니라 오른쪽 아래를 기준으로 놓는지 확인하세요.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1D2ADA7D-FE28-4947-A122-96A4922C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L12     151 / 193</a:t>
            </a:r>
          </a:p>
        </p:txBody>
      </p:sp>
    </p:spTree>
    <p:extLst>
      <p:ext uri="{BB962C8B-B14F-4D97-AF65-F5344CB8AC3E}">
        <p14:creationId xmlns:p14="http://schemas.microsoft.com/office/powerpoint/2010/main" val="1966127270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BB13A8F-5F66-4DFE-939D-810288F7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배치 코드로 1280×720 화면을 계산합니다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E9D29B0-8BF5-440B-9386-738F013A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65~67행은 결과를 준비하고 입력 크기를 유한한 양수로 보호합니다. 68행은 가로·세로 비율 중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작은 값과 최대 1.35를 비교합니다. 어느 한 축이 작으면 그 축에 맞추어 전체 HUD가 함께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줄어듭니다.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1998505-C165-4C80-887D-9EA9D24C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69~70행의 기본 크기는 350×136, 여백은 16입니다. 1280×720에서는 배율이 1이므로 왼쪽 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위치는 (1280−350−16, 720−136−16), 즉 (914, 568)입니다. 오른쪽 아래 여백을 남기는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배치입니다.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764635A-E5ED-4DD7-9399-E5A2A397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HUD 사각형 면적 47,600을 화면 면적 921,600으로 나누면 약 5.17%입니다. 640×360에서는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크기와 여백이 절반이 되어 같은 비율을 유지합니다. 숫자로 경계를 검사하고 실제 글자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가독성은 화면에서 별도로 확인합니다.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16DC8CA-3C6E-4283-8A5A-0415BE92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L12     152 / 193</a:t>
            </a:r>
          </a:p>
        </p:txBody>
      </p:sp>
    </p:spTree>
    <p:extLst>
      <p:ext uri="{BB962C8B-B14F-4D97-AF65-F5344CB8AC3E}">
        <p14:creationId xmlns:p14="http://schemas.microsoft.com/office/powerpoint/2010/main" val="1061712452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92B5B20-59FA-439C-A608-3E226899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속도를 단위와 상태에 맞게 표시합니다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EF0EB9D-3EF3-4925-A4FB-66CCF5A1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서버 속도 10m/s는 36km/h입니다. 표시에서는 3.6을 곱하지만 물리 계산의 원래 속도를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36으로 바꾸는 것이 아닙니다. 단위 변환은 사용자에게 보여 주는 경계에서만 적용해야 같은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차량 상태를 유지할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8DD0330-A3E2-4031-A996-FA28EA83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BuildDisplayState는 연결·신선도·유한값을 확인합니다. 오래된 결과를 정상적인 최신 속도처럼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계속 보여 주면 사용자가 서버가 멈춘 사실을 놓칠 수 있습니다. 계기판 상태와 연결 경고를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함께 판단하는 이유입니다.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C716DCA-1255-4837-BBE7-E6535BC8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DrawHUD는 Canvas에 계기판을 그리고 디버그 정보는 별도 표시 경로로 다룹니다. 현재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구현을 읽을 때 모든 화면 요소가 UMG 위젯이라고 가정하지 마세요. 어떤 객체가 어떤 좌표로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그리는지 찾으면 위치 문제를 더 빨리 좁힐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67C3F67-B731-4CF9-A3F9-BE7E6250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L12     153 / 193</a:t>
            </a:r>
          </a:p>
        </p:txBody>
      </p:sp>
    </p:spTree>
    <p:extLst>
      <p:ext uri="{BB962C8B-B14F-4D97-AF65-F5344CB8AC3E}">
        <p14:creationId xmlns:p14="http://schemas.microsoft.com/office/powerpoint/2010/main" val="479902637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9D7173B-1F08-47C2-B0BB-5818081D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SpringArm은 카메라의 기준과 거리를 관리합니다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3E268A3-1E84-49F0-8858-37CA664A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차에 카메라를 그대로 붙여 모든 회전을 상속하면 경사·충돌·전복 때 화면이 함께 크게 흔들릴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수 있습니다. 반대로 아무 연결이 없으면 차가 떠나도 카메라는 남습니다. 따라갈 위치와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사용자가 돌릴 시선을 나누어야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44B3304-C9B2-4739-A0FB-41D9E3B6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SpringArm은 차체 루트에 붙지만 회전을 절대 기준으로 설정하고 부모의 Pitch·Yaw·Roll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상속을 끕니다. Follow·Driver·Fixed 모드마다 필요한 위치와 시선 제한을 적용하여 목적에 맞는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관찰 위치를 만듭니다.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E160774-C54E-4DAA-9FFA-8940989A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Driver 모드의 시선 제한은 운전석에서 몸 뒤까지 무제한 회전하는 것을 막고, SpringArm의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충돌 검사는 벽이 카메라를 가리는 상황에 대응합니다. 차체 물리 회전과 카메라 시선 회전을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혼동하지 않는 것이 핵심입니다.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AF59484-5308-46BD-A3F1-518F7026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L12     154 / 193</a:t>
            </a:r>
          </a:p>
        </p:txBody>
      </p:sp>
    </p:spTree>
    <p:extLst>
      <p:ext uri="{BB962C8B-B14F-4D97-AF65-F5344CB8AC3E}">
        <p14:creationId xmlns:p14="http://schemas.microsoft.com/office/powerpoint/2010/main" val="1926103201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28369498-BFAE-4CFE-BC1C-7947CE12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스틱 입력은 초당 회전량이므로 시간을 곱합니다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A8B706B8-06C5-4A49-ADC6-11C0CF60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unreal/DriveIntegration/Source/DriveIntegration/SimCoreOrbitCamera.cpp:96-102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43C2BF70-8AFA-434C-BA60-F04DC500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D47FDC07-C3DF-41CD-B491-2E2BE626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102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BDF842FE-F899-421F-AAD7-815C38B4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void AddGamepadRate(FState&amp; State, float YawAxis, float PitchAxis, float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DegreesPerSecond, float DeltaSeconds)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float Scale = FMath::Max(0.0f, FiniteOrZero(DegreesPerSecond))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* FMath::Max(0.0f, FiniteOrZero(DeltaSeconds));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AddAngles(State, FMath::Clamp(FiniteOrZero(YawAxis), -1.0f, 1.0f) * Scale,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FMath::Clamp(FiniteOrZero(PitchAxis), -1.0f, 1.0f) * Scale);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EE295843-24CA-40ED-9B8A-C6CF2837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 축은 방향과 세기이며, DegreesPerSecond와 DeltaSeconds가 실제 각도 변화량을 만듭니다.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F688BBA7-A484-4F81-9C64-E7EE1411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L12     155 / 193</a:t>
            </a:r>
          </a:p>
        </p:txBody>
      </p:sp>
    </p:spTree>
    <p:extLst>
      <p:ext uri="{BB962C8B-B14F-4D97-AF65-F5344CB8AC3E}">
        <p14:creationId xmlns:p14="http://schemas.microsoft.com/office/powerpoint/2010/main" val="898477751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8075BEC-C575-405B-9FB6-7E426B4F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마우스 이동량에는 같은 시간을 다시 곱하지 않습니다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999FED2-31B8-4AB5-9ED2-F2454D98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96행은 스틱 축·초당 각도·프레임 시간을 받습니다. 98~99행은 두 값을 곱해 이번 프레임의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각도 규모를 만들고, 100~101행은 −1~1로 제한한 축을 곱합니다. 스틱 1, 90°/s, 1/60초면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1.5°입니다.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526295A-9A68-40F3-9AE6-9CDAF240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마우스의 값은 이미 그 프레임 동안 움직인 양입니다. AddMouseDelta는 입력당 각도만 곱하고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시간을 다시 곱하지 않습니다. 마우스 이동 5, 감도 0.2°/입력이라면 이번 변화는 1°입니다.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추가로 1/60을 곱하면 지나치게 작아집니다.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4E8FD70-93A4-478F-9091-5EB33722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둘 다 Axis로 전달된다고 단위까지 같은 것은 아닙니다. 프레임이 달라졌을 때 카메라 속도가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이상하면 “이 값은 누적 이동량인가, 초당 속도 요구인가”부터 적어 보세요. 변수명과 단위를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함께 읽는 습관이 필요한 예입니다.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0BFD273-CE91-40E7-A9D0-41FC9A85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L12     156 / 193</a:t>
            </a:r>
          </a:p>
        </p:txBody>
      </p:sp>
    </p:spTree>
    <p:extLst>
      <p:ext uri="{BB962C8B-B14F-4D97-AF65-F5344CB8AC3E}">
        <p14:creationId xmlns:p14="http://schemas.microsoft.com/office/powerpoint/2010/main" val="1080273933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1B2D81C-9082-44EA-95D4-6B6B76D2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실습: 한 조건씩 바꾸어 시야를 확인합니다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33832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것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읽을 지점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작은 뷰포트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HUD 경계·전방 시야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BuildLayout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V로 모드 변경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Follow·Driver·Fixed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NextMode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마우스와 스틱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이동량과 회전 속도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AddMouseDelta /</a:t>
                      </a:r>
                    </a:p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AddGamepadRate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C로 시선 재설정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 방향으로 복귀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 Reset 입력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 상태 공백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속도와 경고 구분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BuildDisplayState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EC25D54E-9536-47EA-A322-83F94D80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680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Play에서 입력 초점을 먼저 확보한 뒤 표의 항목을 하나씩 관찰하고 수치와 화면 결과를 짝지어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기록합니다.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FCBB3D8-89A8-4BDA-8D30-FB0A4305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L12     157 / 193</a:t>
            </a:r>
          </a:p>
        </p:txBody>
      </p:sp>
    </p:spTree>
    <p:extLst>
      <p:ext uri="{BB962C8B-B14F-4D97-AF65-F5344CB8AC3E}">
        <p14:creationId xmlns:p14="http://schemas.microsoft.com/office/powerpoint/2010/main" val="1480816986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7EF0985-1757-4148-8219-52C137D2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화면 좌표와 입력 단위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6418CEF-8643-40F1-8001-091EC6F9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640×360 화면에서 기본 HUD의 크기와 왼쪽 위 위치를 계산하세요. 가로만 줄이고 세로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크기를 유지하면 어떤 문제가 생길까요?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86796C5-20C6-4FC0-A0C0-8D52AFB4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마우스 이동량과 게임패드 스틱 값 중 DeltaSeconds가 필요한 것은 무엇인가요? 각각의 단위를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사용해 이유를 설명하세요.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938B6A4-CDAB-4891-A4B1-2F64F4EF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L12     158 / 193</a:t>
            </a:r>
          </a:p>
        </p:txBody>
      </p:sp>
    </p:spTree>
    <p:extLst>
      <p:ext uri="{BB962C8B-B14F-4D97-AF65-F5344CB8AC3E}">
        <p14:creationId xmlns:p14="http://schemas.microsoft.com/office/powerpoint/2010/main" val="294765075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21BBD21-B0A4-4FA9-92FA-AA3EB014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답: 화면은 비율, 카메라는 입력의 단위를 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6E705A0-DEEB-4E44-A6E9-42FEA3C2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배율은 0.5, 크기는 175×68, 여백은 8, 위치는 (457, 284)입니다. 한 축만 줄이면 비율이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깨지고 세로 경계를 침범할 수 있습니다. 배치가 통과해도 글자 읽기는 실제 화면에서 확인해야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63AB317-BA40-45D7-A226-E7242FB0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스틱은 회전 속도의 세기를 요구하므로 초당 각도에 DeltaSeconds를 곱합니다. 마우스는 이번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프레임에 누적된 이동량이라 감도만 곱합니다. 입력 시스템 이름보다 전달된 값의 의미가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중요합니다.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B5E255D-B6E8-4F1E-8B85-9D99814F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다음에는 소리와 램프를 다룹니다. 화면 상태가 맞더라도 효과의 시작 시각이나 종료 조건이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틀리면 운전자는 차량이 잘못 동작한다고 느낄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6A29AED-7238-4BA2-AE57-7AFE79C4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L12     159 / 193</a:t>
            </a:r>
          </a:p>
        </p:txBody>
      </p:sp>
    </p:spTree>
    <p:extLst>
      <p:ext uri="{BB962C8B-B14F-4D97-AF65-F5344CB8AC3E}">
        <p14:creationId xmlns:p14="http://schemas.microsoft.com/office/powerpoint/2010/main" val="987469029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F128E4A-966A-4C47-A3A6-C03F9D4F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75961F4-AB93-4BEA-9068-7EA05843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작은 화면의 배치 수치를 계산하고 마우스 이동량과 스틱 회전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속도를 구분합니다.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08ADE50-B2AE-44C9-944A-CE1ACD87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차량 상태를 읽게 하면서도 도로를 볼 공간을 보존하고 카메라 조작의 단위를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맞춰야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C649BF5-CB62-4A1A-BFC5-9D1F9A92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눈으로 읽은 상태를 소리와 깜빡이의 시작·종료 조건으로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753B0A2-DE22-4605-B040-2862EBB6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L12     160 / 193</a:t>
            </a:r>
          </a:p>
        </p:txBody>
      </p:sp>
    </p:spTree>
    <p:extLst>
      <p:ext uri="{BB962C8B-B14F-4D97-AF65-F5344CB8AC3E}">
        <p14:creationId xmlns:p14="http://schemas.microsoft.com/office/powerpoint/2010/main" val="389502584"/>
      </p:ext>
    </p:extLst>
  </p:cSld>
</p:sld>
</file>

<file path=ppt/slides/slide1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BD4E361-49F4-434F-9622-5E82C2E6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소리와 램프의 시작·유지·종료를 정하기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42E9312-A5A5-4A2E-BF09-69D59C87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평범한 코너에서 계속 미끄럼 소리가 나거나 깜빡이 첫 간격만 짧다면 어떤 상태와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시간을 확인할까요?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3D76C26-8C10-42A3-9050-970B53EE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효과는 단순히 재생하는 것이 아니라 실제 상태를 전달하므로 올바른 조건과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수명이 필요합니다.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308E98F-487E-45E8-9EE5-E3F100A2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RPM·스키드·경적·깜빡이·배기의 발동 조건을 수치와 상태 변화로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E37ED734-C22F-4665-A5F1-8CA6D465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L08의 시간·신선도와 L09의 조향 부호, L03의 수명 관리가 필요합니다.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FDD9D25-40D9-4551-AE40-06C3D70B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L13     161 / 193</a:t>
            </a:r>
          </a:p>
        </p:txBody>
      </p:sp>
    </p:spTree>
    <p:extLst>
      <p:ext uri="{BB962C8B-B14F-4D97-AF65-F5344CB8AC3E}">
        <p14:creationId xmlns:p14="http://schemas.microsoft.com/office/powerpoint/2010/main" val="1739676563"/>
      </p:ext>
    </p:extLst>
  </p:cSld>
</p:sld>
</file>

<file path=ppt/slides/slide1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DE1BB53-DA42-4385-9A7A-2256DF5B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소리는 서버 결과를 귀로 읽게 하는 표시입니다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3CB4422-100A-4A69-A037-904AA2F9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W를 눌렀다는 이유만으로 엔진음을 최대로 틀면 벽에 막히거나 기어가 다른 상황을 구분하지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못합니다. 현재 소리는 권위 상태의 RPM·속도·휠 접촉을 읽어 매개변수를 만듭니다. 입력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의도보다 계산 결과를 전달하기 위해서입니다.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74A8386-4DC7-47F7-9ED0-0B888DED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BuildParameters는 어떤 높이와 세기로 들릴지 정하고 Renderer는 실제 오디오 표본을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만듭니다. 게임 상태 계산과 표본 생성의 역할을 나누면 같은 상태에서 어떤 소리가 나야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하는지를 숫자로 먼저 검사할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5413C4F-43F8-4942-8B17-D1DDEC11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상태가 오래되거나 값이 유효하지 않으면 정상 주행음을 계속 강하게 만들 근거가 없습니다.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신선도를 확인하는 이유는 연결이 끊겼는데 차가 계속 가속하는 것처럼 들리는 모순을 줄이기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위해서입니다.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83F42D3-BCF8-4A31-B8D7-5EB9917F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L13     162 / 193</a:t>
            </a:r>
          </a:p>
        </p:txBody>
      </p:sp>
    </p:spTree>
    <p:extLst>
      <p:ext uri="{BB962C8B-B14F-4D97-AF65-F5344CB8AC3E}">
        <p14:creationId xmlns:p14="http://schemas.microsoft.com/office/powerpoint/2010/main" val="731220405"/>
      </p:ext>
    </p:extLst>
  </p:cSld>
</p:sld>
</file>

<file path=ppt/slides/slide1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5F04888-9EC3-4B44-84AF-9900BDED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반복음·잡음·음량 변화는 서로 다른 재료입니다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BA09EEA-4C21-478B-B399-167D974E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발진기는 주기적으로 진동하는 파형을 만듭니다. 100Hz는 1초에 100번 반복하므로 주기는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0.01초입니다. 엔진의 반복감을 표현할 수 있지만 단순 파형 하나만 쓰면 기계음이 지나치게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단조로울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49AEDBF-2513-4EC1-BE77-36026457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잡음은 불규칙한 성분입니다. Renderer는 배음과 잡음, 필터를 조합해 반복음과 거친 마찰의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성격을 만듭니다. 잡음도 무조건 크게 섞지 않고 차량 상태로 구한 강도에 따라 사용해야 평소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주행을 스키드로 오해하지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BF81147-85C4-4C14-902D-889094BA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Envelope는 시간에 따른 음량 변화입니다. 소리를 켜고 끌 때 표본이 갑자기 뛰면 클릭처럼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들릴 수 있어 전환을 완만하게 합니다. 주파수·파형·음량 수명을 구별하면 효과의 높이가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틀린지, 거친 정도인지, 종료 문제인지 나눌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35088A1-B076-4E05-A185-6CC9EABA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L13     163 / 193</a:t>
            </a:r>
          </a:p>
        </p:txBody>
      </p:sp>
    </p:spTree>
    <p:extLst>
      <p:ext uri="{BB962C8B-B14F-4D97-AF65-F5344CB8AC3E}">
        <p14:creationId xmlns:p14="http://schemas.microsoft.com/office/powerpoint/2010/main" val="1989548148"/>
      </p:ext>
    </p:extLst>
  </p:cSld>
</p:sld>
</file>

<file path=ppt/slides/slide1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F2DD395-75F0-47C6-9B67-E5999F77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상태를 파형과 음량으로 바꾸는 구성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13efe895045a6"/>
          <a:stretch xmlns:a="http://schemas.openxmlformats.org/drawingml/2006/main"/>
        </p:blipFill>
        <p:spPr>
          <a:xfrm xmlns:a="http://schemas.openxmlformats.org/drawingml/2006/main">
            <a:off x="1864916" y="1285875"/>
            <a:ext cx="8462168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2D69E885-BF6C-4411-87C5-E0A285EB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5BBD875-AC38-4A99-A1D8-C6B152E0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L13     164 / 193</a:t>
            </a:r>
          </a:p>
        </p:txBody>
      </p:sp>
    </p:spTree>
    <p:extLst>
      <p:ext uri="{BB962C8B-B14F-4D97-AF65-F5344CB8AC3E}">
        <p14:creationId xmlns:p14="http://schemas.microsoft.com/office/powerpoint/2010/main" val="891526095"/>
      </p:ext>
    </p:extLst>
  </p:cSld>
</p:sld>
</file>

<file path=ppt/slides/slide1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AE99B46-7C1B-496A-B272-6F60FBB3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 해설: 상태를 파형과 음량으로 바꾸는 구성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17D1FC9-2934-4EBB-8749-97BAB7C9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발진기는 반복감을, 잡음은 불규칙한 성격을 만듭니다. 차량 상태로 두 신호의 높이와 세기를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조절해 합칩니다.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C239F95-0F32-4155-89F0-BD9609CA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Envelope는 켜짐·꺼짐의 음량을 부드럽게 바꿉니다. 소리 표현의 구성이며 차량 물리 계산을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대신하지 않습니다.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7A7776D-D22B-4C57-98D7-7D43065B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L13     165 / 193</a:t>
            </a:r>
          </a:p>
        </p:txBody>
      </p:sp>
    </p:spTree>
    <p:extLst>
      <p:ext uri="{BB962C8B-B14F-4D97-AF65-F5344CB8AC3E}">
        <p14:creationId xmlns:p14="http://schemas.microsoft.com/office/powerpoint/2010/main" val="1885947238"/>
      </p:ext>
    </p:extLst>
  </p:cSld>
</p:sld>
</file>

<file path=ppt/slides/slide1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C0C22229-D94D-4C43-88F9-2C11DCC6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RPM에서 엔진음의 기본 주파수와 세기를 정합니다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1C0680E6-0A8E-41BF-82F2-22C6D651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unreal/DriveIntegration/Source/DriveIntegration/SimCoreVehicleAudio.cpp:31-35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C803F54B-AB2B-4706-9B39-E8C2FC7B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153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EB20650A-D302-4DDA-9AFB-B0C2E494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35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8D4A5CEA-8A8F-4F48-9D4C-3DFF6092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float SafeRpm = FMath::Clamp(State.EngineRpm, 650.0f, 7500.0f);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float Rpm01 = Range01(SafeRpm, 800.0f, 7000.0f);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// Four-cylinder firing rate (two combustion events per crank revolution).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Result.EngineFrequencyHz = SafeRpm / 30.0f;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Result.EngineAmplitude = 0.075f + 0.13f * FMath::Sqrt(Rpm01);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E8F4D904-9556-4AD2-9651-62BDF6F7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Hz는 초당 반복 횟수입니다. RPM의 분 단위를 초로 바꾸는 과정이 어디에 포함됐는지 보세요.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62955A70-6ED0-4471-A923-8043230F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L13     166 / 193</a:t>
            </a:r>
          </a:p>
        </p:txBody>
      </p:sp>
    </p:spTree>
    <p:extLst>
      <p:ext uri="{BB962C8B-B14F-4D97-AF65-F5344CB8AC3E}">
        <p14:creationId xmlns:p14="http://schemas.microsoft.com/office/powerpoint/2010/main" val="184226975"/>
      </p:ext>
    </p:extLst>
  </p:cSld>
</p:sld>
</file>

<file path=ppt/slides/slide1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7813075-EF72-457D-BEE1-C3B3311E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RPM 코드와 표본 생성의 풀이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774101B-0D64-40A5-80A0-9B8DB2ED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31행은 RPM을 650~7500으로 제한하고 32행은 표시 강도에 쓸 0~1 값을 만듭니다.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33~34행은 4기통의 회전당 두 번 연소라는 단순화로 RPM/30을 사용합니다. 3000RPM이면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초당 50회전, 연소 반복은 100Hz입니다.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273585D-DF10-4BF4-851C-0E0378CD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35행은 회전수 비율의 제곱근으로 음량을 증가시킵니다. Renderer에서는 이 주파수의 위상을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오디오 표본마다 진행시키고 배음·잡음 등을 섞습니다. 100Hz를 48,000Hz 표본률로 만들면 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주기에는 약 480개 표본이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096AAF5-D23B-4B19-91C2-C1ED6D01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이는 실제 엔진 녹음이나 모든 차종의 연소 구조를 정밀 재현한 모델이 아닙니다. 동작과 청감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연결을 보여 주는 절차적 합성입니다. 숫자 검사는 주파수·음량 계약을 확인하지만 실제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자연스러움은 별도 청취로 판단해야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B650F64-63AB-4EE3-8526-76225574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L13     167 / 193</a:t>
            </a:r>
          </a:p>
        </p:txBody>
      </p:sp>
    </p:spTree>
    <p:extLst>
      <p:ext uri="{BB962C8B-B14F-4D97-AF65-F5344CB8AC3E}">
        <p14:creationId xmlns:p14="http://schemas.microsoft.com/office/powerpoint/2010/main" val="1122020720"/>
      </p:ext>
    </p:extLst>
  </p:cSld>
</p:sld>
</file>

<file path=ppt/slides/slide1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F9F4A9C-D0E4-40A2-9634-8FDC3C8F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속도가 빠르다는 이유만으로 스키드음을 내지 않습니다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30632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범위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낮을 때 의미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도로 속도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8→14m/s 증가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느린 주행은 발동 안 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횡슬립각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0.17→0.30rad 증가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작은 횡미끄럼 각도는 제외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횡미끄럼 속도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2.2→4.5m/s 증가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작은 옆 미끄럼은 제외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접촉·하중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접촉, 50N 초과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뜬 타이어는 제외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예: 10m/s·0.10rad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옆 속도 약 1.0m/s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속도만 있어도 결과는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E28272E2-80E4-4044-B30E-A66FE7D4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676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접촉과 하중이 유효한 타이어에서 속도·횡슬립각·옆 미끄럼 속도의 조건을 곱합니다. 한 조건이 0이면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해당 타이어의 스키드 강도도 0입니다.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F7B6AFB-A0EA-43D6-86F0-4FFCBC53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L13     168 / 193</a:t>
            </a:r>
          </a:p>
        </p:txBody>
      </p:sp>
    </p:spTree>
    <p:extLst>
      <p:ext uri="{BB962C8B-B14F-4D97-AF65-F5344CB8AC3E}">
        <p14:creationId xmlns:p14="http://schemas.microsoft.com/office/powerpoint/2010/main" val="291052978"/>
      </p:ext>
    </p:extLst>
  </p:cSld>
</p:sld>
</file>

<file path=ppt/slides/slide1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7BAE60C-968E-4BF3-97E1-124E6B3A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경적은 누름 상태와 NPC 사건을 구분합니다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466E72C-F378-4BAF-A051-127E5EED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플레이어 H는 누른 동안 울리고 떼면 멈추는 연속 상태입니다. 키를 처음 눌렀다는 사건 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번만 처리하면 고정 길이로 끝나거나, 해제를 놓쳤을 때 계속 울릴 수 있습니다. 시작과 종료를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모두 정의해야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3AEE5EE-E116-4FA0-9D2B-10F533EB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로컬 경적은 ManualHeld를 관리하고 키 해제·입력 초점 상실·일시정지 상태를 확인합니다.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NPC 경적은 서버 사건 번호를 받아 제한된 펄스로 표현합니다. 같은 경적 소리라도 조작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수명과 원격 사건의 의미가 다릅니다.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33A8249-7742-4FBD-AE7E-F7934752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HeldEnvelope는 목표 음량으로 바로 뛰지 않고 공격·해제 구간을 완만하게 따라갑니다. H를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짧게 눌렀다가 떼는 예와 창 밖으로 초점을 옮기는 예를 함께 검사해야 소리의 부드러움뿐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아니라 멈춰야 할 때의 안전도 확인할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E264068-88C0-482A-B705-9B6798A7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L13     169 / 193</a:t>
            </a:r>
          </a:p>
        </p:txBody>
      </p:sp>
    </p:spTree>
    <p:extLst>
      <p:ext uri="{BB962C8B-B14F-4D97-AF65-F5344CB8AC3E}">
        <p14:creationId xmlns:p14="http://schemas.microsoft.com/office/powerpoint/2010/main" val="457481617"/>
      </p:ext>
    </p:extLst>
  </p:cSld>
</p:sld>
</file>

<file path=ppt/slides/slide1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59C97046-20B0-4C80-931C-C6A58422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깜빡이는 선택한 순간부터 경과 시간을 셉니다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195F2972-5531-4558-AEBD-B4224FFC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unreal/DriveIntegration/Source/DriveIntegration/SimCoreTurnSignals.cpp:24-33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5381FE58-5317-4DF4-8F9B-A183E2AA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99277436-0BFD-46C9-B0E2-DDC3AA27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33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51D5158A-7589-42FA-9D88-D8E866B5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(SelectionTimeSeconds &lt; 0.0 || Direction != SelectedDirection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|| bHazard != bSelectedHazard || bClockRestarted)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SelectionTimeSeconds = TimeSeconds;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SelectedDirection = Direction;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bSelectedHazard = bHazard;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LastTimeSeconds = TimeSeconds;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ElapsedSeconds = TimeSeconds - SelectionTimeSeconds;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return ElapsedSeconds;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877203F4-FB51-4725-9EA0-22CA5267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월드가 시작한 시각이 아니라 현재 선택이 시작한 시각을 기준점으로 사용합니다.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D744BBFA-C755-42F4-83F3-C9489036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L13     170 / 193</a:t>
            </a:r>
          </a:p>
        </p:txBody>
      </p:sp>
    </p:spTree>
    <p:extLst>
      <p:ext uri="{BB962C8B-B14F-4D97-AF65-F5344CB8AC3E}">
        <p14:creationId xmlns:p14="http://schemas.microsoft.com/office/powerpoint/2010/main" val="1318713480"/>
      </p:ext>
    </p:extLst>
  </p:cSld>
</p:sld>
</file>

<file path=ppt/slides/slide1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7F843D9-ECDD-41DB-A349-8A1D04D1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첫 점등이 짧아지는 문제와 상대 시간의 풀이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11F929F-2765-49E4-AE34-F8F6058C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24~28행은 처음 선택하거나 방향·비상등 상태가 바뀌면 기준 시각을 현재 시간으로 바꿉니다.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29~31행은 선택과 시각을 보관하고 32~33행은 현재 시각에서 선택 시각을 뺀 경과 시간을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반환합니다.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A72D733-9437-4F11-8328-8CE64D9F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주기는 0.72초, 켜짐은 0.44초입니다. 선택 직후 경과 시간은 0이므로 0.44초 동안 첫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점등을 온전히 보장합니다. 월드 전체 위상에서 이미 0.40초가 지난 상태로 시작하면 첫 점등은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0.04초만 남는 문제가 생깁니다.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EE34C8A-D1BA-46F4-96F6-00A0C271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램프와 클릭음은 같은 상대 위상을 읽어야 합니다. 각각 다른 시계를 사용하면 눈으로 꺼지는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순간과 귀로 들리는 순간이 어긋납니다. 취소·재선택·시간 되감김에서도 기준과 클릭 상태를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함께 정리하는 이유입니다.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DEF0DCF-6581-4FC5-9864-1E329AC7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L13     171 / 193</a:t>
            </a:r>
          </a:p>
        </p:txBody>
      </p:sp>
    </p:spTree>
    <p:extLst>
      <p:ext uri="{BB962C8B-B14F-4D97-AF65-F5344CB8AC3E}">
        <p14:creationId xmlns:p14="http://schemas.microsoft.com/office/powerpoint/2010/main" val="90812577"/>
      </p:ext>
    </p:extLst>
  </p:cSld>
</p:sld>
</file>

<file path=ppt/slides/slide1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41708BC-8620-4296-84ED-CDB8A949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자동 취소는 회전 증거를 쌓은 뒤 중앙 복귀를 기다립니다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33832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조건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좌/우, 신선한 같은 Play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이전 운전의 증거 제외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회전 증거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전진 ≥0.5m/s, 선택 방향 조향</a:t>
                      </a:r>
                    </a:p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크기 ≥0.12rad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정지·약한 조작 제외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복귀 대기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 방향 회전 누적 ≥8°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회전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 취소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조향 절댓값 ≤0.035rad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핸들이 중앙으로 돌아옴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별도 보호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비상등·반대방향·중복 시각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잘못된 누적·취소 방지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7B898C4A-1C4B-4324-911E-2D42B126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680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버튼을 누른 직후 핸들이 중앙이라는 이유만으로 꺼지면 방향을 미리 알릴 수 없습니다. 의미 있는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방향 회전과 복귀를 순서대로 확인합니다.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69774D3-62BB-4D6C-9E9E-9F4C53A7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L13     172 / 193</a:t>
            </a:r>
          </a:p>
        </p:txBody>
      </p:sp>
    </p:spTree>
    <p:extLst>
      <p:ext uri="{BB962C8B-B14F-4D97-AF65-F5344CB8AC3E}">
        <p14:creationId xmlns:p14="http://schemas.microsoft.com/office/powerpoint/2010/main" val="2075094367"/>
      </p:ext>
    </p:extLst>
  </p:cSld>
</p:sld>
</file>

<file path=ppt/slides/slide1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0A5E2D8-A268-43DE-89B4-54E32231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한 번 받은 상태를 여러 번 회전한 것으로 세면 안 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8ACB57B-D1D2-4501-B83C-4343C8B8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9° 회전한 패킷 하나를 60fps 화면에서 여러 번 읽었다고 실제 차량이 여러 번 더 회전한 것은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아닙니다. 자동 취소는 같은 SimulationTimeNs를 다시 받으면 증거를 추가하지 않습니다.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렌더 프레임과 서버 상태의 시계가 다르기 때문입니다.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BE6C693-8D5B-43B1-9E43-03BB37CC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선택 방향이 바뀌거나 새 Play가 시작되면 이전 증거를 버립니다. 오래된 상태와 긴 시간 점프,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큰 자세 점프도 연속된 회전의 증거로 무조건 인정하지 않습니다. 359°→1°는 짧은 변화량으로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읽어야 한다는 좌표 수업도 연결됩니다.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AE4405C-F713-46A0-BA6A-F4A9CE76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반례로 정지 조향·후진·비상등·반대 방향 조향·같은 패킷 반복을 적어 보세요. 모두 정상적인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선택 방향의 전진 회전 완료가 아니므로 자동 취소를 기대하지 않습니다. 성공 사례 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번만으로는 이 구분을 검사할 수 없습니다.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B5D88D4-913D-4394-9793-B9C26A62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L13     173 / 193</a:t>
            </a:r>
          </a:p>
        </p:txBody>
      </p:sp>
    </p:spTree>
    <p:extLst>
      <p:ext uri="{BB962C8B-B14F-4D97-AF65-F5344CB8AC3E}">
        <p14:creationId xmlns:p14="http://schemas.microsoft.com/office/powerpoint/2010/main" val="97550326"/>
      </p:ext>
    </p:extLst>
  </p:cSld>
</p:sld>
</file>

<file path=ppt/slides/slide1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A24D2B4-1CD8-488B-91B0-533979F6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배기 효과도 위치·강도·종료 조건을 갖습니다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D104698-AD49-4AA4-865D-955EEC09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차가 멈췄다고 엔진이 반드시 꺼진 것은 아니므로 배기를 이동 속도 하나에만 연결하면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어색합니다. BuildSample은 신선한 RPM과 가속 부하를 이용해 효과 강도를 정하고 배기구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컴포넌트가 차체를 따라가게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7FA8683-0494-44C7-A6F6-F99AB915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EnsureRuntimeTemplate은 입자 구성으로 시각적 배기를 만듭니다. 실제 기체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유동·온도·배출물 성분을 계산하는 장치는 아닙니다. 엔진음과 배기 모두 같은 차량 상태에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반응하지만 각각 다른 표현 매개변수를 사용합니다.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A2C4CFF-7F11-44E5-B67E-97EA6D29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예를 들어 정지 중 공회전, 가속 직후, 상태 공백을 차례로 관찰하세요. 효과가 얼마나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생기는지뿐 아니라 잘못된 상태에서 남지 않는지 봅니다. 출발 조건과 종료 조건을 함께 정하면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시각 효과가 운전 정보와 모순되지 않습니다.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9A07ACA-9FD6-448C-883E-76BFD501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L13     174 / 193</a:t>
            </a:r>
          </a:p>
        </p:txBody>
      </p:sp>
    </p:spTree>
    <p:extLst>
      <p:ext uri="{BB962C8B-B14F-4D97-AF65-F5344CB8AC3E}">
        <p14:creationId xmlns:p14="http://schemas.microsoft.com/office/powerpoint/2010/main" val="653456816"/>
      </p:ext>
    </p:extLst>
  </p:cSld>
</p:sld>
</file>

<file path=ppt/slides/slide1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38DCCEF-158F-4087-B14F-89B8A31D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소리와 깜빡이의 상태를 추적하세요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C5B1CF3-FF2D-4CF9-ADF2-CFDE9FD1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3000RPM의 기본 엔진 주파수를 구하세요. 10m/s로 달리며 횡슬립각이 0.10rad인 접촉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타이어는 속도 때문에 스키드음이 나야 하나요?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9236CE0-CF89-45E3-858E-29793148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좌측 깜빡이 선택 후 전진 중 선택 방향으로 0.12rad 이상 조향한 뒤 9° 회전했고, 현재 조향은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0.05rad입니다. 이후 0.02rad로 돌아오면 어느 시점에 취소되나요?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D0CEE84-A991-4AAC-8C8E-48AD0BBC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H를 누른 상태에서 창의 입력 초점을 잃었습니다. 경적 상태에서 확인할 종료 조건과 부드러운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음량 전환의 역할을 각각 적으세요.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C39FFEC-6D4A-4ED3-83C6-219CC0F3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L13     175 / 193</a:t>
            </a:r>
          </a:p>
        </p:txBody>
      </p:sp>
    </p:spTree>
    <p:extLst>
      <p:ext uri="{BB962C8B-B14F-4D97-AF65-F5344CB8AC3E}">
        <p14:creationId xmlns:p14="http://schemas.microsoft.com/office/powerpoint/2010/main" val="1185863626"/>
      </p:ext>
    </p:extLst>
  </p:cSld>
</p:sld>
</file>

<file path=ppt/slides/slide1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58D4B2F-1FD8-44C1-B846-5A9FBCCF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답: 효과를 켜는 근거와 끝내는 조건을 분리합니다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CFEFD59-EB44-4BFE-A4CC-088E1598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기본 엔진 주파수는 100Hz입니다. 10m/s라도 횡슬립각과 옆 미끄럼 속도가 낮으면 스키드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강도는 0입니다. 평범한 회전을 미끄럼으로 들리게 하지 않기 위한 조건입니다.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22152A0-F699-40DB-BA9B-E5BBB832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실제 선택 방향 회전 증거가 있는 상태에서 0.05rad는 아직 중앙 기준 0.035rad 밖입니다.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0.02rad가 되면 취소됩니다. 비상등이나 정지 조향에는 같은 취소 조건을 무조건 적용하지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156E5D8-FE00-4F3C-9D4F-4F05A322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 초점 상실 시 ManualHeld를 해제해야 합니다. Envelope는 해제를 대신하는 것이 아니라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해제된 음량 목표까지 자연스럽게 줄입니다. 다음에는 이런 조건을 재현 가능한 기록과 검사로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남깁니다.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42997B1-D107-482E-ACB5-C1FB2D5B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L13     176 / 193</a:t>
            </a:r>
          </a:p>
        </p:txBody>
      </p:sp>
    </p:spTree>
    <p:extLst>
      <p:ext uri="{BB962C8B-B14F-4D97-AF65-F5344CB8AC3E}">
        <p14:creationId xmlns:p14="http://schemas.microsoft.com/office/powerpoint/2010/main" val="214969816"/>
      </p:ext>
    </p:extLst>
  </p:cSld>
</p:sld>
</file>

<file path=ppt/slides/slide1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223FD78-3330-4712-B9FC-8700354B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25B4F4C-8008-4E28-8E97-715D7DF1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RPM·스키드·경적·깜빡이·배기의 발동 조건을 수치와 상태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변화로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FEEE37E-BC37-4309-801F-AEF64D0D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효과는 단순히 재생하는 것이 아니라 실제 상태를 전달하므로 올바른 조건과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수명이 필요합니다.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4D03B5B-B1FD-4A5E-91CB-2F1702D7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이 조건을 기록과 자동 검사에 남겨 스스로 맞는지 확인합니다.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CA4555F-BA4A-4233-85BA-166BBB48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C6  L13     177 / 193</a:t>
            </a:r>
          </a:p>
        </p:txBody>
      </p:sp>
    </p:spTree>
    <p:extLst>
      <p:ext uri="{BB962C8B-B14F-4D97-AF65-F5344CB8AC3E}">
        <p14:creationId xmlns:p14="http://schemas.microsoft.com/office/powerpoint/2010/main" val="262062731"/>
      </p:ext>
    </p:extLst>
  </p:cSld>
</p:sld>
</file>

<file path=ppt/slides/slide1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C856DD73-932E-4EBB-B449-E1DA9241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7장 관찰을 근거로 남기기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B19993D-9AA8-4700-98E6-C3F436F3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기록 재생과 검사를 이용해 이해한 기능과 현재 한계를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A9846AB-9AB0-489E-AF1E-9AF34854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앞 장에서 입력·상태·표현을 구분하는 연습을 끝내야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5C932C5-80DE-4B7F-BA79-76A4B8FE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34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Ghost 재생과 물리 재계산의 차이를 설명합니다. 실패 조건을 테스트와 관찰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기록으로 바꿉니다.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7EF521E7-5040-4521-93F0-B3B694FE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24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실제 함수와 회귀 검사에 근거한 포트폴리오 설명을 만들 수 있습니다.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043F9FF2-8B58-420C-8E58-56313FA0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C7     178 / 193</a:t>
            </a:r>
          </a:p>
        </p:txBody>
      </p:sp>
    </p:spTree>
    <p:extLst>
      <p:ext uri="{BB962C8B-B14F-4D97-AF65-F5344CB8AC3E}">
        <p14:creationId xmlns:p14="http://schemas.microsoft.com/office/powerpoint/2010/main" val="89524492"/>
      </p:ext>
    </p:extLst>
  </p:cSld>
</p:sld>
</file>

<file path=ppt/slides/slide1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4235E17-6B02-4EAB-BF2F-B2DF60D3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09DF092-F606-4EA0-B73D-DDBC3B0C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L14 기록과 검사로 스스로 이해를 확인하기 · 180쪽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Ghost 재생의 한계를 설명하고 센서·F3·자동 검사로 기능 하나를 입증하는 노트를 만듭니다.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8426CEDA-DB25-414E-BA5E-2E0A1EC6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C7     179 / 193</a:t>
            </a:r>
          </a:p>
        </p:txBody>
      </p:sp>
    </p:spTree>
    <p:extLst>
      <p:ext uri="{BB962C8B-B14F-4D97-AF65-F5344CB8AC3E}">
        <p14:creationId xmlns:p14="http://schemas.microsoft.com/office/powerpoint/2010/main" val="486255916"/>
      </p:ext>
    </p:extLst>
  </p:cSld>
</p:sld>
</file>

<file path=ppt/slides/slide1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2AEC3D39-489B-4A34-9579-07D28AA3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기록과 검사로 스스로 이해를 확인하기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54967C4-CA0B-4F83-90A8-A759CDC7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한 번 좋아 보였다는 기억만으로 수정 전후를 비교하거나 구현 원리를 설명할 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있을까요?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E567F7F-DC79-474C-9DFC-C69137B0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재현 가능한 상태·조건·판정 기준이 있어야 관찰을 근거로 바꾸고 혼자 다음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문제를 조사할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DE88A07-5E48-4942-A97A-5CF1BAC0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Ghost 재생의 한계를 설명하고 센서·F3·자동 검사로 기능 하나를 입증하는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노트를 만듭니다.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4A48CE57-1773-410F-B811-FD8B2F44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L01의 명령과 상태 구분, L08의 시간, L13의 자동 취소 조건이 필요합니다.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2F3A727-6A0B-4BD0-BED6-AE72E68D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C7  L14     180 / 193</a:t>
            </a:r>
          </a:p>
        </p:txBody>
      </p:sp>
    </p:spTree>
    <p:extLst>
      <p:ext uri="{BB962C8B-B14F-4D97-AF65-F5344CB8AC3E}">
        <p14:creationId xmlns:p14="http://schemas.microsoft.com/office/powerpoint/2010/main" val="510141711"/>
      </p:ext>
    </p:extLst>
  </p:cSld>
</p:sld>
</file>

<file path=ppt/slides/slide1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F98CB69-FD3A-4428-94C4-C1270D7A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기록은 나중에 같은 장면을 비교하기 위해 씁니다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E7A8047-16B7-4804-A55E-15492523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연석에서 한 번 튀었다는 말만으로는 어떤 속도·방향·접촉에서 문제가 났는지 다시 찾기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어렵습니다. 권위 상태를 시간과 함께 남기면 움직임을 다시 보거나 수치를 비교할 근거를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확보할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3D44C5B-B369-46EC-963F-D243600C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R은 주행 기록 시작·종료, F6은 Ghost 재생입니다. 기록은 받은 상태를 Track에 모으고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종료 시 Saved/DriveReplays/last_drive.csv에 저장합니다. F5는 에디터 동작과 겹쳤던 키이므로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입력 설정의 R을 확인하세요.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E1DCCF3-13DB-49B3-8C49-3806077F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기능은 입력을 서버에 다시 넣어 물리를 재계산하는 기능과 다릅니다. 같은 위치 기록이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재생된다는 사실이 수치 적분의 결정성을 증명하지는 않습니다. 무엇을 저장하고 무엇을 다시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계산하는지부터 구분해야 증거를 과장하지 않습니다.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93A0F95-5441-4217-882F-96A45CF9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C7  L14     181 / 193</a:t>
            </a:r>
          </a:p>
        </p:txBody>
      </p:sp>
    </p:spTree>
    <p:extLst>
      <p:ext uri="{BB962C8B-B14F-4D97-AF65-F5344CB8AC3E}">
        <p14:creationId xmlns:p14="http://schemas.microsoft.com/office/powerpoint/2010/main" val="1251432591"/>
      </p:ext>
    </p:extLst>
  </p:cSld>
</p:sld>
</file>

<file path=ppt/slides/slide1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59700045-B70F-4CE4-855A-8385E2C4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재생은 Track에서 상태를 골라 Ghost에 적용합니다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8AD1104A-2BED-4C3A-BC5B-6E24CDAA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unreal/DriveIntegration/Source/DriveIntegration/SimCoreDriveReplay.cpp:109-113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FDEF5038-8B7C-44F4-8CEC-4B6EB281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D1A765D4-A276-41B9-8DF4-93B0FC5B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113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505D4BC5-1E57-4319-B267-BF1D30BB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SimCoreProtocol::FVehicleState State;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(!SimCoreDriveReplay::Sample(Track, ReplayElapsedSeconds, State))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StopReplay(); return; 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ReplayGhost-&gt;ApplySnapshot(State, 0.0f, DeltaTime, true, 0.0f,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PresentationOffsetCm);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ReplayElapsedSeconds += DeltaTime;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(ReplayElapsedSeconds &gt; Track.DurationSeconds()) StopReplay();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7E1CFDEA-53AD-4D25-85D0-F5346661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구간에서 서버 송신이 있는지 찾아보세요. 결과 상태를 표시 Actor에 적용하는 호출이 핵심입니다.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19FE0D5D-1C6F-4E3C-8E7A-0522BB01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C7  L14     182 / 193</a:t>
            </a:r>
          </a:p>
        </p:txBody>
      </p:sp>
    </p:spTree>
    <p:extLst>
      <p:ext uri="{BB962C8B-B14F-4D97-AF65-F5344CB8AC3E}">
        <p14:creationId xmlns:p14="http://schemas.microsoft.com/office/powerpoint/2010/main" val="1961712703"/>
      </p:ext>
    </p:extLst>
  </p:cSld>
</p:sld>
</file>

<file path=ppt/slides/slide1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3A43AB4-8C6D-4B27-81EA-ED665B2E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재생 코드 다섯 줄의 풀이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D1BAD16-EA94-4E91-876C-68153578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109행은 표시할 차량 상태를 준비합니다. 110행은 현재 재생 경과 시간에 해당하는 상태를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Track에서 구하고 실패하면 재생을 멈춥니다. 두 기록 사이의 시각에는 저장된 상태를 이용한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보간이 사용됩니다.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0142BB0-6AA9-4A04-B580-6AD0BB69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111행은 그 상태를 ReplayGhost에 적용합니다. 112행은 재생 시간을 DeltaTime만큼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전진시키고 113행은 기록 길이를 넘었을 때 종료합니다. 마지막 상태를 계속 남기거나 인덱스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밖을 읽지 않도록 수명을 제한합니다.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9BE9D1D-6B42-4B40-9650-7C45F54F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구간에는 새 가속 명령이나 서버 물리 스텝 실행이 없습니다. 1초의 기록을 두 번 재생해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궤적이 보이는 것은 표시 재생의 성질입니다. 서버 재계산의 일치성은 초기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상태·명령열·환경·스텝 조건을 고정한 다른 검사로 확인해야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5796B02-A7BD-43F1-9B46-7D250886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C7  L14     183 / 193</a:t>
            </a:r>
          </a:p>
        </p:txBody>
      </p:sp>
    </p:spTree>
    <p:extLst>
      <p:ext uri="{BB962C8B-B14F-4D97-AF65-F5344CB8AC3E}">
        <p14:creationId xmlns:p14="http://schemas.microsoft.com/office/powerpoint/2010/main" val="647992881"/>
      </p:ext>
    </p:extLst>
  </p:cSld>
</p:sld>
</file>

<file path=ppt/slides/slide1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E832C95-A93E-4500-B688-E55FD5B1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SensorRig는 현재 무엇을 기록하고 있나요?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2F55909-9C9F-44A1-AFD9-1D26A583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카메라나 라이다를 붙일 때 위치·방향·주기·기준 시각을 정하지 않으면 서로 다른 관측을 비교할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수 없습니다. SensorRig는 센서 ID와 장착 프레임, 설정 주기, 원본 상태의 시각과 정체성을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연결하는 골격입니다.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1512207-1869-44D9-BE93-6B3BDA64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ObserveAuthoritativeState는 같은 Sequence의 중복을 제외하고 시뮬레이션 시간으로 수집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주기를 판단합니다. 10Hz 센서는 0.1초 간격이며 화면이 60fps라고 매 프레임 새 센서 관측을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만드는 것이 아닙니다.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42D809A-5C68-4141-B92C-A1327C3D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이 경로가 만드는 것은 센서 메타데이터입니다. 카메라 이름이 있다고 영상 파일이 자동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저장되거나 라이다 점군이 생성됐다고 설명하면 안 됩니다. ID·시각·장착 변환을 확인하는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단계와 실제 측정 데이터를 만드는 단계는 다릅니다.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9983DB0-F6D6-4D20-AA49-77803280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C7  L14     184 / 193</a:t>
            </a:r>
          </a:p>
        </p:txBody>
      </p:sp>
    </p:spTree>
    <p:extLst>
      <p:ext uri="{BB962C8B-B14F-4D97-AF65-F5344CB8AC3E}">
        <p14:creationId xmlns:p14="http://schemas.microsoft.com/office/powerpoint/2010/main" val="258443194"/>
      </p:ext>
    </p:extLst>
  </p:cSld>
</p:sld>
</file>

<file path=ppt/slides/slide1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08DAF5A-6319-4E4E-BBA9-4490E617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F3 선과 로그는 보이지 않는 판단을 보여 줍니다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4701CD1-823E-4437-A050-4F204719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화면에서 바퀴가 떠 보일 때 차체 메시만 보면 실제 접촉 위치를 알기 어렵습니다. F3의 차량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디버그는 접촉점·법선·차체 범위처럼 계산과 표시를 비교할 단서를 그립니다. 장식용 선이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아니라 가설을 확인하는 관찰 도구입니다.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48CA9CA-CCD5-436C-AB9B-54C84F3B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여기서 그리는 충돌 상자나 접촉선은 렌더링 기능인 Ray Tracing과 다릅니다. 지면 조회를 위한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충돌 trace도 광선 추적 조명과 목적이 다릅니다. “레이가 틀렸다” 대신 어떤 시스템의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시작점·끝점·결과인지 적으세요.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744C4AA-8156-4062-9BFE-1050CFEE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로그에는 맵 정체성, 상태 순서, 연결 변화 같은 사건을 남길 수 있습니다. 같은 장면에서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속도·Sequence·상태 나이와 F3 그림을 함께 기록하면 오래된 표시와 실제 접촉 오류를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구분하기 쉬워집니다. 무관한 경고 수만 세는 것보다 유용합니다.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F66C480-3CC6-4E2E-8D75-46C980C9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C7  L14     185 / 193</a:t>
            </a:r>
          </a:p>
        </p:txBody>
      </p:sp>
    </p:spTree>
    <p:extLst>
      <p:ext uri="{BB962C8B-B14F-4D97-AF65-F5344CB8AC3E}">
        <p14:creationId xmlns:p14="http://schemas.microsoft.com/office/powerpoint/2010/main" val="1920401846"/>
      </p:ext>
    </p:extLst>
  </p:cSld>
</p:sld>
</file>

<file path=ppt/slides/slide1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5ADE19E5-5FC4-414A-8562-776DD876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실제 자동 취소 회귀 검사는 경계를 비교합니다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7F232B09-716E-4A9E-B2DB-8FDFF886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unreal/DriveIntegration/Source/DriveIntegration/SimCoreTurnSignalsTests.cpp:244-250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AD4641AC-22E8-40D6-AE19-0AF3A230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4E65E43F-693B-4649-B56B-BC9BF8B8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244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245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246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247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248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250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EF204BE4-F7A7-41FF-B936-2BCCF898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State.SimulationTimeNs = 400000000;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State.SteeringAngleRad = Side * 0.05f;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Ok &amp;= TestFalse(TEXT("returning near centre is not yet centred"),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Cancel.Update(Direction, false, State, true));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State.SimulationTimeNs = 500000000;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State.SteeringAngleRad = Side * 0.02f;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Ok &amp;= TestTrue(TEXT("a meaningful selected turn cancels only after rack centre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return"),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Cancel.Update(Direction, false, State, true));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DBCC4C50-305A-4DE4-8A5B-2E1AE0D7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앞부분에서 선택 방향으로 9° 회전한 상황을 만든 뒤, 핸들의 중앙 복귀 임계값 양쪽을 검사합니다.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A2CBEC21-5159-4796-8A04-C26800DB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C7  L14     186 / 193</a:t>
            </a:r>
          </a:p>
        </p:txBody>
      </p:sp>
    </p:spTree>
    <p:extLst>
      <p:ext uri="{BB962C8B-B14F-4D97-AF65-F5344CB8AC3E}">
        <p14:creationId xmlns:p14="http://schemas.microsoft.com/office/powerpoint/2010/main" val="136969962"/>
      </p:ext>
    </p:extLst>
  </p:cSld>
</p:sld>
</file>

<file path=ppt/slides/slide1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BEF2B67-AED2-4CD7-AA15-06AB2B33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검사 코드에서 준비·실행·기대를 읽습니다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F4C0596-3882-4194-9D80-15EBA51F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244~245행은 시뮬레이션 시각을 0.4초로 전진시키고 조향을 0.05rad로 바꿉니다. 246행의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TestFalse는 아직 중앙 기준 0.035rad 밖이므로 꺼지면 실패라는 뜻입니다. 화면을 보지 않아도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규칙을 확인할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C3CC608-1F11-4D08-A450-25080DAD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247~248행은 0.5초와 0.02rad를 설정합니다. 249~250행의 TestTrue는 같은 방향 회전 증거가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있고 중앙 안으로 돌아왔으므로 이제 취소되어야 한다고 검사합니다. 단순히 함수가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실행됐다는 검사보다 행동 조건이 분명합니다.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D93D421-37C3-4198-8C6E-B183C9C8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테스트는 EditorContext와 EngineFilter로 등록됩니다. 통과는 수치 규칙의 근거이며 램프가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화면에서 충분히 밝은지까지 보장하지 않습니다. 수치 검사와 시각·청감 인수를 함께 쓰는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이유입니다.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3C94231-3E86-4CFF-8BF8-1E4C7FF4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C7  L14     187 / 193</a:t>
            </a:r>
          </a:p>
        </p:txBody>
      </p:sp>
    </p:spTree>
    <p:extLst>
      <p:ext uri="{BB962C8B-B14F-4D97-AF65-F5344CB8AC3E}">
        <p14:creationId xmlns:p14="http://schemas.microsoft.com/office/powerpoint/2010/main" val="1951654683"/>
      </p:ext>
    </p:extLst>
  </p:cSld>
</p:sld>
</file>

<file path=ppt/slides/slide1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5A2EB20-7E58-4E94-8546-0EEBCC05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어떤 검사는 언제 무엇을 보장하나요?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30632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검사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 조건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확인하는 범위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순수 함수 회귀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최신 코드로 빌드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입력·변환·경계 규칙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UE 자동 검사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맞는 Editor 빌드·검사 등록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컴포넌트·표현 계약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 통합 검사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 맵·프로토콜·실행 조건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왕복·리셋·안전 정책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PIE 수동 인수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초점·상태·시야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조작·화면·소리 체감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Ghost 재생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유효한 상태 기록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기록된 움직임의 재표시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43461C21-E3CF-405F-92FC-3F408562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676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소스를 고쳤다는 사실과 실행 중인 바이너리가 그 소스라는 사실을 구분합니다. 검사한 버전과 조건을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함께 남겨야 결과를 다시 믿을 수 있습니다.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A4AD1C7-83B5-435F-8131-65FED73F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C7  L14     188 / 193</a:t>
            </a:r>
          </a:p>
        </p:txBody>
      </p:sp>
    </p:spTree>
    <p:extLst>
      <p:ext uri="{BB962C8B-B14F-4D97-AF65-F5344CB8AC3E}">
        <p14:creationId xmlns:p14="http://schemas.microsoft.com/office/powerpoint/2010/main" val="1694231856"/>
      </p:ext>
    </p:extLst>
  </p:cSld>
</p:sld>
</file>

<file path=ppt/slides/slide1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EFF3363-BCB8-46EA-96E6-CB26BB69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독립 실습은 작은 가설 하나로 시작합니다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6282B4D-EBA4-4E84-A9CA-9456E95F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첫 실습에서는 W 왕복 노트를 만듭니다. SetThrottle부터 Pawn Tick까지 읽는 순서를 쓰고 각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함수의 입력·출력·단위를 한 줄씩 적으세요. 코드를 고치지 않고도 의도와 결과를 구분할 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있는지 확인하는 과제입니다.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A9C5A2D-23E0-437D-9362-B3F7E4EF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두 번째 실습에서는 10m/s 차량의 상태 나이를 20·80·120ms로 가정해 예측 거리와 신선도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판단을 손으로 계산합니다. 여기에 서버 명령 공백 300ms를 별도 칸에 두면 두 방향의 시간을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혼동하는지 드러납니다.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0ACE10A-C646-4419-9E89-2A248A09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세 번째 실습에서는 F3와 계기판을 켠 관찰 한 건을 기록합니다. 조건·기대·실제·읽을 함수·다음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확인을 적고 결론이 아직 추측인지 표시하세요. 실제 실행이 준비되지 않았으면 동일 항목으로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코드 기반 가상 사례를 먼저 작성해도 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A94AEA3-5445-48A1-944D-AD13BBF0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C7  L14     189 / 193</a:t>
            </a:r>
          </a:p>
        </p:txBody>
      </p:sp>
    </p:spTree>
    <p:extLst>
      <p:ext uri="{BB962C8B-B14F-4D97-AF65-F5344CB8AC3E}">
        <p14:creationId xmlns:p14="http://schemas.microsoft.com/office/powerpoint/2010/main" val="848383044"/>
      </p:ext>
    </p:extLst>
  </p:cSld>
</p:sld>
</file>

<file path=ppt/slides/slide1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39347A8-A123-445C-A1B2-81084DD1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포트폴리오에서는 범위와 근거를 함께 설명합니다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C426352-D693-452C-8304-1F6E576A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“실제 자동차를 완벽히 구현했습니다”보다 “외부 서버의 권위 상태를 검증하고, 제한된 예측과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좌표 변환으로 Unreal에 표시했습니다”가 현재 경계를 더 정확히 설명합니다. 왜 나눴는지와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실제 함수를 연결하는 것이 중요합니다.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B4E9EA0-1255-4B32-8797-405CB2D6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 사례는 증상·원인·변경·검증·남은 한계 순서로 말해 보세요. 예를 들어 첫 깜빡이 간격은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전역 위상 문제였고 선택 상대 시계로 바꾸어 램프와 클릭을 맞췄으며, 경계 수치 검사와 직접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관찰로 확인했다고 설명할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575595E-ED80-4500-960B-5DCF468B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도구의 도움을 받았더라도 이해를 확인하는 방법은 같습니다. 보지 않고 흐름을 설명하고, 입력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조건 하나를 바꿨을 때의 결과를 예측한 뒤 소스와 비교하세요. 모르는 부분을 정확히 구분하는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것이 과장된 완성 주장보다 다음 학습에 도움이 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C9F5C53-C9D7-4B03-B47E-63BA6986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C7  L14     190 / 193</a:t>
            </a:r>
          </a:p>
        </p:txBody>
      </p:sp>
    </p:spTree>
    <p:extLst>
      <p:ext uri="{BB962C8B-B14F-4D97-AF65-F5344CB8AC3E}">
        <p14:creationId xmlns:p14="http://schemas.microsoft.com/office/powerpoint/2010/main" val="1207333922"/>
      </p:ext>
    </p:extLst>
  </p:cSld>
</p:sld>
</file>

<file path=ppt/slides/slide1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6FBB530-025C-4AA8-A04E-C5786592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최종 확인: 기록으로 무엇을 증명했나요?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86429F7-AC80-48B0-B22E-48B8B46D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Ghost가 같은 길을 두 번 따라갔습니다. 서버 물리의 결정성이 증명됐나요? 이 기능이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저장하고 재생하는 대상을 적으세요.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054D718-F60C-4E7C-BACE-BEEF0506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SensorRig에 front_camera라는 ID가 있습니다. 영상 데이터 수집까지 완료됐다는 뜻인가요?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코드가 남기는 정보를 세 가지 적으세요.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E324F61-FC5F-47DC-9EA0-0866AC5B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자동 취소 테스트는 통과했지만 램프가 어두워 구분되지 않습니다. 어떤 검사가 빠진 것인지,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별도의 통과 기준을 한 문장으로 작성하세요.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870D997-E702-422A-A756-CE683F04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C7  L14     191 / 193</a:t>
            </a:r>
          </a:p>
        </p:txBody>
      </p:sp>
    </p:spTree>
    <p:extLst>
      <p:ext uri="{BB962C8B-B14F-4D97-AF65-F5344CB8AC3E}">
        <p14:creationId xmlns:p14="http://schemas.microsoft.com/office/powerpoint/2010/main" val="1455565126"/>
      </p:ext>
    </p:extLst>
  </p:cSld>
</p:sld>
</file>

<file path=ppt/slides/slide1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F49DF78-1C5D-4367-9963-FFB95151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답과 실습 노트의 기준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70FFEF5-7740-4BBC-8860-1A6838ED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Ghost는 저장된 권위 상태를 시간에 맞게 다시 표시합니다. 서버에 명령을 재투입한 물리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재계산은 아닙니다. SensorRig 경로는 센서 ID·원본 Sequence·시뮬레이션 시각·맵/Play·장착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변환 같은 메타데이터를 남깁니다.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41EFB37-B032-4D78-9E2C-1726DD17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램프 가독성은 실제 시각 인수입니다. 예를 들어 “주간 Follow 시점에서 좌·우·비상등 상태를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구분한다”라는 조건을 따로 둡니다. 수치 규칙이 맞아도 표현 강도와 시야는 추가 확인이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1EF4930-A07A-44EA-9854-75179D7E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실습의 시간 답은 20ms→0.2m, 80ms→0.5m, 120ms→0.5m이며 마지막은 오래된 상태입니다.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 300ms 명령 공백은 별도 SafeStop 대상입니다. 이 차이를 자기 문장으로 설명하면 다음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함수도 같은 방식으로 읽을 준비가 된 것입니다.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101AA64-FC2A-4655-A417-314FE757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C7  L14     192 / 193</a:t>
            </a:r>
          </a:p>
        </p:txBody>
      </p:sp>
    </p:spTree>
    <p:extLst>
      <p:ext uri="{BB962C8B-B14F-4D97-AF65-F5344CB8AC3E}">
        <p14:creationId xmlns:p14="http://schemas.microsoft.com/office/powerpoint/2010/main" val="2070200275"/>
      </p:ext>
    </p:extLst>
  </p:cSld>
</p:sld>
</file>

<file path=ppt/slides/slide1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91931AD-C2B3-49A8-9AB3-3D412F7D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DF1139F-BB0A-4FB4-B09D-BED2E838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Ghost 재생의 한계를 설명하고 센서·F3·자동 검사로 기능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하나를 입증하는 노트를 만듭니다.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2868D66-541C-4B7F-8E58-583FC5B6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재현 가능한 상태·조건·판정 기준이 있어야 관찰을 근거로 바꾸고 혼자 다음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문제를 조사할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AB02331-F1FF-4FC1-A854-B0460840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왕복 경로에서 아직 설명하지 못한 함수 하나를 골라 같은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질문으로 독립 학습을 이어갑니다.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3D155FB-DE86-4F3B-BE5F-F8CAA927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03권  C7  L14     193 / 193</a:t>
            </a:r>
          </a:p>
        </p:txBody>
      </p:sp>
    </p:spTree>
    <p:extLst>
      <p:ext uri="{BB962C8B-B14F-4D97-AF65-F5344CB8AC3E}">
        <p14:creationId xmlns:p14="http://schemas.microsoft.com/office/powerpoint/2010/main" val="18643193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2026-09-08T05:08:45.1960000Z</dcterms:created>
  <dcterms:modified xsi:type="dcterms:W3CDTF">2026-09-08T05:08:45.1960000Z</dcterms:modified>
</coreProperties>
</file>